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84" r:id="rId2"/>
    <p:sldId id="286" r:id="rId3"/>
    <p:sldId id="257" r:id="rId4"/>
    <p:sldId id="287" r:id="rId5"/>
    <p:sldId id="258" r:id="rId6"/>
    <p:sldId id="259" r:id="rId7"/>
    <p:sldId id="260" r:id="rId8"/>
    <p:sldId id="288" r:id="rId9"/>
    <p:sldId id="261" r:id="rId10"/>
    <p:sldId id="262" r:id="rId11"/>
    <p:sldId id="263" r:id="rId12"/>
    <p:sldId id="289" r:id="rId13"/>
    <p:sldId id="264" r:id="rId14"/>
    <p:sldId id="265" r:id="rId15"/>
    <p:sldId id="279" r:id="rId16"/>
    <p:sldId id="266" r:id="rId17"/>
    <p:sldId id="267" r:id="rId18"/>
    <p:sldId id="269" r:id="rId19"/>
    <p:sldId id="268" r:id="rId20"/>
    <p:sldId id="282" r:id="rId21"/>
    <p:sldId id="290" r:id="rId22"/>
    <p:sldId id="270" r:id="rId23"/>
    <p:sldId id="280" r:id="rId24"/>
    <p:sldId id="271" r:id="rId25"/>
    <p:sldId id="292" r:id="rId26"/>
    <p:sldId id="285" r:id="rId27"/>
    <p:sldId id="274" r:id="rId28"/>
    <p:sldId id="291" r:id="rId29"/>
    <p:sldId id="275" r:id="rId30"/>
    <p:sldId id="276" r:id="rId31"/>
    <p:sldId id="277" r:id="rId32"/>
    <p:sldId id="293" r:id="rId33"/>
    <p:sldId id="278" r:id="rId3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162" autoAdjust="0"/>
    <p:restoredTop sz="72222" autoAdjust="0"/>
  </p:normalViewPr>
  <p:slideViewPr>
    <p:cSldViewPr snapToGrid="0" snapToObjects="1">
      <p:cViewPr varScale="1">
        <p:scale>
          <a:sx n="50" d="100"/>
          <a:sy n="50" d="100"/>
        </p:scale>
        <p:origin x="1572"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22559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93ec8204d7_2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93ec8204d7_2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a:extLst>
            <a:ext uri="{FF2B5EF4-FFF2-40B4-BE49-F238E27FC236}">
              <a16:creationId xmlns:a16="http://schemas.microsoft.com/office/drawing/2014/main" id="{C852E711-B1B0-F622-4F2F-A90D6875E856}"/>
            </a:ext>
          </a:extLst>
        </p:cNvPr>
        <p:cNvGrpSpPr/>
        <p:nvPr/>
      </p:nvGrpSpPr>
      <p:grpSpPr>
        <a:xfrm>
          <a:off x="0" y="0"/>
          <a:ext cx="0" cy="0"/>
          <a:chOff x="0" y="0"/>
          <a:chExt cx="0" cy="0"/>
        </a:xfrm>
      </p:grpSpPr>
      <p:sp>
        <p:nvSpPr>
          <p:cNvPr id="98" name="Google Shape;98;g93ec8204d7_2_45:notes">
            <a:extLst>
              <a:ext uri="{FF2B5EF4-FFF2-40B4-BE49-F238E27FC236}">
                <a16:creationId xmlns:a16="http://schemas.microsoft.com/office/drawing/2014/main" id="{E6891873-92F9-BFDB-1273-5AE3F27752A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93ec8204d7_2_45:notes">
            <a:extLst>
              <a:ext uri="{FF2B5EF4-FFF2-40B4-BE49-F238E27FC236}">
                <a16:creationId xmlns:a16="http://schemas.microsoft.com/office/drawing/2014/main" id="{5ACF89CF-68FB-ED18-6C5B-643001D3AB3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Bonjour à </a:t>
            </a:r>
            <a:r>
              <a:rPr lang="fr-FR" dirty="0" err="1"/>
              <a:t>tous.Je</a:t>
            </a:r>
            <a:r>
              <a:rPr lang="fr-FR" dirty="0"/>
              <a:t> m'appelle Mustapha </a:t>
            </a:r>
            <a:r>
              <a:rPr lang="fr-FR" dirty="0" err="1"/>
              <a:t>Ben-Cheikh</a:t>
            </a:r>
            <a:r>
              <a:rPr lang="fr-FR" dirty="0"/>
              <a:t>. Je vais vous présenter mon projet de fin d'études intitulé **Smart Syndic** — une plateforme intelligente de gestion des réclamations résidentielles via WhatsApp, IA générative et RAG — réalisé sous la direction du Professeur El Far Mohamed et du Professeur El Fahssi Khalid.-</a:t>
            </a:r>
            <a:endParaRPr dirty="0"/>
          </a:p>
        </p:txBody>
      </p:sp>
    </p:spTree>
    <p:extLst>
      <p:ext uri="{BB962C8B-B14F-4D97-AF65-F5344CB8AC3E}">
        <p14:creationId xmlns:p14="http://schemas.microsoft.com/office/powerpoint/2010/main" val="32141220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Ma présentation s'organise en **six parties** : le contexte, la solution, le cœur technique, les interfaces, le pilotage et enfin le bilan. Je vais avancer de façon progressive, du problème jusqu'à la démonstration.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a:extLst>
            <a:ext uri="{FF2B5EF4-FFF2-40B4-BE49-F238E27FC236}">
              <a16:creationId xmlns:a16="http://schemas.microsoft.com/office/drawing/2014/main" id="{83C4FA81-4D92-EEA5-3563-CCA5E93BD1F2}"/>
            </a:ext>
          </a:extLst>
        </p:cNvPr>
        <p:cNvGrpSpPr/>
        <p:nvPr/>
      </p:nvGrpSpPr>
      <p:grpSpPr>
        <a:xfrm>
          <a:off x="0" y="0"/>
          <a:ext cx="0" cy="0"/>
          <a:chOff x="0" y="0"/>
          <a:chExt cx="0" cy="0"/>
        </a:xfrm>
      </p:grpSpPr>
      <p:sp>
        <p:nvSpPr>
          <p:cNvPr id="98" name="Google Shape;98;g93ec8204d7_2_45:notes">
            <a:extLst>
              <a:ext uri="{FF2B5EF4-FFF2-40B4-BE49-F238E27FC236}">
                <a16:creationId xmlns:a16="http://schemas.microsoft.com/office/drawing/2014/main" id="{51BC7004-8B48-5AFB-994B-FBA43E75609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93ec8204d7_2_45:notes">
            <a:extLst>
              <a:ext uri="{FF2B5EF4-FFF2-40B4-BE49-F238E27FC236}">
                <a16:creationId xmlns:a16="http://schemas.microsoft.com/office/drawing/2014/main" id="{18FB2533-47E6-F71F-D6F9-C2BD1B4CBB0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945524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La gestion d'une résidence, c'est une communication permanente entre quatre profils : **les résidents** qui signalent leurs problèmes, **le syndic** qui les traite, **les administrateurs** qui valident les cas sensibles, et **les responsables** qui </a:t>
            </a:r>
            <a:r>
              <a:rPr lang="fr-FR" dirty="0" err="1"/>
              <a:t>pilotent.Pour</a:t>
            </a:r>
            <a:r>
              <a:rPr lang="fr-FR" dirty="0"/>
              <a:t> que ça fonctionne bien, trois choses sont nécessaires : centraliser, prioriser, automatiser. Aujourd'hui, aucune de ces trois conditions n'est réellement remplie.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Concrètement, j'ai identifié cinq problèmes récurrents dans le fonctionnement classique d'un </a:t>
            </a:r>
            <a:r>
              <a:rPr lang="fr-FR" dirty="0" err="1"/>
              <a:t>syndic.Les</a:t>
            </a:r>
            <a:r>
              <a:rPr lang="fr-FR" dirty="0"/>
              <a:t> réclamations arrivent de partout — appels, WhatsApp, visites — sans aucune centralisation. Le suivi est manuel, donc des informations se perdent. Les urgences ne sont pas priorisées : une fuite de gaz peut rester en attente comme une simple question administrative. Il n'y a pas d'historique exploitable. Et il n'existe aucun outil de mesure — ni volumes, ni délais, ni satisfaction.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Face à ça, mon projet vise six objectifs </a:t>
            </a:r>
            <a:r>
              <a:rPr lang="fr-FR" dirty="0" err="1"/>
              <a:t>précis.Recevoir</a:t>
            </a:r>
            <a:r>
              <a:rPr lang="fr-FR" dirty="0"/>
              <a:t> les réclamations automatiquement via WhatsApp. Identifier le résident depuis son numéro de téléphone. Classifier chaque demande — catégorie, sentiment, action requise. Détecter les urgences selon une échelle de P0 à P3. Centraliser tout le suivi dans un historique unique. Et donner à l'administrateur les outils pour valider rapidement et piloter son activité.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a:extLst>
            <a:ext uri="{FF2B5EF4-FFF2-40B4-BE49-F238E27FC236}">
              <a16:creationId xmlns:a16="http://schemas.microsoft.com/office/drawing/2014/main" id="{18499DE9-EFFC-250B-187E-FE81E85DD3E4}"/>
            </a:ext>
          </a:extLst>
        </p:cNvPr>
        <p:cNvGrpSpPr/>
        <p:nvPr/>
      </p:nvGrpSpPr>
      <p:grpSpPr>
        <a:xfrm>
          <a:off x="0" y="0"/>
          <a:ext cx="0" cy="0"/>
          <a:chOff x="0" y="0"/>
          <a:chExt cx="0" cy="0"/>
        </a:xfrm>
      </p:grpSpPr>
      <p:sp>
        <p:nvSpPr>
          <p:cNvPr id="98" name="Google Shape;98;g93ec8204d7_2_45:notes">
            <a:extLst>
              <a:ext uri="{FF2B5EF4-FFF2-40B4-BE49-F238E27FC236}">
                <a16:creationId xmlns:a16="http://schemas.microsoft.com/office/drawing/2014/main" id="{494D2EBC-E72A-F022-9705-9CE6CEED0A9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93ec8204d7_2_45:notes">
            <a:extLst>
              <a:ext uri="{FF2B5EF4-FFF2-40B4-BE49-F238E27FC236}">
                <a16:creationId xmlns:a16="http://schemas.microsoft.com/office/drawing/2014/main" id="{F3C404DF-9FF3-89D1-793D-5DA0687517D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859723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La réponse que j'apporte tient en une phrase : **WhatsApp comme canal d'entrée, l'IA comme cerveau, Flutter comme tour de contrôle.**Le résident utilise WhatsApp — un canal qu'il connaît déjà, donc zéro friction. Le backend orchestre l'intelligence artificielle pour comprendre et traiter le message. Et l'administrateur pilote tout depuis un </a:t>
            </a:r>
            <a:r>
              <a:rPr lang="fr-FR" dirty="0" err="1"/>
              <a:t>dashboard</a:t>
            </a:r>
            <a:r>
              <a:rPr lang="fr-FR" dirty="0"/>
              <a:t> mobile.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Voici comment les composants s'enchaînent. Le message WhatsApp passe par **</a:t>
            </a:r>
            <a:r>
              <a:rPr lang="fr-FR" dirty="0" err="1"/>
              <a:t>Twilio</a:t>
            </a:r>
            <a:r>
              <a:rPr lang="fr-FR" dirty="0"/>
              <a:t>**, arrive dans mon **backend </a:t>
            </a:r>
            <a:r>
              <a:rPr lang="fr-FR" dirty="0" err="1"/>
              <a:t>FastAPI</a:t>
            </a:r>
            <a:r>
              <a:rPr lang="fr-FR" dirty="0"/>
              <a:t>**, qui fait appel à trois services : **</a:t>
            </a:r>
            <a:r>
              <a:rPr lang="fr-FR" dirty="0" err="1"/>
              <a:t>Groq</a:t>
            </a:r>
            <a:r>
              <a:rPr lang="fr-FR" dirty="0"/>
              <a:t>** pour l'IA, **ChromaDB** pour le RAG, et **PostgreSQL** pour stocker les données. **</a:t>
            </a:r>
            <a:r>
              <a:rPr lang="fr-FR" dirty="0" err="1"/>
              <a:t>Firebase</a:t>
            </a:r>
            <a:r>
              <a:rPr lang="fr-FR" dirty="0"/>
              <a:t>** gère l'authentification et les notifications push. Le tout alimente en temps réel le **</a:t>
            </a:r>
            <a:r>
              <a:rPr lang="fr-FR" dirty="0" err="1"/>
              <a:t>dashboard</a:t>
            </a:r>
            <a:r>
              <a:rPr lang="fr-FR" dirty="0"/>
              <a:t> Flutter** de l'administrateur.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Côté technologies : le backend est en **Python / </a:t>
            </a:r>
            <a:r>
              <a:rPr lang="fr-FR" dirty="0" err="1"/>
              <a:t>FastAPI</a:t>
            </a:r>
            <a:r>
              <a:rPr lang="fr-FR" dirty="0"/>
              <a:t>** pour ses performances asynchrones. La base de données est **PostgreSQL** avec </a:t>
            </a:r>
            <a:r>
              <a:rPr lang="fr-FR" dirty="0" err="1"/>
              <a:t>asyncpg</a:t>
            </a:r>
            <a:r>
              <a:rPr lang="fr-FR" dirty="0"/>
              <a:t>, complétée par **Redis** pour le rate </a:t>
            </a:r>
            <a:r>
              <a:rPr lang="fr-FR" dirty="0" err="1"/>
              <a:t>limiting</a:t>
            </a:r>
            <a:r>
              <a:rPr lang="fr-FR" dirty="0"/>
              <a:t>. L'IA repose sur **</a:t>
            </a:r>
            <a:r>
              <a:rPr lang="fr-FR" dirty="0" err="1"/>
              <a:t>Groq</a:t>
            </a:r>
            <a:r>
              <a:rPr lang="fr-FR" dirty="0"/>
              <a:t>** — LLM Llama 3.3-70b, Whisper pour l'audio, et un modèle de vision pour les images. **ChromaDB** stocke la base vectorielle. Le frontend est en **Flutter**, et l'authentification ainsi que les alertes passent par **</a:t>
            </a:r>
            <a:r>
              <a:rPr lang="fr-FR" dirty="0" err="1"/>
              <a:t>Firebase</a:t>
            </a:r>
            <a:r>
              <a:rPr lang="fr-FR" dirty="0"/>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a:extLst>
            <a:ext uri="{FF2B5EF4-FFF2-40B4-BE49-F238E27FC236}">
              <a16:creationId xmlns:a16="http://schemas.microsoft.com/office/drawing/2014/main" id="{AD0066EA-73AC-35B0-B2AA-74943245B9B3}"/>
            </a:ext>
          </a:extLst>
        </p:cNvPr>
        <p:cNvGrpSpPr/>
        <p:nvPr/>
      </p:nvGrpSpPr>
      <p:grpSpPr>
        <a:xfrm>
          <a:off x="0" y="0"/>
          <a:ext cx="0" cy="0"/>
          <a:chOff x="0" y="0"/>
          <a:chExt cx="0" cy="0"/>
        </a:xfrm>
      </p:grpSpPr>
      <p:sp>
        <p:nvSpPr>
          <p:cNvPr id="98" name="Google Shape;98;g93ec8204d7_2_45:notes">
            <a:extLst>
              <a:ext uri="{FF2B5EF4-FFF2-40B4-BE49-F238E27FC236}">
                <a16:creationId xmlns:a16="http://schemas.microsoft.com/office/drawing/2014/main" id="{B751F836-CD6D-4DCE-DE77-81E9FC68D48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93ec8204d7_2_45:notes">
            <a:extLst>
              <a:ext uri="{FF2B5EF4-FFF2-40B4-BE49-F238E27FC236}">
                <a16:creationId xmlns:a16="http://schemas.microsoft.com/office/drawing/2014/main" id="{48CF172F-B63E-B021-EECF-11D80994DA9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071598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Le cœur du système, c'est le fichier `main.py`. Il expose **25 routes API REST** plus un canal **</a:t>
            </a:r>
            <a:r>
              <a:rPr lang="fr-FR" dirty="0" err="1"/>
              <a:t>WebSocket</a:t>
            </a:r>
            <a:r>
              <a:rPr lang="fr-FR" dirty="0"/>
              <a:t>**, tous consommés par le </a:t>
            </a:r>
            <a:r>
              <a:rPr lang="fr-FR" dirty="0" err="1"/>
              <a:t>dashboard</a:t>
            </a:r>
            <a:r>
              <a:rPr lang="fr-FR" dirty="0"/>
              <a:t> Flutter. Il héberge le </a:t>
            </a:r>
            <a:r>
              <a:rPr lang="fr-FR" dirty="0" err="1"/>
              <a:t>webhook</a:t>
            </a:r>
            <a:r>
              <a:rPr lang="fr-FR" dirty="0"/>
              <a:t> WhatsApp avec validation de signature </a:t>
            </a:r>
            <a:r>
              <a:rPr lang="fr-FR" dirty="0" err="1"/>
              <a:t>Twilio</a:t>
            </a:r>
            <a:r>
              <a:rPr lang="fr-FR" dirty="0"/>
              <a:t>, un pool </a:t>
            </a:r>
            <a:r>
              <a:rPr lang="fr-FR" dirty="0" err="1"/>
              <a:t>asyncpg</a:t>
            </a:r>
            <a:r>
              <a:rPr lang="fr-FR" dirty="0"/>
              <a:t> de 5 à 20 connexions, l'orchestration de </a:t>
            </a:r>
            <a:r>
              <a:rPr lang="fr-FR" dirty="0" err="1"/>
              <a:t>Groq</a:t>
            </a:r>
            <a:r>
              <a:rPr lang="fr-FR" dirty="0"/>
              <a:t> et ChromaDB, et les notifications </a:t>
            </a:r>
            <a:r>
              <a:rPr lang="fr-FR" dirty="0" err="1"/>
              <a:t>Firebase</a:t>
            </a:r>
            <a:r>
              <a:rPr lang="fr-FR" dirty="0"/>
              <a:t> vers le topic `</a:t>
            </a:r>
            <a:r>
              <a:rPr lang="fr-FR" dirty="0" err="1"/>
              <a:t>admin_alerts</a:t>
            </a:r>
            <a:r>
              <a:rPr lang="fr-FR" dirty="0"/>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Voici le pipeline complet, en neuf étapes, qui transforme un message WhatsApp brut en ticket.**1** — Réception via le </a:t>
            </a:r>
            <a:r>
              <a:rPr lang="fr-FR" dirty="0" err="1"/>
              <a:t>webhook</a:t>
            </a:r>
            <a:r>
              <a:rPr lang="fr-FR" dirty="0"/>
              <a:t> </a:t>
            </a:r>
            <a:r>
              <a:rPr lang="fr-FR" dirty="0" err="1"/>
              <a:t>Twilio</a:t>
            </a:r>
            <a:r>
              <a:rPr lang="fr-FR" dirty="0"/>
              <a:t>.**2** — Validation de la signature HMAC pour s'assurer que la requête est légitime. **3** — Identification du résident depuis les neuf derniers chiffres de son numéro. **4** — Traitement du média : transcription Whisper si audio, analyse vision si image. **5** — Détection de la langue. **6** — Scan des mots-clés de sécurité critique. **7** — Récupération du contexte RAG depuis ChromaDB. **8** — Génération de la classification JSON par le LLM </a:t>
            </a:r>
            <a:r>
              <a:rPr lang="fr-FR" dirty="0" err="1"/>
              <a:t>Groq</a:t>
            </a:r>
            <a:r>
              <a:rPr lang="fr-FR" dirty="0"/>
              <a:t>. **9** — Création du ticket et décision : réponse automatique ou mise en attente de validation </a:t>
            </a:r>
            <a:r>
              <a:rPr lang="fr-FR" dirty="0" err="1"/>
              <a:t>humaine.Ce</a:t>
            </a:r>
            <a:r>
              <a:rPr lang="fr-FR" dirty="0"/>
              <a:t> pipeline est entièrement **automatisé**, sans aucune intervention manuelle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16F4A-F83E-E1A5-1E83-D9ACB91E72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B05476-A9F6-F0AE-13D2-CD808F9A49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7D9759-CDE7-B9F9-B371-AC4C5B36C7ED}"/>
              </a:ext>
            </a:extLst>
          </p:cNvPr>
          <p:cNvSpPr>
            <a:spLocks noGrp="1"/>
          </p:cNvSpPr>
          <p:nvPr>
            <p:ph type="body" idx="1"/>
          </p:nvPr>
        </p:nvSpPr>
        <p:spPr/>
        <p:txBody>
          <a:bodyPr/>
          <a:lstStyle/>
          <a:p>
            <a:r>
              <a:rPr lang="fr-FR" dirty="0"/>
              <a:t>Je zoome sur trois mécanismes clés de ce </a:t>
            </a:r>
            <a:r>
              <a:rPr lang="fr-FR" dirty="0" err="1"/>
              <a:t>pipeline.La</a:t>
            </a:r>
            <a:r>
              <a:rPr lang="fr-FR" dirty="0"/>
              <a:t> **détection de langue** fonctionne en trois couches : détection du script arabe par regex Unicode,                                                         reconnaissance de </a:t>
            </a:r>
            <a:r>
              <a:rPr lang="fr-FR" dirty="0" err="1"/>
              <a:t>tokens</a:t>
            </a:r>
            <a:r>
              <a:rPr lang="fr-FR" dirty="0"/>
              <a:t> darija romanisée — j'ai constitué un lexique de près de 50 expressions marocaines                                                         et en dernier recours </a:t>
            </a:r>
            <a:r>
              <a:rPr lang="fr-FR" dirty="0" err="1"/>
              <a:t>langdetect</a:t>
            </a:r>
            <a:r>
              <a:rPr lang="fr-FR" dirty="0"/>
              <a:t>. La réponse est ensuite générée dans la langue du </a:t>
            </a:r>
            <a:r>
              <a:rPr lang="fr-FR" dirty="0" err="1"/>
              <a:t>résident.La</a:t>
            </a:r>
            <a:r>
              <a:rPr lang="fr-FR" dirty="0"/>
              <a:t> **classification IA** produit un JSON structuré : niveau d'urgence P0 à P3, catégorie, sentiment, et action </a:t>
            </a:r>
            <a:r>
              <a:rPr lang="fr-FR" dirty="0" err="1"/>
              <a:t>requise.La</a:t>
            </a:r>
            <a:r>
              <a:rPr lang="fr-FR" dirty="0"/>
              <a:t> **gestion des urgences** repose sur un double mécanisme : le LLM classe, mais des mots-clés déterministes — gaz, incendie, ascenseur bloqué —         peuvent **forcer** la classification P0, indépendamment du modèle, et déclencher immédiatement une validation humaine et une alerte FCM.</a:t>
            </a:r>
            <a:endParaRPr lang="en-US" dirty="0"/>
          </a:p>
        </p:txBody>
      </p:sp>
      <p:sp>
        <p:nvSpPr>
          <p:cNvPr id="4" name="Slide Number Placeholder 3">
            <a:extLst>
              <a:ext uri="{FF2B5EF4-FFF2-40B4-BE49-F238E27FC236}">
                <a16:creationId xmlns:a16="http://schemas.microsoft.com/office/drawing/2014/main" id="{085DE9CB-32A8-F32C-99D3-9F96C64C2086}"/>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8288131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Chaque ticket suit six étapes : création, classification IA, attribution d'une priorité, validation humaine si nécessaire, envoi de la réponse </a:t>
            </a:r>
            <a:r>
              <a:rPr lang="fr-FR" dirty="0" err="1"/>
              <a:t>WhatsAppL'échelle</a:t>
            </a:r>
            <a:r>
              <a:rPr lang="fr-FR" dirty="0"/>
              <a:t> de priorité est le cœur du système : **P0** pour le critique — gaz, incendie, ascenseur bloqué — SLA de 5 minutes.                                                **P1** pour l'urgent — fuite majeure, panne électrique — 30 minutes.                                                **P2** pour l'important — 4 heures.                                                **P3** pour l'administratif standard — 24 heures.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La base de données comprend quatre tables. La table **tickets** est la centrale — elle stocke le texte, la langue, la catégorie, l'urgence, la réponse IA, le statut et la satisfaction. Les tables **résidences** et **résidents** forment le référentiel. Et **</a:t>
            </a:r>
            <a:r>
              <a:rPr lang="fr-FR" dirty="0" err="1"/>
              <a:t>invite_codes</a:t>
            </a:r>
            <a:r>
              <a:rPr lang="fr-FR" dirty="0"/>
              <a:t>** sécurise l'</a:t>
            </a:r>
            <a:r>
              <a:rPr lang="fr-FR" dirty="0" err="1"/>
              <a:t>onboarding</a:t>
            </a:r>
            <a:r>
              <a:rPr lang="fr-FR" dirty="0"/>
              <a:t> des administrateurs par code à usage unique. Tout est indexé sur le hash de contenu, le numéro de téléphone et le statut.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Le RAG est ce qui permet à l'IA de répondre avec les règles **spécifiques** de la résidence, et non des règles </a:t>
            </a:r>
            <a:r>
              <a:rPr lang="fr-FR" dirty="0" err="1"/>
              <a:t>génériques.Le</a:t>
            </a:r>
            <a:r>
              <a:rPr lang="fr-FR" dirty="0"/>
              <a:t> script `ingest.py` vectorise les documents — règlement, procédures, contacts, FAQ — et les stocke dans ChromaDB. À chaque réclamation, le système récupère les </a:t>
            </a:r>
            <a:r>
              <a:rPr lang="fr-FR" dirty="0" err="1"/>
              <a:t>chunks</a:t>
            </a:r>
            <a:r>
              <a:rPr lang="fr-FR" dirty="0"/>
              <a:t> les plus pertinents par similarité cosinus, et les injecte dans le prompt envoyé au LLM. Résultat : une réponse ancrée dans le contexte métier réel, qui évite les hallucinations.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L'IA du système n'est pas limitée au texte. Elle est **multimodale** sur trois canaux : le texte, bien sûr ; l'audio, transcrit par Whisper large-v3 directement dans le flux standard ; et l'image, analysée par un modèle de vision pour décrire visuellement le problème signalé. Et sur quatre langues : français, anglais, arabe, et darija marocaine romanisée.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Espace réservé des notes 2"/>
          <p:cNvSpPr>
            <a:spLocks noGrp="1"/>
          </p:cNvSpPr>
          <p:nvPr>
            <p:ph type="body" idx="1"/>
          </p:nvPr>
        </p:nvSpPr>
        <p:spPr>
          <a:xfrm>
            <a:off x="685800" y="5867400"/>
            <a:ext cx="5486400" cy="4800600"/>
          </a:xfrm>
          <a:prstGeom prst="rect">
            <a:avLst/>
          </a:prstGeom>
        </p:spPr>
        <p:txBody>
          <a:bodyPr/>
          <a:lstStyle/>
          <a:p>
            <a:r>
              <a:rPr lang="fr-FR" dirty="0"/>
              <a:t>En complément du cœur du système, j'ai développé un **agent autonome** de publication immobilière sur Facebook. Il détecte les unités vacantes en croisant PostgreSQL et un catalogue JSON, génère un visuel Pillow, rédige l'annonce avec le LLM en français et arabe marocain mixte, publie sur la page Facebook via l'API Graph, partage dans des groupes via </a:t>
            </a:r>
            <a:r>
              <a:rPr lang="fr-FR" dirty="0" err="1"/>
              <a:t>Playwright</a:t>
            </a:r>
            <a:r>
              <a:rPr lang="fr-FR" dirty="0"/>
              <a:t>, et évite les doublons grâce à un tracker JSON sur 48 heures.</a:t>
            </a:r>
          </a:p>
        </p:txBody>
      </p:sp>
    </p:spTree>
    <p:extLst>
      <p:ext uri="{BB962C8B-B14F-4D97-AF65-F5344CB8AC3E}">
        <p14:creationId xmlns:p14="http://schemas.microsoft.com/office/powerpoint/2010/main" val="8863274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a:extLst>
            <a:ext uri="{FF2B5EF4-FFF2-40B4-BE49-F238E27FC236}">
              <a16:creationId xmlns:a16="http://schemas.microsoft.com/office/drawing/2014/main" id="{E6A04093-7751-9372-E610-7EB5ACA1CE2A}"/>
            </a:ext>
          </a:extLst>
        </p:cNvPr>
        <p:cNvGrpSpPr/>
        <p:nvPr/>
      </p:nvGrpSpPr>
      <p:grpSpPr>
        <a:xfrm>
          <a:off x="0" y="0"/>
          <a:ext cx="0" cy="0"/>
          <a:chOff x="0" y="0"/>
          <a:chExt cx="0" cy="0"/>
        </a:xfrm>
      </p:grpSpPr>
      <p:sp>
        <p:nvSpPr>
          <p:cNvPr id="98" name="Google Shape;98;g93ec8204d7_2_45:notes">
            <a:extLst>
              <a:ext uri="{FF2B5EF4-FFF2-40B4-BE49-F238E27FC236}">
                <a16:creationId xmlns:a16="http://schemas.microsoft.com/office/drawing/2014/main" id="{11DF2248-556D-FD08-5610-FEF67D826D8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93ec8204d7_2_45:notes">
            <a:extLst>
              <a:ext uri="{FF2B5EF4-FFF2-40B4-BE49-F238E27FC236}">
                <a16:creationId xmlns:a16="http://schemas.microsoft.com/office/drawing/2014/main" id="{EA6F09ED-943C-83A4-ED35-E9B4C4B7C29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483497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Le </a:t>
            </a:r>
            <a:r>
              <a:rPr lang="fr-FR" dirty="0" err="1"/>
              <a:t>dashboard</a:t>
            </a:r>
            <a:r>
              <a:rPr lang="fr-FR" dirty="0"/>
              <a:t> est l'interface quotidienne de l'administrateur. Il comprend **sept écrans** : connexion, gestion des résidences, gestion des résidents, grille de tickets en temps réel, historique, </a:t>
            </a:r>
            <a:r>
              <a:rPr lang="fr-FR" dirty="0" err="1"/>
              <a:t>analytics</a:t>
            </a:r>
            <a:r>
              <a:rPr lang="fr-FR" dirty="0"/>
              <a:t>, et compte personnel.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1378F-59A2-7A01-F013-809122B29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CD09A1-F284-A253-3760-57D974C13C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4CC387-4177-8816-9E20-8A3105A79B4C}"/>
              </a:ext>
            </a:extLst>
          </p:cNvPr>
          <p:cNvSpPr>
            <a:spLocks noGrp="1"/>
          </p:cNvSpPr>
          <p:nvPr>
            <p:ph type="body" idx="1"/>
          </p:nvPr>
        </p:nvSpPr>
        <p:spPr/>
        <p:txBody>
          <a:bodyPr/>
          <a:lstStyle/>
          <a:p>
            <a:r>
              <a:rPr lang="fr-FR" dirty="0"/>
              <a:t>Chaque écran a un rôle précis. La connexion utilise </a:t>
            </a:r>
            <a:r>
              <a:rPr lang="fr-FR" dirty="0" err="1"/>
              <a:t>Firebase</a:t>
            </a:r>
            <a:r>
              <a:rPr lang="fr-FR" dirty="0"/>
              <a:t> Auth avec un code d'invitation à usage unique. La grille affiche les tickets </a:t>
            </a:r>
            <a:r>
              <a:rPr lang="fr-FR" dirty="0" err="1"/>
              <a:t>pending</a:t>
            </a:r>
            <a:r>
              <a:rPr lang="fr-FR" dirty="0"/>
              <a:t> et se met à jour via </a:t>
            </a:r>
            <a:r>
              <a:rPr lang="fr-FR" dirty="0" err="1"/>
              <a:t>WebSocket</a:t>
            </a:r>
            <a:r>
              <a:rPr lang="fr-FR" dirty="0"/>
              <a:t>. La gestion des résidents inclut un broadcast WhatsApp pour diffuser un message à toute une résidence. L'historique et les </a:t>
            </a:r>
            <a:r>
              <a:rPr lang="fr-FR" dirty="0" err="1"/>
              <a:t>analytics</a:t>
            </a:r>
            <a:r>
              <a:rPr lang="fr-FR" dirty="0"/>
              <a:t> exposent les KPIs, les catégories et la satisfaction. Et les notifications FCM remontent les alertes P0 et P1 directement sur l'appareil mobile.</a:t>
            </a:r>
            <a:endParaRPr lang="en-US" dirty="0"/>
          </a:p>
        </p:txBody>
      </p:sp>
      <p:sp>
        <p:nvSpPr>
          <p:cNvPr id="4" name="Slide Number Placeholder 3">
            <a:extLst>
              <a:ext uri="{FF2B5EF4-FFF2-40B4-BE49-F238E27FC236}">
                <a16:creationId xmlns:a16="http://schemas.microsoft.com/office/drawing/2014/main" id="{9D1BD5AB-1A1D-EEF9-47C8-A483C863B36A}"/>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9156717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Deux mécanismes assurent le temps réel. **</a:t>
            </a:r>
            <a:r>
              <a:rPr lang="fr-FR" dirty="0" err="1"/>
              <a:t>Firebase</a:t>
            </a:r>
            <a:r>
              <a:rPr lang="fr-FR" dirty="0"/>
              <a:t> Cloud Messaging** : dès qu'une urgence est détectée, une notification est poussée sur le topic `</a:t>
            </a:r>
            <a:r>
              <a:rPr lang="fr-FR" dirty="0" err="1"/>
              <a:t>admin_alerts</a:t>
            </a:r>
            <a:r>
              <a:rPr lang="fr-FR" dirty="0"/>
              <a:t>`.                              **</a:t>
            </a:r>
            <a:r>
              <a:rPr lang="fr-FR" dirty="0" err="1"/>
              <a:t>WebSocket</a:t>
            </a:r>
            <a:r>
              <a:rPr lang="fr-FR" dirty="0"/>
              <a:t>** : à chaque nouveau ticket, le backend diffuse un message `REFRESH`, et le </a:t>
            </a:r>
            <a:r>
              <a:rPr lang="fr-FR" dirty="0" err="1"/>
              <a:t>dashboard</a:t>
            </a:r>
            <a:r>
              <a:rPr lang="fr-FR" dirty="0"/>
              <a:t> Flutter recharge </a:t>
            </a:r>
            <a:r>
              <a:rPr lang="fr-FR" dirty="0" err="1"/>
              <a:t>automatiquement.Concrètement</a:t>
            </a:r>
            <a:r>
              <a:rPr lang="fr-FR" dirty="0"/>
              <a:t> : une urgence arrive à l'administrateur **en quelques secondes**, sans aucun rafraîchissement manuel.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a:extLst>
            <a:ext uri="{FF2B5EF4-FFF2-40B4-BE49-F238E27FC236}">
              <a16:creationId xmlns:a16="http://schemas.microsoft.com/office/drawing/2014/main" id="{ECD60107-E0DA-641C-8766-CD105BFCB7B7}"/>
            </a:ext>
          </a:extLst>
        </p:cNvPr>
        <p:cNvGrpSpPr/>
        <p:nvPr/>
      </p:nvGrpSpPr>
      <p:grpSpPr>
        <a:xfrm>
          <a:off x="0" y="0"/>
          <a:ext cx="0" cy="0"/>
          <a:chOff x="0" y="0"/>
          <a:chExt cx="0" cy="0"/>
        </a:xfrm>
      </p:grpSpPr>
      <p:sp>
        <p:nvSpPr>
          <p:cNvPr id="98" name="Google Shape;98;g93ec8204d7_2_45:notes">
            <a:extLst>
              <a:ext uri="{FF2B5EF4-FFF2-40B4-BE49-F238E27FC236}">
                <a16:creationId xmlns:a16="http://schemas.microsoft.com/office/drawing/2014/main" id="{9BF7A336-483B-E799-5EBA-35012708C14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93ec8204d7_2_45:notes">
            <a:extLst>
              <a:ext uri="{FF2B5EF4-FFF2-40B4-BE49-F238E27FC236}">
                <a16:creationId xmlns:a16="http://schemas.microsoft.com/office/drawing/2014/main" id="{ABAF0E23-BF55-CFC7-B054-678C3C4C685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3833682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EE1E2-F596-78A9-2B93-6008E8ADC8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58B6F3-E95D-C143-89FA-DEECE2EF0C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F6383D-D436-833C-78C9-C63C3A82DDDD}"/>
              </a:ext>
            </a:extLst>
          </p:cNvPr>
          <p:cNvSpPr>
            <a:spLocks noGrp="1"/>
          </p:cNvSpPr>
          <p:nvPr>
            <p:ph type="body" idx="1"/>
          </p:nvPr>
        </p:nvSpPr>
        <p:spPr/>
        <p:txBody>
          <a:bodyPr/>
          <a:lstStyle/>
          <a:p>
            <a:r>
              <a:rPr lang="fr-FR" dirty="0"/>
              <a:t>Sur mon jeu de données de démonstration : **536 tickets** traités, taux de résolution **100%**, **112 urgences P0 et P1** — et la totalité de ces urgences est bien passée par une validation humaine. Le </a:t>
            </a:r>
            <a:r>
              <a:rPr lang="fr-FR" dirty="0" err="1"/>
              <a:t>dashboard</a:t>
            </a:r>
            <a:r>
              <a:rPr lang="fr-FR" dirty="0"/>
              <a:t> suit également le respect du SLA par niveau et les catégories les plus fréquentes.</a:t>
            </a:r>
            <a:endParaRPr lang="en-US" dirty="0"/>
          </a:p>
        </p:txBody>
      </p:sp>
      <p:sp>
        <p:nvSpPr>
          <p:cNvPr id="4" name="Slide Number Placeholder 3">
            <a:extLst>
              <a:ext uri="{FF2B5EF4-FFF2-40B4-BE49-F238E27FC236}">
                <a16:creationId xmlns:a16="http://schemas.microsoft.com/office/drawing/2014/main" id="{FD3FD6E8-DB2D-530F-EED0-873C51A50AD3}"/>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397213582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Les mécanismes de sécurité en place : vérification de signature </a:t>
            </a:r>
            <a:r>
              <a:rPr lang="fr-FR" dirty="0" err="1"/>
              <a:t>Twilio</a:t>
            </a:r>
            <a:r>
              <a:rPr lang="fr-FR" dirty="0"/>
              <a:t> sur le </a:t>
            </a:r>
            <a:r>
              <a:rPr lang="fr-FR" dirty="0" err="1"/>
              <a:t>webhook</a:t>
            </a:r>
            <a:r>
              <a:rPr lang="fr-FR" dirty="0"/>
              <a:t>, authentification </a:t>
            </a:r>
            <a:r>
              <a:rPr lang="fr-FR" dirty="0" err="1"/>
              <a:t>Firebase</a:t>
            </a:r>
            <a:r>
              <a:rPr lang="fr-FR" dirty="0"/>
              <a:t> JWT pour les administrateurs, secrets gérés exclusivement par variables d'environnement, rate </a:t>
            </a:r>
            <a:r>
              <a:rPr lang="fr-FR" dirty="0" err="1"/>
              <a:t>limiting</a:t>
            </a:r>
            <a:r>
              <a:rPr lang="fr-FR" dirty="0"/>
              <a:t> Redis en mode dégradé </a:t>
            </a:r>
            <a:r>
              <a:rPr lang="fr-FR" dirty="0" err="1"/>
              <a:t>gracieux.Ce</a:t>
            </a:r>
            <a:r>
              <a:rPr lang="fr-FR" dirty="0"/>
              <a:t> qui reste à renforcer avant production : un système de rôles multi-niveaux, l'authentification du canal </a:t>
            </a:r>
            <a:r>
              <a:rPr lang="fr-FR" dirty="0" err="1"/>
              <a:t>WebSocket</a:t>
            </a:r>
            <a:r>
              <a:rPr lang="fr-FR" dirty="0"/>
              <a:t>, une rotation régulière des clés API, et un audit des opérations administrateur.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a:extLst>
            <a:ext uri="{FF2B5EF4-FFF2-40B4-BE49-F238E27FC236}">
              <a16:creationId xmlns:a16="http://schemas.microsoft.com/office/drawing/2014/main" id="{DE091729-B0AF-3A3D-AB1C-5C73EEBAAD04}"/>
            </a:ext>
          </a:extLst>
        </p:cNvPr>
        <p:cNvGrpSpPr/>
        <p:nvPr/>
      </p:nvGrpSpPr>
      <p:grpSpPr>
        <a:xfrm>
          <a:off x="0" y="0"/>
          <a:ext cx="0" cy="0"/>
          <a:chOff x="0" y="0"/>
          <a:chExt cx="0" cy="0"/>
        </a:xfrm>
      </p:grpSpPr>
      <p:sp>
        <p:nvSpPr>
          <p:cNvPr id="98" name="Google Shape;98;g93ec8204d7_2_45:notes">
            <a:extLst>
              <a:ext uri="{FF2B5EF4-FFF2-40B4-BE49-F238E27FC236}">
                <a16:creationId xmlns:a16="http://schemas.microsoft.com/office/drawing/2014/main" id="{6A4BFC04-D726-1C39-E348-15E7084D9E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93ec8204d7_2_45:notes">
            <a:extLst>
              <a:ext uri="{FF2B5EF4-FFF2-40B4-BE49-F238E27FC236}">
                <a16:creationId xmlns:a16="http://schemas.microsoft.com/office/drawing/2014/main" id="{07C3869A-BB66-FF29-3230-0EA0EE626C5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978281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Je retiens huit points forts : un workflow complet de bout en bout, une IA multimodale texte-audio-image, le support natif de la darija, WhatsApp comme canal sans friction, le RAG qui ancre les réponses dans le métier réel, un </a:t>
            </a:r>
            <a:r>
              <a:rPr lang="fr-FR" dirty="0" err="1"/>
              <a:t>dashboard</a:t>
            </a:r>
            <a:r>
              <a:rPr lang="fr-FR" dirty="0"/>
              <a:t> Flutter multiplateforme, des alertes doublement sécurisées par FCM et </a:t>
            </a:r>
            <a:r>
              <a:rPr lang="fr-FR" dirty="0" err="1"/>
              <a:t>WebSocket</a:t>
            </a:r>
            <a:r>
              <a:rPr lang="fr-FR" dirty="0"/>
              <a:t>, et des </a:t>
            </a:r>
            <a:r>
              <a:rPr lang="fr-FR" dirty="0" err="1"/>
              <a:t>analytics</a:t>
            </a:r>
            <a:r>
              <a:rPr lang="fr-FR" dirty="0"/>
              <a:t> intégrés dès la conception.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En toute honnêteté, voici les limites actuelles : le backend est monolithique — `main.py` concentre environ 1 000 lignes, ce qui crée un fort couplage. Il manque une suite de tests automatisés backend. Le déploiement est local via </a:t>
            </a:r>
            <a:r>
              <a:rPr lang="fr-FR" dirty="0" err="1"/>
              <a:t>ngrok</a:t>
            </a:r>
            <a:r>
              <a:rPr lang="fr-FR" dirty="0"/>
              <a:t>, sans Docker ni CI/CD. Et le canal </a:t>
            </a:r>
            <a:r>
              <a:rPr lang="fr-FR" dirty="0" err="1"/>
              <a:t>WebSocket</a:t>
            </a:r>
            <a:r>
              <a:rPr lang="fr-FR" dirty="0"/>
              <a:t> n'est pas </a:t>
            </a:r>
            <a:r>
              <a:rPr lang="fr-FR" dirty="0" err="1"/>
              <a:t>authentifié.La</a:t>
            </a:r>
            <a:r>
              <a:rPr lang="fr-FR" dirty="0"/>
              <a:t> feuille de route est claire : conteneurisation Docker, CI/CD, RBAC granulaire, architecture modulaire, monitoring de latence LLM, et évolution vers un **SaaS multi-résidences**.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Le scénario est simple : un résident envoie une réclamation WhatsApp, l'IA la classifie, un ticket est créé avec sa priorité, une alerte FCM est envoyée à l'administrateur, et l'admin traite depuis son </a:t>
            </a:r>
            <a:r>
              <a:rPr lang="fr-FR" dirty="0" err="1"/>
              <a:t>dashboard</a:t>
            </a:r>
            <a:r>
              <a:rPr lang="fr-FR" dirty="0"/>
              <a:t> — **aucune intervention manuelle entre les étapes.**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318E8-D102-1433-F581-50112A2066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3B0F54-E113-DF70-DE05-F234C8816F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B51D08-CBE7-6247-137F-166124F83EAB}"/>
              </a:ext>
            </a:extLst>
          </p:cNvPr>
          <p:cNvSpPr>
            <a:spLocks noGrp="1"/>
          </p:cNvSpPr>
          <p:nvPr>
            <p:ph type="body" idx="1"/>
          </p:nvPr>
        </p:nvSpPr>
        <p:spPr/>
        <p:txBody>
          <a:bodyPr/>
          <a:lstStyle/>
          <a:p>
            <a:r>
              <a:rPr lang="fr-FR" dirty="0"/>
              <a:t>Pour conclure : Smart Syndic est un **MVP avancé et fonctionnel**, qui répond à une vraie problématique métier marocaine. L'architecture — </a:t>
            </a:r>
            <a:r>
              <a:rPr lang="fr-FR" dirty="0" err="1"/>
              <a:t>FastAPI</a:t>
            </a:r>
            <a:r>
              <a:rPr lang="fr-FR" dirty="0"/>
              <a:t>, IA, Flutter, cloud — est cohérente et conçue pour évoluer. La prochaine étape naturelle est de le transformer en **SaaS multi-résidences**, accessible à n'importe quel </a:t>
            </a:r>
            <a:r>
              <a:rPr lang="fr-FR" dirty="0" err="1"/>
              <a:t>syndic.Merci</a:t>
            </a:r>
            <a:r>
              <a:rPr lang="fr-FR" dirty="0"/>
              <a:t> pour votre attention. Je suis à votre disposition pour les questions.</a:t>
            </a:r>
            <a:endParaRPr lang="en-US" dirty="0"/>
          </a:p>
        </p:txBody>
      </p:sp>
      <p:sp>
        <p:nvSpPr>
          <p:cNvPr id="4" name="Slide Number Placeholder 3">
            <a:extLst>
              <a:ext uri="{FF2B5EF4-FFF2-40B4-BE49-F238E27FC236}">
                <a16:creationId xmlns:a16="http://schemas.microsoft.com/office/drawing/2014/main" id="{FE6D664E-EFF4-8A3D-591C-40D520B04EF6}"/>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352297580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54"/>
        <p:cNvGrpSpPr/>
        <p:nvPr/>
      </p:nvGrpSpPr>
      <p:grpSpPr>
        <a:xfrm>
          <a:off x="0" y="0"/>
          <a:ext cx="0" cy="0"/>
          <a:chOff x="0" y="0"/>
          <a:chExt cx="0" cy="0"/>
        </a:xfrm>
      </p:grpSpPr>
      <p:sp>
        <p:nvSpPr>
          <p:cNvPr id="55" name="Google Shape;55;p14"/>
          <p:cNvSpPr txBox="1">
            <a:spLocks noGrp="1"/>
          </p:cNvSpPr>
          <p:nvPr>
            <p:ph type="ctrTitle"/>
          </p:nvPr>
        </p:nvSpPr>
        <p:spPr>
          <a:xfrm>
            <a:off x="4846800" y="548633"/>
            <a:ext cx="6735600" cy="982400"/>
          </a:xfrm>
          <a:prstGeom prst="rect">
            <a:avLst/>
          </a:prstGeom>
        </p:spPr>
        <p:txBody>
          <a:bodyPr spcFirstLastPara="1" wrap="square" lIns="91425" tIns="91425" rIns="91425" bIns="91425" anchor="ctr" anchorCtr="0">
            <a:noAutofit/>
          </a:bodyPr>
          <a:lstStyle>
            <a:lvl1pPr lvl="0" algn="r">
              <a:spcBef>
                <a:spcPts val="0"/>
              </a:spcBef>
              <a:spcAft>
                <a:spcPts val="0"/>
              </a:spcAft>
              <a:buSzPts val="5200"/>
              <a:buNone/>
              <a:defRPr sz="6000">
                <a:latin typeface="Fira Sans Extra Condensed"/>
                <a:ea typeface="Fira Sans Extra Condensed"/>
                <a:cs typeface="Fira Sans Extra Condensed"/>
                <a:sym typeface="Fira Sans Extra Condensed"/>
              </a:defRPr>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endParaRPr/>
          </a:p>
        </p:txBody>
      </p:sp>
      <p:sp>
        <p:nvSpPr>
          <p:cNvPr id="56" name="Google Shape;56;p14"/>
          <p:cNvSpPr txBox="1">
            <a:spLocks noGrp="1"/>
          </p:cNvSpPr>
          <p:nvPr>
            <p:ph type="subTitle" idx="1"/>
          </p:nvPr>
        </p:nvSpPr>
        <p:spPr>
          <a:xfrm>
            <a:off x="7788400" y="1557133"/>
            <a:ext cx="3794000" cy="1393600"/>
          </a:xfrm>
          <a:prstGeom prst="rect">
            <a:avLst/>
          </a:prstGeom>
        </p:spPr>
        <p:txBody>
          <a:bodyPr spcFirstLastPara="1" wrap="square" lIns="91425" tIns="91425" rIns="91425" bIns="91425" anchor="t" anchorCtr="0">
            <a:noAutofit/>
          </a:bodyPr>
          <a:lstStyle>
            <a:lvl1pPr lvl="0" algn="r">
              <a:spcBef>
                <a:spcPts val="0"/>
              </a:spcBef>
              <a:spcAft>
                <a:spcPts val="0"/>
              </a:spcAft>
              <a:buSzPts val="1800"/>
              <a:buNone/>
              <a:defRPr/>
            </a:lvl1pPr>
            <a:lvl2pPr lvl="1">
              <a:spcBef>
                <a:spcPts val="2133"/>
              </a:spcBef>
              <a:spcAft>
                <a:spcPts val="0"/>
              </a:spcAft>
              <a:buSzPts val="1400"/>
              <a:buNone/>
              <a:defRPr/>
            </a:lvl2pPr>
            <a:lvl3pPr lvl="2">
              <a:spcBef>
                <a:spcPts val="2133"/>
              </a:spcBef>
              <a:spcAft>
                <a:spcPts val="0"/>
              </a:spcAft>
              <a:buSzPts val="1400"/>
              <a:buNone/>
              <a:defRPr/>
            </a:lvl3pPr>
            <a:lvl4pPr lvl="3">
              <a:spcBef>
                <a:spcPts val="2133"/>
              </a:spcBef>
              <a:spcAft>
                <a:spcPts val="0"/>
              </a:spcAft>
              <a:buSzPts val="1400"/>
              <a:buNone/>
              <a:defRPr/>
            </a:lvl4pPr>
            <a:lvl5pPr lvl="4">
              <a:spcBef>
                <a:spcPts val="2133"/>
              </a:spcBef>
              <a:spcAft>
                <a:spcPts val="0"/>
              </a:spcAft>
              <a:buSzPts val="1400"/>
              <a:buNone/>
              <a:defRPr/>
            </a:lvl5pPr>
            <a:lvl6pPr lvl="5">
              <a:spcBef>
                <a:spcPts val="2133"/>
              </a:spcBef>
              <a:spcAft>
                <a:spcPts val="0"/>
              </a:spcAft>
              <a:buSzPts val="1400"/>
              <a:buNone/>
              <a:defRPr/>
            </a:lvl6pPr>
            <a:lvl7pPr lvl="6">
              <a:spcBef>
                <a:spcPts val="2133"/>
              </a:spcBef>
              <a:spcAft>
                <a:spcPts val="0"/>
              </a:spcAft>
              <a:buSzPts val="1400"/>
              <a:buNone/>
              <a:defRPr/>
            </a:lvl7pPr>
            <a:lvl8pPr lvl="7">
              <a:spcBef>
                <a:spcPts val="2133"/>
              </a:spcBef>
              <a:spcAft>
                <a:spcPts val="0"/>
              </a:spcAft>
              <a:buSzPts val="1400"/>
              <a:buNone/>
              <a:defRPr/>
            </a:lvl8pPr>
            <a:lvl9pPr lvl="8">
              <a:spcBef>
                <a:spcPts val="2133"/>
              </a:spcBef>
              <a:spcAft>
                <a:spcPts val="2133"/>
              </a:spcAft>
              <a:buSzPts val="1400"/>
              <a:buNone/>
              <a:defRPr/>
            </a:lvl9pPr>
          </a:lstStyle>
          <a:p>
            <a:endParaRPr/>
          </a:p>
        </p:txBody>
      </p:sp>
    </p:spTree>
    <p:extLst>
      <p:ext uri="{BB962C8B-B14F-4D97-AF65-F5344CB8AC3E}">
        <p14:creationId xmlns:p14="http://schemas.microsoft.com/office/powerpoint/2010/main" val="53239921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8.png"/><Relationship Id="rId7"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12"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s>
</file>

<file path=ppt/slides/_rels/slide10.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33.png"/><Relationship Id="rId7" Type="http://schemas.openxmlformats.org/officeDocument/2006/relationships/image" Target="../media/image26.png"/><Relationship Id="rId12" Type="http://schemas.openxmlformats.org/officeDocument/2006/relationships/image" Target="../media/image36.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5.png"/><Relationship Id="rId11" Type="http://schemas.openxmlformats.org/officeDocument/2006/relationships/image" Target="../media/image6.png"/><Relationship Id="rId5" Type="http://schemas.openxmlformats.org/officeDocument/2006/relationships/image" Target="../media/image24.png"/><Relationship Id="rId10" Type="http://schemas.openxmlformats.org/officeDocument/2006/relationships/image" Target="../media/image28.png"/><Relationship Id="rId4" Type="http://schemas.openxmlformats.org/officeDocument/2006/relationships/image" Target="../media/image23.png"/><Relationship Id="rId9" Type="http://schemas.openxmlformats.org/officeDocument/2006/relationships/image" Target="../media/image35.png"/></Relationships>
</file>

<file path=ppt/slides/_rels/slide11.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28.png"/><Relationship Id="rId3" Type="http://schemas.openxmlformats.org/officeDocument/2006/relationships/image" Target="../media/image37.png"/><Relationship Id="rId7" Type="http://schemas.openxmlformats.org/officeDocument/2006/relationships/image" Target="../media/image26.png"/><Relationship Id="rId12" Type="http://schemas.openxmlformats.org/officeDocument/2006/relationships/image" Target="../media/image4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8.png"/><Relationship Id="rId11" Type="http://schemas.openxmlformats.org/officeDocument/2006/relationships/image" Target="../media/image29.png"/><Relationship Id="rId5" Type="http://schemas.openxmlformats.org/officeDocument/2006/relationships/image" Target="../media/image35.png"/><Relationship Id="rId10" Type="http://schemas.openxmlformats.org/officeDocument/2006/relationships/image" Target="../media/image41.png"/><Relationship Id="rId4" Type="http://schemas.openxmlformats.org/officeDocument/2006/relationships/image" Target="../media/image25.png"/><Relationship Id="rId9" Type="http://schemas.openxmlformats.org/officeDocument/2006/relationships/image" Target="../media/image40.png"/><Relationship Id="rId14" Type="http://schemas.openxmlformats.org/officeDocument/2006/relationships/image" Target="../media/image43.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14.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53.png"/><Relationship Id="rId11" Type="http://schemas.openxmlformats.org/officeDocument/2006/relationships/image" Target="../media/image58.png"/><Relationship Id="rId5" Type="http://schemas.openxmlformats.org/officeDocument/2006/relationships/image" Target="../media/image52.png"/><Relationship Id="rId10" Type="http://schemas.openxmlformats.org/officeDocument/2006/relationships/image" Target="../media/image57.png"/><Relationship Id="rId4" Type="http://schemas.openxmlformats.org/officeDocument/2006/relationships/image" Target="../media/image51.png"/><Relationship Id="rId9" Type="http://schemas.openxmlformats.org/officeDocument/2006/relationships/image" Target="../media/image56.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9.png"/><Relationship Id="rId7" Type="http://schemas.openxmlformats.org/officeDocument/2006/relationships/image" Target="../media/image44.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1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65.png"/><Relationship Id="rId7"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19.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20.png"/><Relationship Id="rId7" Type="http://schemas.openxmlformats.org/officeDocument/2006/relationships/image" Target="../media/image72.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71.png"/><Relationship Id="rId5" Type="http://schemas.openxmlformats.org/officeDocument/2006/relationships/image" Target="../media/image15.png"/><Relationship Id="rId4" Type="http://schemas.openxmlformats.org/officeDocument/2006/relationships/image" Target="../media/image70.png"/></Relationships>
</file>

<file path=ppt/slides/_rels/slide20.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8.png"/><Relationship Id="rId7"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20.png"/><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74.png"/><Relationship Id="rId7" Type="http://schemas.openxmlformats.org/officeDocument/2006/relationships/image" Target="../media/image76.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75.png"/><Relationship Id="rId5" Type="http://schemas.openxmlformats.org/officeDocument/2006/relationships/image" Target="../media/image9.png"/><Relationship Id="rId10" Type="http://schemas.openxmlformats.org/officeDocument/2006/relationships/image" Target="../media/image79.png"/><Relationship Id="rId4" Type="http://schemas.openxmlformats.org/officeDocument/2006/relationships/image" Target="../media/image10.png"/><Relationship Id="rId9" Type="http://schemas.openxmlformats.org/officeDocument/2006/relationships/image" Target="../media/image78.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80.png"/><Relationship Id="rId7" Type="http://schemas.openxmlformats.org/officeDocument/2006/relationships/image" Target="../media/image81.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43.png"/><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83.png"/></Relationships>
</file>

<file path=ppt/slides/_rels/slide27.xml.rels><?xml version="1.0" encoding="UTF-8" standalone="yes"?>
<Relationships xmlns="http://schemas.openxmlformats.org/package/2006/relationships"><Relationship Id="rId8" Type="http://schemas.openxmlformats.org/officeDocument/2006/relationships/image" Target="../media/image89.png"/><Relationship Id="rId3" Type="http://schemas.openxmlformats.org/officeDocument/2006/relationships/image" Target="../media/image84.png"/><Relationship Id="rId7" Type="http://schemas.openxmlformats.org/officeDocument/2006/relationships/image" Target="../media/image88.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87.png"/><Relationship Id="rId5" Type="http://schemas.openxmlformats.org/officeDocument/2006/relationships/image" Target="../media/image86.png"/><Relationship Id="rId10" Type="http://schemas.openxmlformats.org/officeDocument/2006/relationships/image" Target="../media/image80.png"/><Relationship Id="rId4" Type="http://schemas.openxmlformats.org/officeDocument/2006/relationships/image" Target="../media/image85.png"/><Relationship Id="rId9" Type="http://schemas.openxmlformats.org/officeDocument/2006/relationships/image" Target="../media/image90.png"/></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91.png"/><Relationship Id="rId7" Type="http://schemas.openxmlformats.org/officeDocument/2006/relationships/image" Target="../media/image34.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93.png"/><Relationship Id="rId10" Type="http://schemas.openxmlformats.org/officeDocument/2006/relationships/image" Target="../media/image95.png"/><Relationship Id="rId4" Type="http://schemas.openxmlformats.org/officeDocument/2006/relationships/image" Target="../media/image92.png"/><Relationship Id="rId9" Type="http://schemas.openxmlformats.org/officeDocument/2006/relationships/image" Target="../media/image94.png"/></Relationships>
</file>

<file path=ppt/slides/_rels/slide30.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97.png"/></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6.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94.png"/><Relationship Id="rId5" Type="http://schemas.openxmlformats.org/officeDocument/2006/relationships/image" Target="../media/image98.png"/><Relationship Id="rId4" Type="http://schemas.openxmlformats.org/officeDocument/2006/relationships/image" Target="../media/image26.png"/></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101.png"/><Relationship Id="rId5" Type="http://schemas.openxmlformats.org/officeDocument/2006/relationships/image" Target="../media/image100.png"/><Relationship Id="rId4" Type="http://schemas.openxmlformats.org/officeDocument/2006/relationships/image" Target="../media/image99.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5" name="Google Shape;105;p27"/>
          <p:cNvSpPr/>
          <p:nvPr/>
        </p:nvSpPr>
        <p:spPr>
          <a:xfrm rot="5400000">
            <a:off x="1652259" y="-1666129"/>
            <a:ext cx="5220048" cy="8524571"/>
          </a:xfrm>
          <a:prstGeom prst="triangle">
            <a:avLst>
              <a:gd name="adj" fmla="val 50411"/>
            </a:avLst>
          </a:prstGeom>
          <a:solidFill>
            <a:schemeClr val="accent1">
              <a:lumMod val="75000"/>
            </a:schemeClr>
          </a:solidFill>
          <a:ln/>
        </p:spPr>
        <p:style>
          <a:lnRef idx="2">
            <a:schemeClr val="accent1"/>
          </a:lnRef>
          <a:fillRef idx="1">
            <a:schemeClr val="lt1"/>
          </a:fillRef>
          <a:effectRef idx="0">
            <a:schemeClr val="accent1"/>
          </a:effectRef>
          <a:fontRef idx="minor">
            <a:schemeClr val="dk1"/>
          </a:fontRef>
        </p:style>
        <p:txBody>
          <a:bodyPr spcFirstLastPara="1" wrap="square" lIns="121900" tIns="121900" rIns="121900" bIns="121900" anchor="ctr" anchorCtr="0">
            <a:noAutofit/>
          </a:bodyPr>
          <a:lstStyle/>
          <a:p>
            <a:endParaRPr sz="2400"/>
          </a:p>
        </p:txBody>
      </p:sp>
      <p:sp>
        <p:nvSpPr>
          <p:cNvPr id="2" name="Google Shape;105;p27">
            <a:extLst>
              <a:ext uri="{FF2B5EF4-FFF2-40B4-BE49-F238E27FC236}">
                <a16:creationId xmlns:a16="http://schemas.microsoft.com/office/drawing/2014/main" id="{CD7C4ED1-8A0C-0FFA-8946-5BB9DD1890D5}"/>
              </a:ext>
            </a:extLst>
          </p:cNvPr>
          <p:cNvSpPr/>
          <p:nvPr/>
        </p:nvSpPr>
        <p:spPr>
          <a:xfrm rot="16200000">
            <a:off x="5137501" y="-182043"/>
            <a:ext cx="5692586" cy="8416413"/>
          </a:xfrm>
          <a:prstGeom prst="triangle">
            <a:avLst>
              <a:gd name="adj" fmla="val 50411"/>
            </a:avLst>
          </a:prstGeom>
          <a:solidFill>
            <a:schemeClr val="accent1">
              <a:lumMod val="75000"/>
            </a:schemeClr>
          </a:solidFill>
          <a:ln>
            <a:solidFill>
              <a:schemeClr val="accent1"/>
            </a:solidFill>
          </a:ln>
        </p:spPr>
        <p:txBody>
          <a:bodyPr spcFirstLastPara="1" wrap="square" lIns="121900" tIns="121900" rIns="121900" bIns="121900" anchor="ctr" anchorCtr="0">
            <a:noAutofit/>
          </a:bodyPr>
          <a:lstStyle/>
          <a:p>
            <a:endParaRPr sz="24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a:extLst>
            <a:ext uri="{FF2B5EF4-FFF2-40B4-BE49-F238E27FC236}">
              <a16:creationId xmlns:a16="http://schemas.microsoft.com/office/drawing/2014/main" id="{321118BD-D522-B2DD-BF8A-4700F9925D02}"/>
            </a:ext>
          </a:extLst>
        </p:cNvPr>
        <p:cNvGrpSpPr/>
        <p:nvPr/>
      </p:nvGrpSpPr>
      <p:grpSpPr>
        <a:xfrm>
          <a:off x="0" y="0"/>
          <a:ext cx="0" cy="0"/>
          <a:chOff x="0" y="0"/>
          <a:chExt cx="0" cy="0"/>
        </a:xfrm>
      </p:grpSpPr>
      <p:sp>
        <p:nvSpPr>
          <p:cNvPr id="105" name="Google Shape;105;p27">
            <a:extLst>
              <a:ext uri="{FF2B5EF4-FFF2-40B4-BE49-F238E27FC236}">
                <a16:creationId xmlns:a16="http://schemas.microsoft.com/office/drawing/2014/main" id="{1709137C-1AEB-20BE-CA2A-DB176C0AC2BB}"/>
              </a:ext>
            </a:extLst>
          </p:cNvPr>
          <p:cNvSpPr/>
          <p:nvPr/>
        </p:nvSpPr>
        <p:spPr>
          <a:xfrm rot="5400000">
            <a:off x="-660076" y="646210"/>
            <a:ext cx="2201895" cy="881743"/>
          </a:xfrm>
          <a:prstGeom prst="triangle">
            <a:avLst>
              <a:gd name="adj" fmla="val 50411"/>
            </a:avLst>
          </a:prstGeom>
          <a:solidFill>
            <a:schemeClr val="accent1">
              <a:lumMod val="75000"/>
            </a:schemeClr>
          </a:solidFill>
          <a:ln/>
        </p:spPr>
        <p:style>
          <a:lnRef idx="2">
            <a:schemeClr val="accent1"/>
          </a:lnRef>
          <a:fillRef idx="1">
            <a:schemeClr val="lt1"/>
          </a:fillRef>
          <a:effectRef idx="0">
            <a:schemeClr val="accent1"/>
          </a:effectRef>
          <a:fontRef idx="minor">
            <a:schemeClr val="dk1"/>
          </a:fontRef>
        </p:style>
        <p:txBody>
          <a:bodyPr spcFirstLastPara="1" wrap="square" lIns="121900" tIns="121900" rIns="121900" bIns="121900" anchor="ctr" anchorCtr="0">
            <a:noAutofit/>
          </a:bodyPr>
          <a:lstStyle/>
          <a:p>
            <a:endParaRPr sz="2400"/>
          </a:p>
        </p:txBody>
      </p:sp>
      <p:sp>
        <p:nvSpPr>
          <p:cNvPr id="2" name="Google Shape;105;p27">
            <a:extLst>
              <a:ext uri="{FF2B5EF4-FFF2-40B4-BE49-F238E27FC236}">
                <a16:creationId xmlns:a16="http://schemas.microsoft.com/office/drawing/2014/main" id="{6C0E1C2A-8128-1292-94A1-3635AC2EE631}"/>
              </a:ext>
            </a:extLst>
          </p:cNvPr>
          <p:cNvSpPr/>
          <p:nvPr/>
        </p:nvSpPr>
        <p:spPr>
          <a:xfrm rot="16200000">
            <a:off x="10650181" y="5330638"/>
            <a:ext cx="2201895" cy="881743"/>
          </a:xfrm>
          <a:prstGeom prst="triangle">
            <a:avLst>
              <a:gd name="adj" fmla="val 50411"/>
            </a:avLst>
          </a:prstGeom>
          <a:solidFill>
            <a:schemeClr val="accent1">
              <a:lumMod val="75000"/>
            </a:schemeClr>
          </a:solidFill>
          <a:ln>
            <a:solidFill>
              <a:schemeClr val="accent1"/>
            </a:solidFill>
          </a:ln>
        </p:spPr>
        <p:txBody>
          <a:bodyPr spcFirstLastPara="1" wrap="square" lIns="121900" tIns="121900" rIns="121900" bIns="121900" anchor="ctr" anchorCtr="0">
            <a:noAutofit/>
          </a:bodyPr>
          <a:lstStyle/>
          <a:p>
            <a:endParaRPr sz="2400"/>
          </a:p>
        </p:txBody>
      </p:sp>
      <p:pic>
        <p:nvPicPr>
          <p:cNvPr id="19" name="Image 18">
            <a:extLst>
              <a:ext uri="{FF2B5EF4-FFF2-40B4-BE49-F238E27FC236}">
                <a16:creationId xmlns:a16="http://schemas.microsoft.com/office/drawing/2014/main" id="{2EF4557D-744B-F736-E34C-DE5838FF037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60396" y="140981"/>
            <a:ext cx="6770793" cy="1303020"/>
          </a:xfrm>
          <a:prstGeom prst="rect">
            <a:avLst/>
          </a:prstGeom>
          <a:noFill/>
          <a:ln>
            <a:noFill/>
          </a:ln>
        </p:spPr>
      </p:pic>
      <p:sp>
        <p:nvSpPr>
          <p:cNvPr id="21" name="Text 3">
            <a:extLst>
              <a:ext uri="{FF2B5EF4-FFF2-40B4-BE49-F238E27FC236}">
                <a16:creationId xmlns:a16="http://schemas.microsoft.com/office/drawing/2014/main" id="{E45919A1-F79F-15B1-9529-DF96A1990900}"/>
              </a:ext>
            </a:extLst>
          </p:cNvPr>
          <p:cNvSpPr/>
          <p:nvPr/>
        </p:nvSpPr>
        <p:spPr>
          <a:xfrm>
            <a:off x="1045030" y="2523851"/>
            <a:ext cx="10363200" cy="1433453"/>
          </a:xfrm>
          <a:prstGeom prst="rect">
            <a:avLst/>
          </a:prstGeom>
          <a:noFill/>
          <a:ln/>
        </p:spPr>
        <p:txBody>
          <a:bodyPr wrap="square" lIns="0" tIns="0" rIns="0" bIns="0" rtlCol="0" anchor="ctr"/>
          <a:lstStyle/>
          <a:p>
            <a:pPr algn="ctr"/>
            <a:r>
              <a:rPr lang="fr-FR" sz="2800" b="1" kern="100" dirty="0">
                <a:solidFill>
                  <a:schemeClr val="accent1">
                    <a:lumMod val="75000"/>
                  </a:schemeClr>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SMART SYNDIC</a:t>
            </a:r>
            <a:br>
              <a:rPr lang="fr-FR" sz="2000" b="1" kern="100" dirty="0">
                <a:solidFill>
                  <a:schemeClr val="tx1">
                    <a:lumMod val="90000"/>
                    <a:lumOff val="10000"/>
                  </a:schemeClr>
                </a:solidFill>
                <a:effectLst>
                  <a:outerShdw blurRad="38100" dist="38100" dir="2700000" algn="tl">
                    <a:srgbClr val="000000">
                      <a:alpha val="43137"/>
                    </a:srgbClr>
                  </a:outerShdw>
                </a:effectLst>
                <a:latin typeface="Times New Roman" panose="02020603050405020304" pitchFamily="18" charset="0"/>
                <a:ea typeface="Cambria" panose="020B0004020202020204" pitchFamily="34" charset="0"/>
                <a:cs typeface="Arial" panose="020B0604020202020204" pitchFamily="34" charset="0"/>
              </a:rPr>
            </a:br>
            <a:r>
              <a:rPr lang="fr-FR" sz="2200" dirty="0">
                <a:effectLst>
                  <a:outerShdw blurRad="38100" dist="38100" dir="2700000" algn="tl">
                    <a:srgbClr val="000000">
                      <a:alpha val="43137"/>
                    </a:srgbClr>
                  </a:outerShdw>
                </a:effectLst>
                <a:latin typeface="Times New Roman" panose="02020603050405020304" pitchFamily="18" charset="0"/>
                <a:ea typeface="Tahoma" panose="020B0604030504040204" pitchFamily="34" charset="0"/>
                <a:cs typeface="Times New Roman" panose="02020603050405020304" pitchFamily="18" charset="0"/>
              </a:rPr>
              <a:t>Conception et réalisation d'une plateforme intelligente de gestion Des réclamations résidentielles via WhatsApp, RAG Et Intelligence Artificielle Générative</a:t>
            </a:r>
          </a:p>
        </p:txBody>
      </p:sp>
      <p:sp>
        <p:nvSpPr>
          <p:cNvPr id="23" name="Text 3">
            <a:extLst>
              <a:ext uri="{FF2B5EF4-FFF2-40B4-BE49-F238E27FC236}">
                <a16:creationId xmlns:a16="http://schemas.microsoft.com/office/drawing/2014/main" id="{898832F9-C6D0-7321-33BD-E576C99CD97E}"/>
              </a:ext>
            </a:extLst>
          </p:cNvPr>
          <p:cNvSpPr/>
          <p:nvPr/>
        </p:nvSpPr>
        <p:spPr>
          <a:xfrm>
            <a:off x="686897" y="1387372"/>
            <a:ext cx="10839980" cy="720439"/>
          </a:xfrm>
          <a:prstGeom prst="rect">
            <a:avLst/>
          </a:prstGeom>
          <a:noFill/>
          <a:ln/>
        </p:spPr>
        <p:txBody>
          <a:bodyPr wrap="square" lIns="0" tIns="0" rIns="0" bIns="0" rtlCol="0" anchor="ctr"/>
          <a:lstStyle/>
          <a:p>
            <a:pPr algn="ctr">
              <a:lnSpc>
                <a:spcPct val="115000"/>
              </a:lnSpc>
              <a:spcAft>
                <a:spcPts val="1067"/>
              </a:spcAft>
            </a:pPr>
            <a:r>
              <a:rPr lang="fr-FR" b="1" kern="100" dirty="0">
                <a:solidFill>
                  <a:schemeClr val="tx1">
                    <a:lumMod val="90000"/>
                    <a:lumOff val="10000"/>
                  </a:schemeClr>
                </a:solidFill>
                <a:effectLst>
                  <a:outerShdw blurRad="38100" dist="38100" dir="2700000" algn="tl">
                    <a:srgbClr val="000000">
                      <a:alpha val="43137"/>
                    </a:srgbClr>
                  </a:outerShdw>
                </a:effectLst>
                <a:latin typeface="Times New Roman" panose="02020603050405020304" pitchFamily="18" charset="0"/>
                <a:ea typeface="Cambria" panose="020B0004020202020204" pitchFamily="34" charset="0"/>
                <a:cs typeface="Arial" panose="020B0604020202020204" pitchFamily="34" charset="0"/>
              </a:rPr>
              <a:t>Mémoire de fin d’études</a:t>
            </a:r>
          </a:p>
          <a:p>
            <a:pPr algn="ctr">
              <a:lnSpc>
                <a:spcPct val="115000"/>
              </a:lnSpc>
              <a:spcAft>
                <a:spcPts val="1067"/>
              </a:spcAft>
            </a:pPr>
            <a:r>
              <a:rPr lang="fr-FR" b="1" kern="100" dirty="0">
                <a:solidFill>
                  <a:schemeClr val="tx1">
                    <a:lumMod val="90000"/>
                    <a:lumOff val="10000"/>
                  </a:schemeClr>
                </a:solidFill>
                <a:effectLst>
                  <a:outerShdw blurRad="38100" dist="38100" dir="2700000" algn="tl">
                    <a:srgbClr val="000000">
                      <a:alpha val="43137"/>
                    </a:srgbClr>
                  </a:outerShdw>
                </a:effectLst>
                <a:latin typeface="Times New Roman" panose="02020603050405020304" pitchFamily="18" charset="0"/>
                <a:ea typeface="Cambria" panose="020B0004020202020204" pitchFamily="34" charset="0"/>
                <a:cs typeface="Arial" panose="020B0604020202020204" pitchFamily="34" charset="0"/>
              </a:rPr>
              <a:t>Présenté pour l’obtention du diplôme de Master Big Data &amp; Systèmes Intelligents</a:t>
            </a:r>
          </a:p>
        </p:txBody>
      </p:sp>
      <p:sp>
        <p:nvSpPr>
          <p:cNvPr id="24" name="Rectangle : coins arrondis 23">
            <a:extLst>
              <a:ext uri="{FF2B5EF4-FFF2-40B4-BE49-F238E27FC236}">
                <a16:creationId xmlns:a16="http://schemas.microsoft.com/office/drawing/2014/main" id="{B832A16B-8918-E249-A374-5506171C7B5D}"/>
              </a:ext>
            </a:extLst>
          </p:cNvPr>
          <p:cNvSpPr/>
          <p:nvPr/>
        </p:nvSpPr>
        <p:spPr>
          <a:xfrm>
            <a:off x="5494051" y="2299000"/>
            <a:ext cx="1259525" cy="361733"/>
          </a:xfrm>
          <a:prstGeom prst="roundRect">
            <a:avLst/>
          </a:prstGeom>
          <a:solidFill>
            <a:schemeClr val="accent1">
              <a:lumMod val="75000"/>
            </a:schemeClr>
          </a:solidFill>
          <a:ln>
            <a:solidFill>
              <a:schemeClr val="accent1"/>
            </a:solidFill>
          </a:ln>
        </p:spPr>
        <p:style>
          <a:lnRef idx="3">
            <a:schemeClr val="lt1"/>
          </a:lnRef>
          <a:fillRef idx="1">
            <a:schemeClr val="accent2"/>
          </a:fillRef>
          <a:effectRef idx="1">
            <a:schemeClr val="accent2"/>
          </a:effectRef>
          <a:fontRef idx="minor">
            <a:schemeClr val="lt1"/>
          </a:fontRef>
        </p:style>
        <p:txBody>
          <a:bodyPr rtlCol="0" anchor="ctr"/>
          <a:lstStyle/>
          <a:p>
            <a:pPr algn="ctr"/>
            <a:r>
              <a:rPr lang="fr-FR" sz="2400" b="1" dirty="0">
                <a:effectLst>
                  <a:outerShdw blurRad="38100" dist="38100" dir="2700000" algn="tl">
                    <a:srgbClr val="000000">
                      <a:alpha val="43137"/>
                    </a:srgbClr>
                  </a:outerShdw>
                </a:effectLst>
              </a:rPr>
              <a:t>Intitulé</a:t>
            </a:r>
          </a:p>
        </p:txBody>
      </p:sp>
      <p:cxnSp>
        <p:nvCxnSpPr>
          <p:cNvPr id="25" name="Connecteur droit 24">
            <a:extLst>
              <a:ext uri="{FF2B5EF4-FFF2-40B4-BE49-F238E27FC236}">
                <a16:creationId xmlns:a16="http://schemas.microsoft.com/office/drawing/2014/main" id="{4A1BAD78-9E2D-55DA-9854-0E4915D43718}"/>
              </a:ext>
            </a:extLst>
          </p:cNvPr>
          <p:cNvCxnSpPr/>
          <p:nvPr/>
        </p:nvCxnSpPr>
        <p:spPr>
          <a:xfrm>
            <a:off x="1562187" y="1350276"/>
            <a:ext cx="9577236" cy="0"/>
          </a:xfrm>
          <a:prstGeom prst="line">
            <a:avLst/>
          </a:prstGeom>
          <a:ln/>
        </p:spPr>
        <p:style>
          <a:lnRef idx="3">
            <a:schemeClr val="accent1"/>
          </a:lnRef>
          <a:fillRef idx="0">
            <a:schemeClr val="accent1"/>
          </a:fillRef>
          <a:effectRef idx="2">
            <a:schemeClr val="accent1"/>
          </a:effectRef>
          <a:fontRef idx="minor">
            <a:schemeClr val="tx1"/>
          </a:fontRef>
        </p:style>
      </p:cxnSp>
      <p:cxnSp>
        <p:nvCxnSpPr>
          <p:cNvPr id="26" name="Connecteur droit 25">
            <a:extLst>
              <a:ext uri="{FF2B5EF4-FFF2-40B4-BE49-F238E27FC236}">
                <a16:creationId xmlns:a16="http://schemas.microsoft.com/office/drawing/2014/main" id="{D4D4A1A8-9645-8EF6-8ABD-27B1E73194CE}"/>
              </a:ext>
            </a:extLst>
          </p:cNvPr>
          <p:cNvCxnSpPr>
            <a:cxnSpLocks/>
          </p:cNvCxnSpPr>
          <p:nvPr/>
        </p:nvCxnSpPr>
        <p:spPr>
          <a:xfrm>
            <a:off x="626490" y="2479866"/>
            <a:ext cx="4812856" cy="0"/>
          </a:xfrm>
          <a:prstGeom prst="line">
            <a:avLst/>
          </a:prstGeom>
          <a:ln/>
        </p:spPr>
        <p:style>
          <a:lnRef idx="3">
            <a:schemeClr val="accent1"/>
          </a:lnRef>
          <a:fillRef idx="0">
            <a:schemeClr val="accent1"/>
          </a:fillRef>
          <a:effectRef idx="2">
            <a:schemeClr val="accent1"/>
          </a:effectRef>
          <a:fontRef idx="minor">
            <a:schemeClr val="tx1"/>
          </a:fontRef>
        </p:style>
      </p:cxnSp>
      <p:cxnSp>
        <p:nvCxnSpPr>
          <p:cNvPr id="27" name="Connecteur droit 26">
            <a:extLst>
              <a:ext uri="{FF2B5EF4-FFF2-40B4-BE49-F238E27FC236}">
                <a16:creationId xmlns:a16="http://schemas.microsoft.com/office/drawing/2014/main" id="{F3AEDFB8-549E-E4C8-E8FD-04C5B42D874D}"/>
              </a:ext>
            </a:extLst>
          </p:cNvPr>
          <p:cNvCxnSpPr>
            <a:cxnSpLocks/>
          </p:cNvCxnSpPr>
          <p:nvPr/>
        </p:nvCxnSpPr>
        <p:spPr>
          <a:xfrm>
            <a:off x="6787056" y="2479866"/>
            <a:ext cx="4812856" cy="0"/>
          </a:xfrm>
          <a:prstGeom prst="line">
            <a:avLst/>
          </a:prstGeom>
          <a:ln/>
        </p:spPr>
        <p:style>
          <a:lnRef idx="3">
            <a:schemeClr val="accent1"/>
          </a:lnRef>
          <a:fillRef idx="0">
            <a:schemeClr val="accent1"/>
          </a:fillRef>
          <a:effectRef idx="2">
            <a:schemeClr val="accent1"/>
          </a:effectRef>
          <a:fontRef idx="minor">
            <a:schemeClr val="tx1"/>
          </a:fontRef>
        </p:style>
      </p:cxnSp>
      <p:sp>
        <p:nvSpPr>
          <p:cNvPr id="29" name="Google Shape;341;p30">
            <a:extLst>
              <a:ext uri="{FF2B5EF4-FFF2-40B4-BE49-F238E27FC236}">
                <a16:creationId xmlns:a16="http://schemas.microsoft.com/office/drawing/2014/main" id="{2FD9C9C4-BB6B-AFCF-2F55-84090480F9BD}"/>
              </a:ext>
            </a:extLst>
          </p:cNvPr>
          <p:cNvSpPr txBox="1">
            <a:spLocks/>
          </p:cNvSpPr>
          <p:nvPr/>
        </p:nvSpPr>
        <p:spPr>
          <a:xfrm>
            <a:off x="575550" y="4270592"/>
            <a:ext cx="3982065" cy="617625"/>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04800" algn="r" rtl="0">
              <a:lnSpc>
                <a:spcPct val="100000"/>
              </a:lnSpc>
              <a:spcBef>
                <a:spcPts val="0"/>
              </a:spcBef>
              <a:spcAft>
                <a:spcPts val="0"/>
              </a:spcAft>
              <a:buClr>
                <a:schemeClr val="dk1"/>
              </a:buClr>
              <a:buSzPts val="1200"/>
              <a:buFont typeface="Calibri"/>
              <a:buNone/>
              <a:defRPr sz="1400" b="0" i="0" u="none" strike="noStrike" cap="none">
                <a:solidFill>
                  <a:schemeClr val="dk1"/>
                </a:solidFill>
                <a:latin typeface="Calibri"/>
                <a:ea typeface="Calibri"/>
                <a:cs typeface="Calibri"/>
                <a:sym typeface="Calibri"/>
              </a:defRPr>
            </a:lvl1pPr>
            <a:lvl2pPr marL="914400" marR="0" lvl="1" indent="-304800" algn="ct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1371600" marR="0" lvl="2" indent="-304800" algn="ct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1828800" marR="0" lvl="3" indent="-304800" algn="ct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2286000" marR="0" lvl="4" indent="-304800" algn="ct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2743200" marR="0" lvl="5" indent="-304800" algn="ct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3200400" marR="0" lvl="6" indent="-304800" algn="ct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3657600" marR="0" lvl="7" indent="-304800" algn="ct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4114800" marR="0" lvl="8" indent="-304800" algn="ct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indent="0" algn="l"/>
            <a:r>
              <a:rPr lang="en-US" sz="1867" b="1" dirty="0" err="1">
                <a:solidFill>
                  <a:schemeClr val="tx1"/>
                </a:solidFill>
                <a:latin typeface="Calibri" pitchFamily="34" charset="0"/>
                <a:ea typeface="Calibri" pitchFamily="34" charset="-122"/>
                <a:cs typeface="Calibri" pitchFamily="34" charset="-120"/>
              </a:rPr>
              <a:t>Présenté</a:t>
            </a:r>
            <a:r>
              <a:rPr lang="en-US" sz="1867" b="1" dirty="0">
                <a:solidFill>
                  <a:schemeClr val="tx1"/>
                </a:solidFill>
                <a:latin typeface="Calibri" pitchFamily="34" charset="0"/>
                <a:ea typeface="Calibri" pitchFamily="34" charset="-122"/>
                <a:cs typeface="Calibri" pitchFamily="34" charset="-120"/>
              </a:rPr>
              <a:t> par </a:t>
            </a:r>
            <a:r>
              <a:rPr lang="en-US" sz="1867" b="1" dirty="0">
                <a:solidFill>
                  <a:schemeClr val="accent1">
                    <a:lumMod val="75000"/>
                  </a:schemeClr>
                </a:solidFill>
                <a:latin typeface="Calibri" pitchFamily="34" charset="0"/>
                <a:ea typeface="Calibri" pitchFamily="34" charset="-122"/>
                <a:cs typeface="Calibri" pitchFamily="34" charset="-120"/>
              </a:rPr>
              <a:t>: BEN-CHEIKH Mustapha</a:t>
            </a:r>
          </a:p>
          <a:p>
            <a:pPr marL="0" indent="0" algn="ctr"/>
            <a:endParaRPr lang="en-US" sz="1867" b="1" dirty="0">
              <a:solidFill>
                <a:schemeClr val="bg2"/>
              </a:solidFill>
            </a:endParaRPr>
          </a:p>
        </p:txBody>
      </p:sp>
      <p:cxnSp>
        <p:nvCxnSpPr>
          <p:cNvPr id="30" name="Connecteur droit 29">
            <a:extLst>
              <a:ext uri="{FF2B5EF4-FFF2-40B4-BE49-F238E27FC236}">
                <a16:creationId xmlns:a16="http://schemas.microsoft.com/office/drawing/2014/main" id="{BA412540-22B9-E183-2F75-83E965B8E835}"/>
              </a:ext>
            </a:extLst>
          </p:cNvPr>
          <p:cNvCxnSpPr>
            <a:cxnSpLocks/>
          </p:cNvCxnSpPr>
          <p:nvPr/>
        </p:nvCxnSpPr>
        <p:spPr>
          <a:xfrm>
            <a:off x="3717385" y="6644680"/>
            <a:ext cx="4812856" cy="0"/>
          </a:xfrm>
          <a:prstGeom prst="line">
            <a:avLst/>
          </a:prstGeom>
          <a:ln/>
        </p:spPr>
        <p:style>
          <a:lnRef idx="3">
            <a:schemeClr val="accent1"/>
          </a:lnRef>
          <a:fillRef idx="0">
            <a:schemeClr val="accent1"/>
          </a:fillRef>
          <a:effectRef idx="2">
            <a:schemeClr val="accent1"/>
          </a:effectRef>
          <a:fontRef idx="minor">
            <a:schemeClr val="tx1"/>
          </a:fontRef>
        </p:style>
      </p:cxnSp>
      <p:pic>
        <p:nvPicPr>
          <p:cNvPr id="4" name="Image 3">
            <a:extLst>
              <a:ext uri="{FF2B5EF4-FFF2-40B4-BE49-F238E27FC236}">
                <a16:creationId xmlns:a16="http://schemas.microsoft.com/office/drawing/2014/main" id="{11C8161A-3BAA-4B16-259B-A0788B9C5DF5}"/>
              </a:ext>
            </a:extLst>
          </p:cNvPr>
          <p:cNvPicPr>
            <a:picLocks noChangeAspect="1"/>
          </p:cNvPicPr>
          <p:nvPr/>
        </p:nvPicPr>
        <p:blipFill>
          <a:blip r:embed="rId4"/>
          <a:stretch>
            <a:fillRect/>
          </a:stretch>
        </p:blipFill>
        <p:spPr>
          <a:xfrm>
            <a:off x="10629813" y="-248615"/>
            <a:ext cx="1826167" cy="1826167"/>
          </a:xfrm>
          <a:prstGeom prst="rect">
            <a:avLst/>
          </a:prstGeom>
        </p:spPr>
      </p:pic>
      <p:sp>
        <p:nvSpPr>
          <p:cNvPr id="6" name="ZoneTexte 5">
            <a:extLst>
              <a:ext uri="{FF2B5EF4-FFF2-40B4-BE49-F238E27FC236}">
                <a16:creationId xmlns:a16="http://schemas.microsoft.com/office/drawing/2014/main" id="{A7287340-EB34-3EC4-FDF8-EE829BE34585}"/>
              </a:ext>
            </a:extLst>
          </p:cNvPr>
          <p:cNvSpPr txBox="1"/>
          <p:nvPr/>
        </p:nvSpPr>
        <p:spPr>
          <a:xfrm>
            <a:off x="2830196" y="6275348"/>
            <a:ext cx="6231192" cy="369332"/>
          </a:xfrm>
          <a:prstGeom prst="rect">
            <a:avLst/>
          </a:prstGeom>
          <a:noFill/>
        </p:spPr>
        <p:txBody>
          <a:bodyPr wrap="square">
            <a:spAutoFit/>
          </a:bodyPr>
          <a:lstStyle/>
          <a:p>
            <a:pPr marL="0" indent="0" algn="ctr"/>
            <a:r>
              <a:rPr lang="en-US" sz="1800" b="1" dirty="0">
                <a:solidFill>
                  <a:schemeClr val="accent1">
                    <a:lumMod val="75000"/>
                  </a:schemeClr>
                </a:solidFill>
              </a:rPr>
              <a:t>Année Universitaire : </a:t>
            </a:r>
            <a:r>
              <a:rPr lang="en-US" sz="1800" b="1" dirty="0">
                <a:solidFill>
                  <a:schemeClr val="tx1"/>
                </a:solidFill>
              </a:rPr>
              <a:t>2025 / 2026</a:t>
            </a:r>
          </a:p>
        </p:txBody>
      </p:sp>
      <p:sp>
        <p:nvSpPr>
          <p:cNvPr id="8" name="ZoneTexte 7">
            <a:extLst>
              <a:ext uri="{FF2B5EF4-FFF2-40B4-BE49-F238E27FC236}">
                <a16:creationId xmlns:a16="http://schemas.microsoft.com/office/drawing/2014/main" id="{172B38CF-649D-FDE3-9494-2A2FB957A8D9}"/>
              </a:ext>
            </a:extLst>
          </p:cNvPr>
          <p:cNvSpPr txBox="1"/>
          <p:nvPr/>
        </p:nvSpPr>
        <p:spPr>
          <a:xfrm>
            <a:off x="575550" y="5025624"/>
            <a:ext cx="6245942" cy="656655"/>
          </a:xfrm>
          <a:prstGeom prst="rect">
            <a:avLst/>
          </a:prstGeom>
          <a:noFill/>
        </p:spPr>
        <p:txBody>
          <a:bodyPr wrap="square">
            <a:spAutoFit/>
          </a:bodyPr>
          <a:lstStyle/>
          <a:p>
            <a:r>
              <a:rPr lang="en-US" sz="1800" b="1" dirty="0">
                <a:solidFill>
                  <a:schemeClr val="tx1"/>
                </a:solidFill>
                <a:latin typeface="Calibri" pitchFamily="34" charset="0"/>
                <a:ea typeface="Calibri" pitchFamily="34" charset="-122"/>
                <a:cs typeface="Calibri" pitchFamily="34" charset="-120"/>
              </a:rPr>
              <a:t> </a:t>
            </a:r>
            <a:r>
              <a:rPr lang="en-US" sz="1800" b="1" dirty="0" err="1">
                <a:solidFill>
                  <a:schemeClr val="tx1"/>
                </a:solidFill>
                <a:latin typeface="Calibri" pitchFamily="34" charset="0"/>
                <a:ea typeface="Calibri" pitchFamily="34" charset="-122"/>
                <a:cs typeface="Calibri" pitchFamily="34" charset="-120"/>
              </a:rPr>
              <a:t>Encadré</a:t>
            </a:r>
            <a:r>
              <a:rPr lang="en-US" sz="1800" b="1" dirty="0">
                <a:solidFill>
                  <a:schemeClr val="tx1"/>
                </a:solidFill>
                <a:latin typeface="Calibri" pitchFamily="34" charset="0"/>
                <a:ea typeface="Calibri" pitchFamily="34" charset="-122"/>
                <a:cs typeface="Calibri" pitchFamily="34" charset="-120"/>
              </a:rPr>
              <a:t> par  </a:t>
            </a:r>
            <a:r>
              <a:rPr lang="en-US" b="1" dirty="0">
                <a:solidFill>
                  <a:schemeClr val="accent1">
                    <a:lumMod val="75000"/>
                  </a:schemeClr>
                </a:solidFill>
                <a:latin typeface="Calibri" pitchFamily="34" charset="0"/>
                <a:ea typeface="Calibri" pitchFamily="34" charset="-122"/>
                <a:cs typeface="Calibri" pitchFamily="34" charset="-120"/>
              </a:rPr>
              <a:t>:</a:t>
            </a:r>
            <a:r>
              <a:rPr lang="en-US" sz="1800" b="1" dirty="0">
                <a:solidFill>
                  <a:schemeClr val="bg2"/>
                </a:solidFill>
                <a:latin typeface="Calibri" pitchFamily="34" charset="0"/>
                <a:ea typeface="Calibri" pitchFamily="34" charset="-122"/>
                <a:cs typeface="Calibri" pitchFamily="34" charset="-120"/>
              </a:rPr>
              <a:t> </a:t>
            </a:r>
            <a:r>
              <a:rPr lang="en-US" sz="1800" b="1" dirty="0" err="1">
                <a:solidFill>
                  <a:schemeClr val="accent1">
                    <a:lumMod val="75000"/>
                  </a:schemeClr>
                </a:solidFill>
                <a:latin typeface="Calibri" pitchFamily="34" charset="0"/>
                <a:ea typeface="Calibri" pitchFamily="34" charset="-122"/>
                <a:cs typeface="Calibri" pitchFamily="34" charset="-120"/>
              </a:rPr>
              <a:t>Pr</a:t>
            </a:r>
            <a:r>
              <a:rPr lang="en-US" sz="1800" b="1" dirty="0">
                <a:solidFill>
                  <a:schemeClr val="accent1">
                    <a:lumMod val="75000"/>
                  </a:schemeClr>
                </a:solidFill>
                <a:latin typeface="Calibri" pitchFamily="34" charset="0"/>
                <a:ea typeface="Calibri" pitchFamily="34" charset="-122"/>
                <a:cs typeface="Calibri" pitchFamily="34" charset="-120"/>
              </a:rPr>
              <a:t> EL FAR Mohamed </a:t>
            </a:r>
            <a:endParaRPr lang="en-US" b="1" dirty="0">
              <a:solidFill>
                <a:schemeClr val="accent1">
                  <a:lumMod val="75000"/>
                </a:schemeClr>
              </a:solidFill>
              <a:latin typeface="Calibri" pitchFamily="34" charset="0"/>
              <a:ea typeface="Calibri" pitchFamily="34" charset="-122"/>
              <a:cs typeface="Calibri" pitchFamily="34" charset="-120"/>
            </a:endParaRPr>
          </a:p>
          <a:p>
            <a:r>
              <a:rPr lang="en-US" sz="1800" b="1" dirty="0">
                <a:solidFill>
                  <a:schemeClr val="accent1">
                    <a:lumMod val="75000"/>
                  </a:schemeClr>
                </a:solidFill>
                <a:latin typeface="Calibri" pitchFamily="34" charset="0"/>
                <a:ea typeface="Calibri" pitchFamily="34" charset="-122"/>
                <a:cs typeface="Calibri" pitchFamily="34" charset="-120"/>
              </a:rPr>
              <a:t>                           </a:t>
            </a:r>
            <a:r>
              <a:rPr lang="en-US" sz="1800" b="1" dirty="0" err="1">
                <a:solidFill>
                  <a:schemeClr val="accent1">
                    <a:lumMod val="75000"/>
                  </a:schemeClr>
                </a:solidFill>
                <a:latin typeface="Calibri" pitchFamily="34" charset="0"/>
                <a:ea typeface="Calibri" pitchFamily="34" charset="-122"/>
                <a:cs typeface="Calibri" pitchFamily="34" charset="-120"/>
              </a:rPr>
              <a:t>Pr</a:t>
            </a:r>
            <a:r>
              <a:rPr lang="en-US" sz="1800" b="1" dirty="0">
                <a:solidFill>
                  <a:schemeClr val="accent1">
                    <a:lumMod val="75000"/>
                  </a:schemeClr>
                </a:solidFill>
                <a:latin typeface="Calibri" pitchFamily="34" charset="0"/>
                <a:ea typeface="Calibri" pitchFamily="34" charset="-122"/>
                <a:cs typeface="Calibri" pitchFamily="34" charset="-120"/>
              </a:rPr>
              <a:t> EL FAHSSI Khalid</a:t>
            </a:r>
            <a:endParaRPr lang="fr-FR" dirty="0"/>
          </a:p>
        </p:txBody>
      </p:sp>
      <p:graphicFrame>
        <p:nvGraphicFramePr>
          <p:cNvPr id="12" name="Tableau 11">
            <a:extLst>
              <a:ext uri="{FF2B5EF4-FFF2-40B4-BE49-F238E27FC236}">
                <a16:creationId xmlns:a16="http://schemas.microsoft.com/office/drawing/2014/main" id="{D81F5B91-5583-4462-A64E-151BB3E344EA}"/>
              </a:ext>
            </a:extLst>
          </p:cNvPr>
          <p:cNvGraphicFramePr>
            <a:graphicFrameLocks noGrp="1"/>
          </p:cNvGraphicFramePr>
          <p:nvPr/>
        </p:nvGraphicFramePr>
        <p:xfrm>
          <a:off x="5279923" y="4326636"/>
          <a:ext cx="6035250" cy="1854200"/>
        </p:xfrm>
        <a:graphic>
          <a:graphicData uri="http://schemas.openxmlformats.org/drawingml/2006/table">
            <a:tbl>
              <a:tblPr firstRow="1" bandRow="1">
                <a:tableStyleId>{5C22544A-7EE6-4342-B048-85BDC9FD1C3A}</a:tableStyleId>
              </a:tblPr>
              <a:tblGrid>
                <a:gridCol w="2044478">
                  <a:extLst>
                    <a:ext uri="{9D8B030D-6E8A-4147-A177-3AD203B41FA5}">
                      <a16:colId xmlns:a16="http://schemas.microsoft.com/office/drawing/2014/main" val="1652478407"/>
                    </a:ext>
                  </a:extLst>
                </a:gridCol>
                <a:gridCol w="3990772">
                  <a:extLst>
                    <a:ext uri="{9D8B030D-6E8A-4147-A177-3AD203B41FA5}">
                      <a16:colId xmlns:a16="http://schemas.microsoft.com/office/drawing/2014/main" val="2618752622"/>
                    </a:ext>
                  </a:extLst>
                </a:gridCol>
              </a:tblGrid>
              <a:tr h="370840">
                <a:tc>
                  <a:txBody>
                    <a:bodyPr/>
                    <a:lstStyle/>
                    <a:p>
                      <a:r>
                        <a:rPr lang="en-US" sz="1800" b="1" dirty="0" err="1">
                          <a:solidFill>
                            <a:schemeClr val="tx1"/>
                          </a:solidFill>
                          <a:latin typeface="Calibri" pitchFamily="34" charset="0"/>
                          <a:ea typeface="Calibri" pitchFamily="34" charset="-122"/>
                          <a:cs typeface="Calibri" pitchFamily="34" charset="-120"/>
                        </a:rPr>
                        <a:t>Membres</a:t>
                      </a:r>
                      <a:r>
                        <a:rPr lang="en-US" sz="1800" b="1" dirty="0">
                          <a:solidFill>
                            <a:schemeClr val="tx1"/>
                          </a:solidFill>
                          <a:latin typeface="Calibri" pitchFamily="34" charset="0"/>
                          <a:ea typeface="Calibri" pitchFamily="34" charset="-122"/>
                          <a:cs typeface="Calibri" pitchFamily="34" charset="-120"/>
                        </a:rPr>
                        <a:t> du jury   </a:t>
                      </a:r>
                      <a:r>
                        <a:rPr lang="en-US" sz="1800" b="1" dirty="0">
                          <a:solidFill>
                            <a:schemeClr val="accent1">
                              <a:lumMod val="75000"/>
                            </a:schemeClr>
                          </a:solidFill>
                          <a:latin typeface="Calibri" pitchFamily="34" charset="0"/>
                          <a:ea typeface="Calibri" pitchFamily="34" charset="-122"/>
                          <a:cs typeface="Calibri" pitchFamily="34" charset="-120"/>
                        </a:rPr>
                        <a:t>:</a:t>
                      </a:r>
                      <a:endParaRPr lang="fr-FR" dirty="0"/>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err="1">
                          <a:solidFill>
                            <a:schemeClr val="accent1">
                              <a:lumMod val="75000"/>
                            </a:schemeClr>
                          </a:solidFill>
                          <a:latin typeface="Calibri" pitchFamily="34" charset="0"/>
                          <a:cs typeface="Calibri" pitchFamily="34" charset="-120"/>
                        </a:rPr>
                        <a:t>Pr</a:t>
                      </a:r>
                      <a:r>
                        <a:rPr lang="en-US" sz="1800" b="1" dirty="0">
                          <a:solidFill>
                            <a:schemeClr val="accent1">
                              <a:lumMod val="75000"/>
                            </a:schemeClr>
                          </a:solidFill>
                          <a:latin typeface="Calibri" pitchFamily="34" charset="0"/>
                          <a:cs typeface="Calibri" pitchFamily="34" charset="-120"/>
                        </a:rPr>
                        <a:t> BENNANI TAJ Mohamed</a:t>
                      </a:r>
                      <a:endParaRPr lang="fr-FR" dirty="0"/>
                    </a:p>
                  </a:txBody>
                  <a:tcPr>
                    <a:solidFill>
                      <a:schemeClr val="bg1"/>
                    </a:solidFill>
                  </a:tcPr>
                </a:tc>
                <a:extLst>
                  <a:ext uri="{0D108BD9-81ED-4DB2-BD59-A6C34878D82A}">
                    <a16:rowId xmlns:a16="http://schemas.microsoft.com/office/drawing/2014/main" val="904707460"/>
                  </a:ext>
                </a:extLst>
              </a:tr>
              <a:tr h="370840">
                <a:tc>
                  <a:txBody>
                    <a:bodyPr/>
                    <a:lstStyle/>
                    <a:p>
                      <a:endParaRPr lang="fr-FR"/>
                    </a:p>
                  </a:txBody>
                  <a:tcPr>
                    <a:solidFill>
                      <a:schemeClr val="bg1"/>
                    </a:solidFill>
                  </a:tcPr>
                </a:tc>
                <a:tc>
                  <a:txBody>
                    <a:bodyPr/>
                    <a:lstStyle/>
                    <a:p>
                      <a:r>
                        <a:rPr lang="en-US" sz="1800" b="1" dirty="0" err="1">
                          <a:solidFill>
                            <a:schemeClr val="accent1">
                              <a:lumMod val="75000"/>
                            </a:schemeClr>
                          </a:solidFill>
                          <a:latin typeface="Calibri" pitchFamily="34" charset="0"/>
                          <a:ea typeface="Calibri" pitchFamily="34" charset="-122"/>
                          <a:cs typeface="Calibri" pitchFamily="34" charset="-120"/>
                        </a:rPr>
                        <a:t>Pr</a:t>
                      </a:r>
                      <a:r>
                        <a:rPr lang="en-US" sz="1800" b="1" dirty="0">
                          <a:solidFill>
                            <a:schemeClr val="accent1">
                              <a:lumMod val="75000"/>
                            </a:schemeClr>
                          </a:solidFill>
                          <a:latin typeface="Calibri" pitchFamily="34" charset="0"/>
                          <a:ea typeface="Calibri" pitchFamily="34" charset="-122"/>
                          <a:cs typeface="Calibri" pitchFamily="34" charset="-120"/>
                        </a:rPr>
                        <a:t> EL FAR Mohamed </a:t>
                      </a:r>
                    </a:p>
                  </a:txBody>
                  <a:tcPr>
                    <a:solidFill>
                      <a:schemeClr val="bg1"/>
                    </a:solidFill>
                  </a:tcPr>
                </a:tc>
                <a:extLst>
                  <a:ext uri="{0D108BD9-81ED-4DB2-BD59-A6C34878D82A}">
                    <a16:rowId xmlns:a16="http://schemas.microsoft.com/office/drawing/2014/main" val="2055849732"/>
                  </a:ext>
                </a:extLst>
              </a:tr>
              <a:tr h="370840">
                <a:tc>
                  <a:txBody>
                    <a:bodyPr/>
                    <a:lstStyle/>
                    <a:p>
                      <a:endParaRPr lang="fr-FR"/>
                    </a:p>
                  </a:txBody>
                  <a:tcPr>
                    <a:solidFill>
                      <a:schemeClr val="bg1"/>
                    </a:solidFill>
                  </a:tcPr>
                </a:tc>
                <a:tc>
                  <a:txBody>
                    <a:bodyPr/>
                    <a:lstStyle/>
                    <a:p>
                      <a:r>
                        <a:rPr lang="en-US" sz="1800" b="1" dirty="0" err="1">
                          <a:solidFill>
                            <a:schemeClr val="accent1">
                              <a:lumMod val="75000"/>
                            </a:schemeClr>
                          </a:solidFill>
                          <a:latin typeface="Calibri" pitchFamily="34" charset="0"/>
                          <a:ea typeface="Calibri" pitchFamily="34" charset="-122"/>
                          <a:cs typeface="Calibri" pitchFamily="34" charset="-120"/>
                        </a:rPr>
                        <a:t>Pr</a:t>
                      </a:r>
                      <a:r>
                        <a:rPr lang="en-US" sz="1800" b="1" dirty="0">
                          <a:solidFill>
                            <a:schemeClr val="accent1">
                              <a:lumMod val="75000"/>
                            </a:schemeClr>
                          </a:solidFill>
                          <a:latin typeface="Calibri" pitchFamily="34" charset="0"/>
                          <a:ea typeface="Calibri" pitchFamily="34" charset="-122"/>
                          <a:cs typeface="Calibri" pitchFamily="34" charset="-120"/>
                        </a:rPr>
                        <a:t> EL FAHSSI Khalid</a:t>
                      </a:r>
                    </a:p>
                  </a:txBody>
                  <a:tcPr>
                    <a:solidFill>
                      <a:schemeClr val="bg1"/>
                    </a:solidFill>
                  </a:tcPr>
                </a:tc>
                <a:extLst>
                  <a:ext uri="{0D108BD9-81ED-4DB2-BD59-A6C34878D82A}">
                    <a16:rowId xmlns:a16="http://schemas.microsoft.com/office/drawing/2014/main" val="1753245517"/>
                  </a:ext>
                </a:extLst>
              </a:tr>
              <a:tr h="370840">
                <a:tc>
                  <a:txBody>
                    <a:bodyPr/>
                    <a:lstStyle/>
                    <a:p>
                      <a:endParaRPr lang="fr-F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err="1">
                          <a:solidFill>
                            <a:schemeClr val="accent1">
                              <a:lumMod val="75000"/>
                            </a:schemeClr>
                          </a:solidFill>
                          <a:latin typeface="Calibri" pitchFamily="34" charset="0"/>
                          <a:cs typeface="Calibri" pitchFamily="34" charset="-120"/>
                        </a:rPr>
                        <a:t>Pr</a:t>
                      </a:r>
                      <a:r>
                        <a:rPr lang="en-US" sz="1800" b="1" dirty="0">
                          <a:solidFill>
                            <a:schemeClr val="accent1">
                              <a:lumMod val="75000"/>
                            </a:schemeClr>
                          </a:solidFill>
                          <a:latin typeface="Calibri" pitchFamily="34" charset="0"/>
                          <a:cs typeface="Calibri" pitchFamily="34" charset="-120"/>
                        </a:rPr>
                        <a:t> EL GAROUNI Said</a:t>
                      </a:r>
                    </a:p>
                  </a:txBody>
                  <a:tcPr>
                    <a:solidFill>
                      <a:schemeClr val="bg1"/>
                    </a:solidFill>
                  </a:tcPr>
                </a:tc>
                <a:extLst>
                  <a:ext uri="{0D108BD9-81ED-4DB2-BD59-A6C34878D82A}">
                    <a16:rowId xmlns:a16="http://schemas.microsoft.com/office/drawing/2014/main" val="2144604758"/>
                  </a:ext>
                </a:extLst>
              </a:tr>
              <a:tr h="370840">
                <a:tc>
                  <a:txBody>
                    <a:bodyPr/>
                    <a:lstStyle/>
                    <a:p>
                      <a:endParaRPr lang="fr-FR" dirty="0"/>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err="1">
                          <a:solidFill>
                            <a:schemeClr val="accent1">
                              <a:lumMod val="75000"/>
                            </a:schemeClr>
                          </a:solidFill>
                          <a:latin typeface="Calibri" pitchFamily="34" charset="0"/>
                          <a:cs typeface="Calibri" pitchFamily="34" charset="-120"/>
                        </a:rPr>
                        <a:t>Pr</a:t>
                      </a:r>
                      <a:r>
                        <a:rPr lang="en-US" sz="1800" b="1" dirty="0">
                          <a:solidFill>
                            <a:schemeClr val="accent1">
                              <a:lumMod val="75000"/>
                            </a:schemeClr>
                          </a:solidFill>
                          <a:latin typeface="Calibri" pitchFamily="34" charset="0"/>
                          <a:cs typeface="Calibri" pitchFamily="34" charset="-120"/>
                        </a:rPr>
                        <a:t> LAMRINI Mohamed </a:t>
                      </a:r>
                      <a:endParaRPr lang="fr-FR" dirty="0"/>
                    </a:p>
                  </a:txBody>
                  <a:tcPr>
                    <a:solidFill>
                      <a:schemeClr val="bg1"/>
                    </a:solidFill>
                  </a:tcPr>
                </a:tc>
                <a:extLst>
                  <a:ext uri="{0D108BD9-81ED-4DB2-BD59-A6C34878D82A}">
                    <a16:rowId xmlns:a16="http://schemas.microsoft.com/office/drawing/2014/main" val="1917053079"/>
                  </a:ext>
                </a:extLst>
              </a:tr>
            </a:tbl>
          </a:graphicData>
        </a:graphic>
      </p:graphicFrame>
    </p:spTree>
    <p:extLst>
      <p:ext uri="{BB962C8B-B14F-4D97-AF65-F5344CB8AC3E}">
        <p14:creationId xmlns:p14="http://schemas.microsoft.com/office/powerpoint/2010/main" val="14735883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14" name="Google Shape;105;p27">
            <a:extLst>
              <a:ext uri="{FF2B5EF4-FFF2-40B4-BE49-F238E27FC236}">
                <a16:creationId xmlns:a16="http://schemas.microsoft.com/office/drawing/2014/main" id="{EF21BF81-92DE-D47C-9313-F55EC8514A5B}"/>
              </a:ext>
            </a:extLst>
          </p:cNvPr>
          <p:cNvSpPr/>
          <p:nvPr/>
        </p:nvSpPr>
        <p:spPr>
          <a:xfrm rot="5400000">
            <a:off x="-660076" y="646210"/>
            <a:ext cx="2201895" cy="881743"/>
          </a:xfrm>
          <a:prstGeom prst="triangle">
            <a:avLst>
              <a:gd name="adj" fmla="val 50411"/>
            </a:avLst>
          </a:prstGeom>
          <a:solidFill>
            <a:schemeClr val="accent1">
              <a:lumMod val="75000"/>
            </a:schemeClr>
          </a:solidFill>
          <a:ln/>
        </p:spPr>
        <p:style>
          <a:lnRef idx="2">
            <a:schemeClr val="accent1"/>
          </a:lnRef>
          <a:fillRef idx="1">
            <a:schemeClr val="lt1"/>
          </a:fillRef>
          <a:effectRef idx="0">
            <a:schemeClr val="accent1"/>
          </a:effectRef>
          <a:fontRef idx="minor">
            <a:schemeClr val="dk1"/>
          </a:fontRef>
        </p:style>
        <p:txBody>
          <a:bodyPr spcFirstLastPara="1" wrap="square" lIns="121900" tIns="121900" rIns="121900" bIns="121900" anchor="ctr" anchorCtr="0">
            <a:noAutofit/>
          </a:bodyPr>
          <a:lstStyle/>
          <a:p>
            <a:endParaRPr sz="2400"/>
          </a:p>
        </p:txBody>
      </p:sp>
      <p:sp>
        <p:nvSpPr>
          <p:cNvPr id="23" name="Google Shape;105;p27">
            <a:extLst>
              <a:ext uri="{FF2B5EF4-FFF2-40B4-BE49-F238E27FC236}">
                <a16:creationId xmlns:a16="http://schemas.microsoft.com/office/drawing/2014/main" id="{7F79F8A6-4CCE-C9A6-5860-8F41D668BEE6}"/>
              </a:ext>
            </a:extLst>
          </p:cNvPr>
          <p:cNvSpPr/>
          <p:nvPr/>
        </p:nvSpPr>
        <p:spPr>
          <a:xfrm rot="16200000">
            <a:off x="10650181" y="5330638"/>
            <a:ext cx="2201895" cy="881743"/>
          </a:xfrm>
          <a:prstGeom prst="triangle">
            <a:avLst>
              <a:gd name="adj" fmla="val 50411"/>
            </a:avLst>
          </a:prstGeom>
          <a:solidFill>
            <a:schemeClr val="accent1">
              <a:lumMod val="75000"/>
            </a:schemeClr>
          </a:solidFill>
          <a:ln>
            <a:solidFill>
              <a:schemeClr val="accent1"/>
            </a:solidFill>
          </a:ln>
        </p:spPr>
        <p:txBody>
          <a:bodyPr spcFirstLastPara="1" wrap="square" lIns="121900" tIns="121900" rIns="121900" bIns="121900" anchor="ctr" anchorCtr="0">
            <a:noAutofit/>
          </a:bodyPr>
          <a:lstStyle/>
          <a:p>
            <a:endParaRPr sz="2400"/>
          </a:p>
        </p:txBody>
      </p:sp>
      <p:sp>
        <p:nvSpPr>
          <p:cNvPr id="2" name="Shape 0"/>
          <p:cNvSpPr/>
          <p:nvPr/>
        </p:nvSpPr>
        <p:spPr>
          <a:xfrm>
            <a:off x="548640" y="502920"/>
            <a:ext cx="164592" cy="164592"/>
          </a:xfrm>
          <a:prstGeom prst="rect">
            <a:avLst/>
          </a:prstGeom>
          <a:solidFill>
            <a:srgbClr val="06B6D4"/>
          </a:solidFill>
          <a:ln w="12700">
            <a:solidFill>
              <a:srgbClr val="06B6D4"/>
            </a:solidFill>
            <a:prstDash val="solid"/>
          </a:ln>
        </p:spPr>
        <p:txBody>
          <a:bodyPr/>
          <a:lstStyle/>
          <a:p>
            <a:endParaRPr lang="fr-FR"/>
          </a:p>
        </p:txBody>
      </p:sp>
      <p:sp>
        <p:nvSpPr>
          <p:cNvPr id="3" name="Text 1"/>
          <p:cNvSpPr/>
          <p:nvPr/>
        </p:nvSpPr>
        <p:spPr>
          <a:xfrm>
            <a:off x="777240" y="411480"/>
            <a:ext cx="2011680" cy="320040"/>
          </a:xfrm>
          <a:prstGeom prst="rect">
            <a:avLst/>
          </a:prstGeom>
          <a:noFill/>
          <a:ln/>
        </p:spPr>
        <p:txBody>
          <a:bodyPr wrap="square" rtlCol="0" anchor="ctr"/>
          <a:lstStyle/>
          <a:p>
            <a:pPr marL="0" indent="0">
              <a:buNone/>
            </a:pPr>
            <a:r>
              <a:rPr lang="en-US" sz="1100" b="1" kern="0" spc="200" dirty="0">
                <a:solidFill>
                  <a:srgbClr val="0F172A"/>
                </a:solidFill>
                <a:latin typeface="Calibri" pitchFamily="34" charset="0"/>
                <a:ea typeface="Calibri" pitchFamily="34" charset="-122"/>
                <a:cs typeface="Calibri" pitchFamily="34" charset="-120"/>
              </a:rPr>
              <a:t>Syndic IA</a:t>
            </a:r>
            <a:endParaRPr lang="en-US" sz="1100" dirty="0"/>
          </a:p>
        </p:txBody>
      </p:sp>
      <p:sp>
        <p:nvSpPr>
          <p:cNvPr id="4" name="Text 2"/>
          <p:cNvSpPr/>
          <p:nvPr/>
        </p:nvSpPr>
        <p:spPr>
          <a:xfrm>
            <a:off x="548640" y="914400"/>
            <a:ext cx="5486400" cy="320040"/>
          </a:xfrm>
          <a:prstGeom prst="rect">
            <a:avLst/>
          </a:prstGeom>
          <a:noFill/>
          <a:ln/>
        </p:spPr>
        <p:txBody>
          <a:bodyPr wrap="square" rtlCol="0" anchor="ctr"/>
          <a:lstStyle/>
          <a:p>
            <a:pPr marL="0" indent="0">
              <a:buNone/>
            </a:pPr>
            <a:r>
              <a:rPr lang="en-US" sz="1200" b="1" kern="0" spc="400" dirty="0">
                <a:solidFill>
                  <a:srgbClr val="06B6D4"/>
                </a:solidFill>
                <a:latin typeface="Calibri" pitchFamily="34" charset="0"/>
                <a:ea typeface="Calibri" pitchFamily="34" charset="-122"/>
                <a:cs typeface="Calibri" pitchFamily="34" charset="-120"/>
              </a:rPr>
              <a:t>PLAN DE LA PRÉSENTATION</a:t>
            </a:r>
            <a:endParaRPr lang="en-US" sz="1200" dirty="0"/>
          </a:p>
        </p:txBody>
      </p:sp>
      <p:sp>
        <p:nvSpPr>
          <p:cNvPr id="5" name="Text 3"/>
          <p:cNvSpPr/>
          <p:nvPr/>
        </p:nvSpPr>
        <p:spPr>
          <a:xfrm>
            <a:off x="548640" y="1234440"/>
            <a:ext cx="10972800" cy="822960"/>
          </a:xfrm>
          <a:prstGeom prst="rect">
            <a:avLst/>
          </a:prstGeom>
          <a:noFill/>
          <a:ln/>
        </p:spPr>
        <p:txBody>
          <a:bodyPr wrap="square" lIns="0" tIns="0" rIns="0" bIns="0" rtlCol="0" anchor="ctr"/>
          <a:lstStyle/>
          <a:p>
            <a:pPr marL="0" indent="0">
              <a:buNone/>
            </a:pPr>
            <a:r>
              <a:rPr lang="en-US" sz="3600" b="1" dirty="0">
                <a:solidFill>
                  <a:srgbClr val="0F172A"/>
                </a:solidFill>
                <a:latin typeface="Georgia" pitchFamily="34" charset="0"/>
                <a:ea typeface="Georgia" pitchFamily="34" charset="-122"/>
                <a:cs typeface="Georgia" pitchFamily="34" charset="-120"/>
              </a:rPr>
              <a:t>Notre parcours en 6 parties</a:t>
            </a:r>
            <a:endParaRPr lang="en-US" sz="3600" dirty="0"/>
          </a:p>
        </p:txBody>
      </p:sp>
      <p:sp>
        <p:nvSpPr>
          <p:cNvPr id="6" name="Shape 4"/>
          <p:cNvSpPr/>
          <p:nvPr/>
        </p:nvSpPr>
        <p:spPr>
          <a:xfrm>
            <a:off x="548640" y="2057400"/>
            <a:ext cx="3703320" cy="1965960"/>
          </a:xfrm>
          <a:prstGeom prst="rect">
            <a:avLst/>
          </a:prstGeom>
          <a:solidFill>
            <a:srgbClr val="FFFFFF"/>
          </a:solidFill>
          <a:ln w="12700">
            <a:solidFill>
              <a:srgbClr val="E2E8F0"/>
            </a:solidFill>
            <a:prstDash val="solid"/>
          </a:ln>
          <a:effectLst>
            <a:outerShdw blurRad="127000" dist="38100" dir="5400000" algn="bl" rotWithShape="0">
              <a:srgbClr val="0F172A">
                <a:alpha val="8000"/>
              </a:srgbClr>
            </a:outerShdw>
          </a:effectLst>
        </p:spPr>
        <p:txBody>
          <a:bodyPr/>
          <a:lstStyle/>
          <a:p>
            <a:endParaRPr lang="fr-FR"/>
          </a:p>
        </p:txBody>
      </p:sp>
      <p:sp>
        <p:nvSpPr>
          <p:cNvPr id="7" name="Text 5"/>
          <p:cNvSpPr/>
          <p:nvPr/>
        </p:nvSpPr>
        <p:spPr>
          <a:xfrm>
            <a:off x="2880360" y="2194560"/>
            <a:ext cx="1188720" cy="914400"/>
          </a:xfrm>
          <a:prstGeom prst="rect">
            <a:avLst/>
          </a:prstGeom>
          <a:noFill/>
          <a:ln/>
        </p:spPr>
        <p:txBody>
          <a:bodyPr wrap="square" lIns="0" tIns="0" rIns="0" bIns="0" rtlCol="0" anchor="ctr"/>
          <a:lstStyle/>
          <a:p>
            <a:pPr marL="0" indent="0" algn="r">
              <a:buNone/>
            </a:pPr>
            <a:r>
              <a:rPr lang="en-US" sz="6400" b="1" dirty="0">
                <a:solidFill>
                  <a:srgbClr val="F1F5F9"/>
                </a:solidFill>
                <a:latin typeface="Georgia" pitchFamily="34" charset="0"/>
                <a:ea typeface="Georgia" pitchFamily="34" charset="-122"/>
                <a:cs typeface="Georgia" pitchFamily="34" charset="-120"/>
              </a:rPr>
              <a:t>01</a:t>
            </a:r>
            <a:endParaRPr lang="en-US" sz="6400" dirty="0"/>
          </a:p>
        </p:txBody>
      </p:sp>
      <p:sp>
        <p:nvSpPr>
          <p:cNvPr id="8" name="Shape 6"/>
          <p:cNvSpPr/>
          <p:nvPr/>
        </p:nvSpPr>
        <p:spPr>
          <a:xfrm>
            <a:off x="822960" y="2331720"/>
            <a:ext cx="640080" cy="640080"/>
          </a:xfrm>
          <a:prstGeom prst="ellipse">
            <a:avLst/>
          </a:prstGeom>
          <a:solidFill>
            <a:srgbClr val="1E3A8A"/>
          </a:solidFill>
          <a:ln w="12700">
            <a:solidFill>
              <a:srgbClr val="1E3A8A"/>
            </a:solidFill>
            <a:prstDash val="solid"/>
          </a:ln>
        </p:spPr>
        <p:txBody>
          <a:bodyPr/>
          <a:lstStyle/>
          <a:p>
            <a:endParaRPr lang="fr-FR"/>
          </a:p>
        </p:txBody>
      </p:sp>
      <p:pic>
        <p:nvPicPr>
          <p:cNvPr id="9" name="Image 0" descr="preencoded.png"/>
          <p:cNvPicPr>
            <a:picLocks noChangeAspect="1"/>
          </p:cNvPicPr>
          <p:nvPr/>
        </p:nvPicPr>
        <p:blipFill>
          <a:blip r:embed="rId3"/>
          <a:stretch>
            <a:fillRect/>
          </a:stretch>
        </p:blipFill>
        <p:spPr>
          <a:xfrm>
            <a:off x="932688" y="2441448"/>
            <a:ext cx="420624" cy="420624"/>
          </a:xfrm>
          <a:prstGeom prst="rect">
            <a:avLst/>
          </a:prstGeom>
        </p:spPr>
      </p:pic>
      <p:sp>
        <p:nvSpPr>
          <p:cNvPr id="10" name="Text 7"/>
          <p:cNvSpPr/>
          <p:nvPr/>
        </p:nvSpPr>
        <p:spPr>
          <a:xfrm>
            <a:off x="1600200" y="2377440"/>
            <a:ext cx="2514600" cy="274320"/>
          </a:xfrm>
          <a:prstGeom prst="rect">
            <a:avLst/>
          </a:prstGeom>
          <a:noFill/>
          <a:ln/>
        </p:spPr>
        <p:txBody>
          <a:bodyPr wrap="square" lIns="0" tIns="0" rIns="0" bIns="0" rtlCol="0" anchor="ctr"/>
          <a:lstStyle/>
          <a:p>
            <a:pPr marL="0" indent="0">
              <a:buNone/>
            </a:pPr>
            <a:r>
              <a:rPr lang="en-US" sz="1000" b="1" kern="0" spc="400" dirty="0">
                <a:solidFill>
                  <a:srgbClr val="06B6D4"/>
                </a:solidFill>
                <a:latin typeface="Calibri" pitchFamily="34" charset="0"/>
                <a:ea typeface="Calibri" pitchFamily="34" charset="-122"/>
                <a:cs typeface="Calibri" pitchFamily="34" charset="-120"/>
              </a:rPr>
              <a:t>PARTIE 1</a:t>
            </a:r>
            <a:endParaRPr lang="en-US" sz="1000" dirty="0"/>
          </a:p>
        </p:txBody>
      </p:sp>
      <p:sp>
        <p:nvSpPr>
          <p:cNvPr id="11" name="Text 8"/>
          <p:cNvSpPr/>
          <p:nvPr/>
        </p:nvSpPr>
        <p:spPr>
          <a:xfrm>
            <a:off x="1600200" y="2651760"/>
            <a:ext cx="2514600" cy="36576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Contexte du projet</a:t>
            </a:r>
            <a:endParaRPr lang="en-US" sz="1600" dirty="0"/>
          </a:p>
        </p:txBody>
      </p:sp>
      <p:sp>
        <p:nvSpPr>
          <p:cNvPr id="12" name="Text 9"/>
          <p:cNvSpPr/>
          <p:nvPr/>
        </p:nvSpPr>
        <p:spPr>
          <a:xfrm>
            <a:off x="822960" y="3154680"/>
            <a:ext cx="3154680" cy="50292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Besoin métier, problématique et objectifs</a:t>
            </a:r>
            <a:endParaRPr lang="en-US" sz="1200" dirty="0"/>
          </a:p>
        </p:txBody>
      </p:sp>
      <p:sp>
        <p:nvSpPr>
          <p:cNvPr id="13" name="Shape 10"/>
          <p:cNvSpPr/>
          <p:nvPr/>
        </p:nvSpPr>
        <p:spPr>
          <a:xfrm>
            <a:off x="822960" y="3685032"/>
            <a:ext cx="3154680" cy="0"/>
          </a:xfrm>
          <a:prstGeom prst="line">
            <a:avLst/>
          </a:prstGeom>
          <a:noFill/>
          <a:ln w="12700">
            <a:solidFill>
              <a:srgbClr val="E2E8F0"/>
            </a:solidFill>
            <a:prstDash val="solid"/>
          </a:ln>
        </p:spPr>
        <p:txBody>
          <a:bodyPr/>
          <a:lstStyle/>
          <a:p>
            <a:endParaRPr lang="fr-FR"/>
          </a:p>
        </p:txBody>
      </p:sp>
      <p:sp>
        <p:nvSpPr>
          <p:cNvPr id="15" name="Shape 12"/>
          <p:cNvSpPr/>
          <p:nvPr/>
        </p:nvSpPr>
        <p:spPr>
          <a:xfrm>
            <a:off x="4398264" y="2057400"/>
            <a:ext cx="3703320" cy="1965960"/>
          </a:xfrm>
          <a:prstGeom prst="rect">
            <a:avLst/>
          </a:prstGeom>
          <a:solidFill>
            <a:srgbClr val="FFFFFF"/>
          </a:solidFill>
          <a:ln w="12700">
            <a:solidFill>
              <a:srgbClr val="E2E8F0"/>
            </a:solidFill>
            <a:prstDash val="solid"/>
          </a:ln>
          <a:effectLst>
            <a:outerShdw blurRad="127000" dist="38100" dir="5400000" algn="bl" rotWithShape="0">
              <a:srgbClr val="0F172A">
                <a:alpha val="8000"/>
              </a:srgbClr>
            </a:outerShdw>
          </a:effectLst>
        </p:spPr>
        <p:txBody>
          <a:bodyPr/>
          <a:lstStyle/>
          <a:p>
            <a:endParaRPr lang="fr-FR"/>
          </a:p>
        </p:txBody>
      </p:sp>
      <p:sp>
        <p:nvSpPr>
          <p:cNvPr id="16" name="Text 13"/>
          <p:cNvSpPr/>
          <p:nvPr/>
        </p:nvSpPr>
        <p:spPr>
          <a:xfrm>
            <a:off x="6729984" y="2194560"/>
            <a:ext cx="1188720" cy="914400"/>
          </a:xfrm>
          <a:prstGeom prst="rect">
            <a:avLst/>
          </a:prstGeom>
          <a:noFill/>
          <a:ln/>
        </p:spPr>
        <p:txBody>
          <a:bodyPr wrap="square" lIns="0" tIns="0" rIns="0" bIns="0" rtlCol="0" anchor="ctr"/>
          <a:lstStyle/>
          <a:p>
            <a:pPr marL="0" indent="0" algn="r">
              <a:buNone/>
            </a:pPr>
            <a:r>
              <a:rPr lang="en-US" sz="6400" b="1" dirty="0">
                <a:solidFill>
                  <a:srgbClr val="F1F5F9"/>
                </a:solidFill>
                <a:latin typeface="Georgia" pitchFamily="34" charset="0"/>
                <a:ea typeface="Georgia" pitchFamily="34" charset="-122"/>
                <a:cs typeface="Georgia" pitchFamily="34" charset="-120"/>
              </a:rPr>
              <a:t>02</a:t>
            </a:r>
            <a:endParaRPr lang="en-US" sz="6400" dirty="0"/>
          </a:p>
        </p:txBody>
      </p:sp>
      <p:sp>
        <p:nvSpPr>
          <p:cNvPr id="17" name="Shape 14"/>
          <p:cNvSpPr/>
          <p:nvPr/>
        </p:nvSpPr>
        <p:spPr>
          <a:xfrm>
            <a:off x="4672584" y="2331720"/>
            <a:ext cx="640080" cy="640080"/>
          </a:xfrm>
          <a:prstGeom prst="ellipse">
            <a:avLst/>
          </a:prstGeom>
          <a:solidFill>
            <a:srgbClr val="1E3A8A"/>
          </a:solidFill>
          <a:ln w="12700">
            <a:solidFill>
              <a:srgbClr val="1E3A8A"/>
            </a:solidFill>
            <a:prstDash val="solid"/>
          </a:ln>
        </p:spPr>
        <p:txBody>
          <a:bodyPr/>
          <a:lstStyle/>
          <a:p>
            <a:endParaRPr lang="fr-FR"/>
          </a:p>
        </p:txBody>
      </p:sp>
      <p:pic>
        <p:nvPicPr>
          <p:cNvPr id="18" name="Image 1" descr="preencoded.png"/>
          <p:cNvPicPr>
            <a:picLocks noChangeAspect="1"/>
          </p:cNvPicPr>
          <p:nvPr/>
        </p:nvPicPr>
        <p:blipFill>
          <a:blip r:embed="rId4"/>
          <a:stretch>
            <a:fillRect/>
          </a:stretch>
        </p:blipFill>
        <p:spPr>
          <a:xfrm>
            <a:off x="4782312" y="2441448"/>
            <a:ext cx="420624" cy="420624"/>
          </a:xfrm>
          <a:prstGeom prst="rect">
            <a:avLst/>
          </a:prstGeom>
        </p:spPr>
      </p:pic>
      <p:sp>
        <p:nvSpPr>
          <p:cNvPr id="19" name="Text 15"/>
          <p:cNvSpPr/>
          <p:nvPr/>
        </p:nvSpPr>
        <p:spPr>
          <a:xfrm>
            <a:off x="5449824" y="2377440"/>
            <a:ext cx="2514600" cy="274320"/>
          </a:xfrm>
          <a:prstGeom prst="rect">
            <a:avLst/>
          </a:prstGeom>
          <a:noFill/>
          <a:ln/>
        </p:spPr>
        <p:txBody>
          <a:bodyPr wrap="square" lIns="0" tIns="0" rIns="0" bIns="0" rtlCol="0" anchor="ctr"/>
          <a:lstStyle/>
          <a:p>
            <a:pPr marL="0" indent="0">
              <a:buNone/>
            </a:pPr>
            <a:r>
              <a:rPr lang="en-US" sz="1000" b="1" kern="0" spc="400" dirty="0">
                <a:solidFill>
                  <a:srgbClr val="06B6D4"/>
                </a:solidFill>
                <a:latin typeface="Calibri" pitchFamily="34" charset="0"/>
                <a:ea typeface="Calibri" pitchFamily="34" charset="-122"/>
                <a:cs typeface="Calibri" pitchFamily="34" charset="-120"/>
              </a:rPr>
              <a:t>PARTIE 2</a:t>
            </a:r>
            <a:endParaRPr lang="en-US" sz="1000" dirty="0"/>
          </a:p>
        </p:txBody>
      </p:sp>
      <p:sp>
        <p:nvSpPr>
          <p:cNvPr id="20" name="Text 16"/>
          <p:cNvSpPr/>
          <p:nvPr/>
        </p:nvSpPr>
        <p:spPr>
          <a:xfrm>
            <a:off x="5449824" y="2651760"/>
            <a:ext cx="2514600" cy="36576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Solution proposée</a:t>
            </a:r>
            <a:endParaRPr lang="en-US" sz="1600" dirty="0"/>
          </a:p>
        </p:txBody>
      </p:sp>
      <p:sp>
        <p:nvSpPr>
          <p:cNvPr id="21" name="Text 17"/>
          <p:cNvSpPr/>
          <p:nvPr/>
        </p:nvSpPr>
        <p:spPr>
          <a:xfrm>
            <a:off x="4672584" y="3154680"/>
            <a:ext cx="3154680" cy="50292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Plateforme intégrée, architecture et stack</a:t>
            </a:r>
            <a:endParaRPr lang="en-US" sz="1200" dirty="0"/>
          </a:p>
        </p:txBody>
      </p:sp>
      <p:sp>
        <p:nvSpPr>
          <p:cNvPr id="22" name="Shape 18"/>
          <p:cNvSpPr/>
          <p:nvPr/>
        </p:nvSpPr>
        <p:spPr>
          <a:xfrm>
            <a:off x="4672584" y="3685032"/>
            <a:ext cx="3154680" cy="0"/>
          </a:xfrm>
          <a:prstGeom prst="line">
            <a:avLst/>
          </a:prstGeom>
          <a:noFill/>
          <a:ln w="12700">
            <a:solidFill>
              <a:srgbClr val="E2E8F0"/>
            </a:solidFill>
            <a:prstDash val="solid"/>
          </a:ln>
        </p:spPr>
        <p:txBody>
          <a:bodyPr/>
          <a:lstStyle/>
          <a:p>
            <a:endParaRPr lang="fr-FR"/>
          </a:p>
        </p:txBody>
      </p:sp>
      <p:sp>
        <p:nvSpPr>
          <p:cNvPr id="24" name="Shape 20"/>
          <p:cNvSpPr/>
          <p:nvPr/>
        </p:nvSpPr>
        <p:spPr>
          <a:xfrm>
            <a:off x="8247888" y="2057400"/>
            <a:ext cx="3703320" cy="1965960"/>
          </a:xfrm>
          <a:prstGeom prst="rect">
            <a:avLst/>
          </a:prstGeom>
          <a:solidFill>
            <a:srgbClr val="FFFFFF"/>
          </a:solidFill>
          <a:ln w="12700">
            <a:solidFill>
              <a:srgbClr val="E2E8F0"/>
            </a:solidFill>
            <a:prstDash val="solid"/>
          </a:ln>
          <a:effectLst>
            <a:outerShdw blurRad="127000" dist="38100" dir="5400000" algn="bl" rotWithShape="0">
              <a:srgbClr val="0F172A">
                <a:alpha val="8000"/>
              </a:srgbClr>
            </a:outerShdw>
          </a:effectLst>
        </p:spPr>
        <p:txBody>
          <a:bodyPr/>
          <a:lstStyle/>
          <a:p>
            <a:endParaRPr lang="fr-FR"/>
          </a:p>
        </p:txBody>
      </p:sp>
      <p:sp>
        <p:nvSpPr>
          <p:cNvPr id="25" name="Text 21"/>
          <p:cNvSpPr/>
          <p:nvPr/>
        </p:nvSpPr>
        <p:spPr>
          <a:xfrm>
            <a:off x="10579608" y="2194560"/>
            <a:ext cx="1188720" cy="914400"/>
          </a:xfrm>
          <a:prstGeom prst="rect">
            <a:avLst/>
          </a:prstGeom>
          <a:noFill/>
          <a:ln/>
        </p:spPr>
        <p:txBody>
          <a:bodyPr wrap="square" lIns="0" tIns="0" rIns="0" bIns="0" rtlCol="0" anchor="ctr"/>
          <a:lstStyle/>
          <a:p>
            <a:pPr marL="0" indent="0" algn="r">
              <a:buNone/>
            </a:pPr>
            <a:r>
              <a:rPr lang="en-US" sz="6400" b="1" dirty="0">
                <a:solidFill>
                  <a:srgbClr val="F1F5F9"/>
                </a:solidFill>
                <a:latin typeface="Georgia" pitchFamily="34" charset="0"/>
                <a:ea typeface="Georgia" pitchFamily="34" charset="-122"/>
                <a:cs typeface="Georgia" pitchFamily="34" charset="-120"/>
              </a:rPr>
              <a:t>03</a:t>
            </a:r>
            <a:endParaRPr lang="en-US" sz="6400" dirty="0"/>
          </a:p>
        </p:txBody>
      </p:sp>
      <p:sp>
        <p:nvSpPr>
          <p:cNvPr id="26" name="Shape 22"/>
          <p:cNvSpPr/>
          <p:nvPr/>
        </p:nvSpPr>
        <p:spPr>
          <a:xfrm>
            <a:off x="8522208" y="2331720"/>
            <a:ext cx="640080" cy="640080"/>
          </a:xfrm>
          <a:prstGeom prst="ellipse">
            <a:avLst/>
          </a:prstGeom>
          <a:solidFill>
            <a:srgbClr val="1E3A8A"/>
          </a:solidFill>
          <a:ln w="12700">
            <a:solidFill>
              <a:srgbClr val="1E3A8A"/>
            </a:solidFill>
            <a:prstDash val="solid"/>
          </a:ln>
        </p:spPr>
        <p:txBody>
          <a:bodyPr/>
          <a:lstStyle/>
          <a:p>
            <a:endParaRPr lang="fr-FR"/>
          </a:p>
        </p:txBody>
      </p:sp>
      <p:pic>
        <p:nvPicPr>
          <p:cNvPr id="27" name="Image 2" descr="preencoded.png"/>
          <p:cNvPicPr>
            <a:picLocks noChangeAspect="1"/>
          </p:cNvPicPr>
          <p:nvPr/>
        </p:nvPicPr>
        <p:blipFill>
          <a:blip r:embed="rId5"/>
          <a:stretch>
            <a:fillRect/>
          </a:stretch>
        </p:blipFill>
        <p:spPr>
          <a:xfrm>
            <a:off x="8631936" y="2441448"/>
            <a:ext cx="420624" cy="420624"/>
          </a:xfrm>
          <a:prstGeom prst="rect">
            <a:avLst/>
          </a:prstGeom>
        </p:spPr>
      </p:pic>
      <p:sp>
        <p:nvSpPr>
          <p:cNvPr id="28" name="Text 23"/>
          <p:cNvSpPr/>
          <p:nvPr/>
        </p:nvSpPr>
        <p:spPr>
          <a:xfrm>
            <a:off x="9299448" y="2377440"/>
            <a:ext cx="2514600" cy="274320"/>
          </a:xfrm>
          <a:prstGeom prst="rect">
            <a:avLst/>
          </a:prstGeom>
          <a:noFill/>
          <a:ln/>
        </p:spPr>
        <p:txBody>
          <a:bodyPr wrap="square" lIns="0" tIns="0" rIns="0" bIns="0" rtlCol="0" anchor="ctr"/>
          <a:lstStyle/>
          <a:p>
            <a:pPr marL="0" indent="0">
              <a:buNone/>
            </a:pPr>
            <a:r>
              <a:rPr lang="en-US" sz="1000" b="1" kern="0" spc="400" dirty="0">
                <a:solidFill>
                  <a:srgbClr val="06B6D4"/>
                </a:solidFill>
                <a:latin typeface="Calibri" pitchFamily="34" charset="0"/>
                <a:ea typeface="Calibri" pitchFamily="34" charset="-122"/>
                <a:cs typeface="Calibri" pitchFamily="34" charset="-120"/>
              </a:rPr>
              <a:t>PARTIE 3</a:t>
            </a:r>
            <a:endParaRPr lang="en-US" sz="1000" dirty="0"/>
          </a:p>
        </p:txBody>
      </p:sp>
      <p:sp>
        <p:nvSpPr>
          <p:cNvPr id="29" name="Text 24"/>
          <p:cNvSpPr/>
          <p:nvPr/>
        </p:nvSpPr>
        <p:spPr>
          <a:xfrm>
            <a:off x="9299448" y="2651760"/>
            <a:ext cx="2514600" cy="36576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Cœur technique</a:t>
            </a:r>
            <a:endParaRPr lang="en-US" sz="1600" dirty="0"/>
          </a:p>
        </p:txBody>
      </p:sp>
      <p:sp>
        <p:nvSpPr>
          <p:cNvPr id="30" name="Text 25"/>
          <p:cNvSpPr/>
          <p:nvPr/>
        </p:nvSpPr>
        <p:spPr>
          <a:xfrm>
            <a:off x="8522208" y="3154680"/>
            <a:ext cx="3154680" cy="50292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Backend, pipeline IA, RAG et agent Facebook</a:t>
            </a:r>
            <a:endParaRPr lang="en-US" sz="1200" dirty="0"/>
          </a:p>
        </p:txBody>
      </p:sp>
      <p:sp>
        <p:nvSpPr>
          <p:cNvPr id="31" name="Shape 26"/>
          <p:cNvSpPr/>
          <p:nvPr/>
        </p:nvSpPr>
        <p:spPr>
          <a:xfrm>
            <a:off x="8522208" y="3685032"/>
            <a:ext cx="3154680" cy="0"/>
          </a:xfrm>
          <a:prstGeom prst="line">
            <a:avLst/>
          </a:prstGeom>
          <a:noFill/>
          <a:ln w="12700">
            <a:solidFill>
              <a:srgbClr val="E2E8F0"/>
            </a:solidFill>
            <a:prstDash val="solid"/>
          </a:ln>
        </p:spPr>
        <p:txBody>
          <a:bodyPr/>
          <a:lstStyle/>
          <a:p>
            <a:endParaRPr lang="fr-FR"/>
          </a:p>
        </p:txBody>
      </p:sp>
      <p:sp>
        <p:nvSpPr>
          <p:cNvPr id="33" name="Shape 28"/>
          <p:cNvSpPr/>
          <p:nvPr/>
        </p:nvSpPr>
        <p:spPr>
          <a:xfrm>
            <a:off x="548640" y="4224528"/>
            <a:ext cx="3703320" cy="1965960"/>
          </a:xfrm>
          <a:prstGeom prst="rect">
            <a:avLst/>
          </a:prstGeom>
          <a:solidFill>
            <a:srgbClr val="FFFFFF"/>
          </a:solidFill>
          <a:ln w="12700">
            <a:solidFill>
              <a:srgbClr val="E2E8F0"/>
            </a:solidFill>
            <a:prstDash val="solid"/>
          </a:ln>
          <a:effectLst>
            <a:outerShdw blurRad="127000" dist="38100" dir="5400000" algn="bl" rotWithShape="0">
              <a:srgbClr val="0F172A">
                <a:alpha val="8000"/>
              </a:srgbClr>
            </a:outerShdw>
          </a:effectLst>
        </p:spPr>
        <p:txBody>
          <a:bodyPr/>
          <a:lstStyle/>
          <a:p>
            <a:endParaRPr lang="fr-FR"/>
          </a:p>
        </p:txBody>
      </p:sp>
      <p:sp>
        <p:nvSpPr>
          <p:cNvPr id="34" name="Text 29"/>
          <p:cNvSpPr/>
          <p:nvPr/>
        </p:nvSpPr>
        <p:spPr>
          <a:xfrm>
            <a:off x="2880360" y="4361688"/>
            <a:ext cx="1188720" cy="914400"/>
          </a:xfrm>
          <a:prstGeom prst="rect">
            <a:avLst/>
          </a:prstGeom>
          <a:noFill/>
          <a:ln/>
        </p:spPr>
        <p:txBody>
          <a:bodyPr wrap="square" lIns="0" tIns="0" rIns="0" bIns="0" rtlCol="0" anchor="ctr"/>
          <a:lstStyle/>
          <a:p>
            <a:pPr marL="0" indent="0" algn="r">
              <a:buNone/>
            </a:pPr>
            <a:r>
              <a:rPr lang="en-US" sz="6400" b="1" dirty="0">
                <a:solidFill>
                  <a:srgbClr val="F1F5F9"/>
                </a:solidFill>
                <a:latin typeface="Georgia" pitchFamily="34" charset="0"/>
                <a:ea typeface="Georgia" pitchFamily="34" charset="-122"/>
                <a:cs typeface="Georgia" pitchFamily="34" charset="-120"/>
              </a:rPr>
              <a:t>04</a:t>
            </a:r>
            <a:endParaRPr lang="en-US" sz="6400" dirty="0"/>
          </a:p>
        </p:txBody>
      </p:sp>
      <p:sp>
        <p:nvSpPr>
          <p:cNvPr id="35" name="Shape 30"/>
          <p:cNvSpPr/>
          <p:nvPr/>
        </p:nvSpPr>
        <p:spPr>
          <a:xfrm>
            <a:off x="822960" y="4498848"/>
            <a:ext cx="640080" cy="640080"/>
          </a:xfrm>
          <a:prstGeom prst="ellipse">
            <a:avLst/>
          </a:prstGeom>
          <a:solidFill>
            <a:srgbClr val="1E3A8A"/>
          </a:solidFill>
          <a:ln w="12700">
            <a:solidFill>
              <a:srgbClr val="1E3A8A"/>
            </a:solidFill>
            <a:prstDash val="solid"/>
          </a:ln>
        </p:spPr>
        <p:txBody>
          <a:bodyPr/>
          <a:lstStyle/>
          <a:p>
            <a:endParaRPr lang="fr-FR"/>
          </a:p>
        </p:txBody>
      </p:sp>
      <p:pic>
        <p:nvPicPr>
          <p:cNvPr id="36" name="Image 3" descr="preencoded.png"/>
          <p:cNvPicPr>
            <a:picLocks noChangeAspect="1"/>
          </p:cNvPicPr>
          <p:nvPr/>
        </p:nvPicPr>
        <p:blipFill>
          <a:blip r:embed="rId6"/>
          <a:stretch>
            <a:fillRect/>
          </a:stretch>
        </p:blipFill>
        <p:spPr>
          <a:xfrm>
            <a:off x="932688" y="4608576"/>
            <a:ext cx="420624" cy="420624"/>
          </a:xfrm>
          <a:prstGeom prst="rect">
            <a:avLst/>
          </a:prstGeom>
        </p:spPr>
      </p:pic>
      <p:sp>
        <p:nvSpPr>
          <p:cNvPr id="37" name="Text 31"/>
          <p:cNvSpPr/>
          <p:nvPr/>
        </p:nvSpPr>
        <p:spPr>
          <a:xfrm>
            <a:off x="1600200" y="4544568"/>
            <a:ext cx="2514600" cy="274320"/>
          </a:xfrm>
          <a:prstGeom prst="rect">
            <a:avLst/>
          </a:prstGeom>
          <a:noFill/>
          <a:ln/>
        </p:spPr>
        <p:txBody>
          <a:bodyPr wrap="square" lIns="0" tIns="0" rIns="0" bIns="0" rtlCol="0" anchor="ctr"/>
          <a:lstStyle/>
          <a:p>
            <a:pPr marL="0" indent="0">
              <a:buNone/>
            </a:pPr>
            <a:r>
              <a:rPr lang="en-US" sz="1000" b="1" kern="0" spc="400" dirty="0">
                <a:solidFill>
                  <a:srgbClr val="06B6D4"/>
                </a:solidFill>
                <a:latin typeface="Calibri" pitchFamily="34" charset="0"/>
                <a:ea typeface="Calibri" pitchFamily="34" charset="-122"/>
                <a:cs typeface="Calibri" pitchFamily="34" charset="-120"/>
              </a:rPr>
              <a:t>PARTIE 4</a:t>
            </a:r>
            <a:endParaRPr lang="en-US" sz="1000" dirty="0"/>
          </a:p>
        </p:txBody>
      </p:sp>
      <p:sp>
        <p:nvSpPr>
          <p:cNvPr id="38" name="Text 32"/>
          <p:cNvSpPr/>
          <p:nvPr/>
        </p:nvSpPr>
        <p:spPr>
          <a:xfrm>
            <a:off x="1600200" y="4818888"/>
            <a:ext cx="2514600" cy="36576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Interfaces &amp; services</a:t>
            </a:r>
            <a:endParaRPr lang="en-US" sz="1600" dirty="0"/>
          </a:p>
        </p:txBody>
      </p:sp>
      <p:sp>
        <p:nvSpPr>
          <p:cNvPr id="39" name="Text 33"/>
          <p:cNvSpPr/>
          <p:nvPr/>
        </p:nvSpPr>
        <p:spPr>
          <a:xfrm>
            <a:off x="822960" y="5321808"/>
            <a:ext cx="3154680" cy="50292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Dashboard Flutter, temps </a:t>
            </a:r>
            <a:r>
              <a:rPr lang="en-US" sz="1200" dirty="0" err="1">
                <a:solidFill>
                  <a:srgbClr val="475569"/>
                </a:solidFill>
                <a:latin typeface="Calibri" pitchFamily="34" charset="0"/>
                <a:ea typeface="Calibri" pitchFamily="34" charset="-122"/>
                <a:cs typeface="Calibri" pitchFamily="34" charset="-120"/>
              </a:rPr>
              <a:t>réel</a:t>
            </a:r>
            <a:r>
              <a:rPr lang="en-US" sz="1200" dirty="0">
                <a:solidFill>
                  <a:srgbClr val="475569"/>
                </a:solidFill>
                <a:latin typeface="Calibri" pitchFamily="34" charset="0"/>
                <a:ea typeface="Calibri" pitchFamily="34" charset="-122"/>
                <a:cs typeface="Calibri" pitchFamily="34" charset="-120"/>
              </a:rPr>
              <a:t> </a:t>
            </a:r>
            <a:endParaRPr lang="en-US" sz="1200" dirty="0"/>
          </a:p>
        </p:txBody>
      </p:sp>
      <p:sp>
        <p:nvSpPr>
          <p:cNvPr id="40" name="Shape 34"/>
          <p:cNvSpPr/>
          <p:nvPr/>
        </p:nvSpPr>
        <p:spPr>
          <a:xfrm>
            <a:off x="822960" y="5852160"/>
            <a:ext cx="3154680" cy="0"/>
          </a:xfrm>
          <a:prstGeom prst="line">
            <a:avLst/>
          </a:prstGeom>
          <a:noFill/>
          <a:ln w="12700">
            <a:solidFill>
              <a:srgbClr val="E2E8F0"/>
            </a:solidFill>
            <a:prstDash val="solid"/>
          </a:ln>
        </p:spPr>
        <p:txBody>
          <a:bodyPr/>
          <a:lstStyle/>
          <a:p>
            <a:endParaRPr lang="fr-FR"/>
          </a:p>
        </p:txBody>
      </p:sp>
      <p:sp>
        <p:nvSpPr>
          <p:cNvPr id="42" name="Shape 36"/>
          <p:cNvSpPr/>
          <p:nvPr/>
        </p:nvSpPr>
        <p:spPr>
          <a:xfrm>
            <a:off x="4398264" y="4224528"/>
            <a:ext cx="3703320" cy="1965960"/>
          </a:xfrm>
          <a:prstGeom prst="rect">
            <a:avLst/>
          </a:prstGeom>
          <a:solidFill>
            <a:srgbClr val="FFFFFF"/>
          </a:solidFill>
          <a:ln w="12700">
            <a:solidFill>
              <a:srgbClr val="E2E8F0"/>
            </a:solidFill>
            <a:prstDash val="solid"/>
          </a:ln>
          <a:effectLst>
            <a:outerShdw blurRad="127000" dist="38100" dir="5400000" algn="bl" rotWithShape="0">
              <a:srgbClr val="0F172A">
                <a:alpha val="8000"/>
              </a:srgbClr>
            </a:outerShdw>
          </a:effectLst>
        </p:spPr>
        <p:txBody>
          <a:bodyPr/>
          <a:lstStyle/>
          <a:p>
            <a:endParaRPr lang="fr-FR"/>
          </a:p>
        </p:txBody>
      </p:sp>
      <p:sp>
        <p:nvSpPr>
          <p:cNvPr id="43" name="Text 37"/>
          <p:cNvSpPr/>
          <p:nvPr/>
        </p:nvSpPr>
        <p:spPr>
          <a:xfrm>
            <a:off x="6729984" y="4361688"/>
            <a:ext cx="1188720" cy="914400"/>
          </a:xfrm>
          <a:prstGeom prst="rect">
            <a:avLst/>
          </a:prstGeom>
          <a:noFill/>
          <a:ln/>
        </p:spPr>
        <p:txBody>
          <a:bodyPr wrap="square" lIns="0" tIns="0" rIns="0" bIns="0" rtlCol="0" anchor="ctr"/>
          <a:lstStyle/>
          <a:p>
            <a:pPr marL="0" indent="0" algn="r">
              <a:buNone/>
            </a:pPr>
            <a:r>
              <a:rPr lang="en-US" sz="6400" b="1" dirty="0">
                <a:solidFill>
                  <a:srgbClr val="F1F5F9"/>
                </a:solidFill>
                <a:latin typeface="Georgia" pitchFamily="34" charset="0"/>
                <a:ea typeface="Georgia" pitchFamily="34" charset="-122"/>
                <a:cs typeface="Georgia" pitchFamily="34" charset="-120"/>
              </a:rPr>
              <a:t>05</a:t>
            </a:r>
            <a:endParaRPr lang="en-US" sz="6400" dirty="0"/>
          </a:p>
        </p:txBody>
      </p:sp>
      <p:sp>
        <p:nvSpPr>
          <p:cNvPr id="44" name="Shape 38"/>
          <p:cNvSpPr/>
          <p:nvPr/>
        </p:nvSpPr>
        <p:spPr>
          <a:xfrm>
            <a:off x="4672584" y="4498848"/>
            <a:ext cx="640080" cy="640080"/>
          </a:xfrm>
          <a:prstGeom prst="ellipse">
            <a:avLst/>
          </a:prstGeom>
          <a:solidFill>
            <a:srgbClr val="1E3A8A"/>
          </a:solidFill>
          <a:ln w="12700">
            <a:solidFill>
              <a:srgbClr val="1E3A8A"/>
            </a:solidFill>
            <a:prstDash val="solid"/>
          </a:ln>
        </p:spPr>
        <p:txBody>
          <a:bodyPr/>
          <a:lstStyle/>
          <a:p>
            <a:endParaRPr lang="fr-FR"/>
          </a:p>
        </p:txBody>
      </p:sp>
      <p:pic>
        <p:nvPicPr>
          <p:cNvPr id="45" name="Image 4" descr="preencoded.png"/>
          <p:cNvPicPr>
            <a:picLocks noChangeAspect="1"/>
          </p:cNvPicPr>
          <p:nvPr/>
        </p:nvPicPr>
        <p:blipFill>
          <a:blip r:embed="rId7"/>
          <a:stretch>
            <a:fillRect/>
          </a:stretch>
        </p:blipFill>
        <p:spPr>
          <a:xfrm>
            <a:off x="4782312" y="4608576"/>
            <a:ext cx="420624" cy="420624"/>
          </a:xfrm>
          <a:prstGeom prst="rect">
            <a:avLst/>
          </a:prstGeom>
        </p:spPr>
      </p:pic>
      <p:sp>
        <p:nvSpPr>
          <p:cNvPr id="46" name="Text 39"/>
          <p:cNvSpPr/>
          <p:nvPr/>
        </p:nvSpPr>
        <p:spPr>
          <a:xfrm>
            <a:off x="5449824" y="4544568"/>
            <a:ext cx="2514600" cy="274320"/>
          </a:xfrm>
          <a:prstGeom prst="rect">
            <a:avLst/>
          </a:prstGeom>
          <a:noFill/>
          <a:ln/>
        </p:spPr>
        <p:txBody>
          <a:bodyPr wrap="square" lIns="0" tIns="0" rIns="0" bIns="0" rtlCol="0" anchor="ctr"/>
          <a:lstStyle/>
          <a:p>
            <a:pPr marL="0" indent="0">
              <a:buNone/>
            </a:pPr>
            <a:r>
              <a:rPr lang="en-US" sz="1000" b="1" kern="0" spc="400" dirty="0">
                <a:solidFill>
                  <a:srgbClr val="06B6D4"/>
                </a:solidFill>
                <a:latin typeface="Calibri" pitchFamily="34" charset="0"/>
                <a:ea typeface="Calibri" pitchFamily="34" charset="-122"/>
                <a:cs typeface="Calibri" pitchFamily="34" charset="-120"/>
              </a:rPr>
              <a:t>PARTIE 5</a:t>
            </a:r>
            <a:endParaRPr lang="en-US" sz="1000" dirty="0"/>
          </a:p>
        </p:txBody>
      </p:sp>
      <p:sp>
        <p:nvSpPr>
          <p:cNvPr id="47" name="Text 40"/>
          <p:cNvSpPr/>
          <p:nvPr/>
        </p:nvSpPr>
        <p:spPr>
          <a:xfrm>
            <a:off x="5449824" y="4818888"/>
            <a:ext cx="2514600" cy="36576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Pilotage &amp; sécurité</a:t>
            </a:r>
            <a:endParaRPr lang="en-US" sz="1600" dirty="0"/>
          </a:p>
        </p:txBody>
      </p:sp>
      <p:sp>
        <p:nvSpPr>
          <p:cNvPr id="48" name="Text 41"/>
          <p:cNvSpPr/>
          <p:nvPr/>
        </p:nvSpPr>
        <p:spPr>
          <a:xfrm>
            <a:off x="4672584" y="5321808"/>
            <a:ext cx="3154680" cy="50292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Tests, analytics, KPIs et sécurité</a:t>
            </a:r>
            <a:endParaRPr lang="en-US" sz="1200" dirty="0"/>
          </a:p>
        </p:txBody>
      </p:sp>
      <p:sp>
        <p:nvSpPr>
          <p:cNvPr id="49" name="Shape 42"/>
          <p:cNvSpPr/>
          <p:nvPr/>
        </p:nvSpPr>
        <p:spPr>
          <a:xfrm>
            <a:off x="4672584" y="5852160"/>
            <a:ext cx="3154680" cy="0"/>
          </a:xfrm>
          <a:prstGeom prst="line">
            <a:avLst/>
          </a:prstGeom>
          <a:noFill/>
          <a:ln w="12700">
            <a:solidFill>
              <a:srgbClr val="E2E8F0"/>
            </a:solidFill>
            <a:prstDash val="solid"/>
          </a:ln>
        </p:spPr>
        <p:txBody>
          <a:bodyPr/>
          <a:lstStyle/>
          <a:p>
            <a:endParaRPr lang="fr-FR"/>
          </a:p>
        </p:txBody>
      </p:sp>
      <p:sp>
        <p:nvSpPr>
          <p:cNvPr id="51" name="Shape 44"/>
          <p:cNvSpPr/>
          <p:nvPr/>
        </p:nvSpPr>
        <p:spPr>
          <a:xfrm>
            <a:off x="8247888" y="4224528"/>
            <a:ext cx="3703320" cy="1965960"/>
          </a:xfrm>
          <a:prstGeom prst="rect">
            <a:avLst/>
          </a:prstGeom>
          <a:solidFill>
            <a:srgbClr val="FFFFFF"/>
          </a:solidFill>
          <a:ln w="12700">
            <a:solidFill>
              <a:srgbClr val="E2E8F0"/>
            </a:solidFill>
            <a:prstDash val="solid"/>
          </a:ln>
          <a:effectLst>
            <a:outerShdw blurRad="127000" dist="38100" dir="5400000" algn="bl" rotWithShape="0">
              <a:srgbClr val="0F172A">
                <a:alpha val="8000"/>
              </a:srgbClr>
            </a:outerShdw>
          </a:effectLst>
        </p:spPr>
        <p:txBody>
          <a:bodyPr/>
          <a:lstStyle/>
          <a:p>
            <a:endParaRPr lang="fr-FR"/>
          </a:p>
        </p:txBody>
      </p:sp>
      <p:sp>
        <p:nvSpPr>
          <p:cNvPr id="52" name="Text 45"/>
          <p:cNvSpPr/>
          <p:nvPr/>
        </p:nvSpPr>
        <p:spPr>
          <a:xfrm>
            <a:off x="10579608" y="4361688"/>
            <a:ext cx="1188720" cy="914400"/>
          </a:xfrm>
          <a:prstGeom prst="rect">
            <a:avLst/>
          </a:prstGeom>
          <a:noFill/>
          <a:ln/>
        </p:spPr>
        <p:txBody>
          <a:bodyPr wrap="square" lIns="0" tIns="0" rIns="0" bIns="0" rtlCol="0" anchor="ctr"/>
          <a:lstStyle/>
          <a:p>
            <a:pPr marL="0" indent="0" algn="r">
              <a:buNone/>
            </a:pPr>
            <a:r>
              <a:rPr lang="en-US" sz="6400" b="1" dirty="0">
                <a:solidFill>
                  <a:srgbClr val="F1F5F9"/>
                </a:solidFill>
                <a:latin typeface="Georgia" pitchFamily="34" charset="0"/>
                <a:ea typeface="Georgia" pitchFamily="34" charset="-122"/>
                <a:cs typeface="Georgia" pitchFamily="34" charset="-120"/>
              </a:rPr>
              <a:t>06</a:t>
            </a:r>
            <a:endParaRPr lang="en-US" sz="6400" dirty="0"/>
          </a:p>
        </p:txBody>
      </p:sp>
      <p:sp>
        <p:nvSpPr>
          <p:cNvPr id="53" name="Shape 46"/>
          <p:cNvSpPr/>
          <p:nvPr/>
        </p:nvSpPr>
        <p:spPr>
          <a:xfrm>
            <a:off x="8522208" y="4498848"/>
            <a:ext cx="640080" cy="640080"/>
          </a:xfrm>
          <a:prstGeom prst="ellipse">
            <a:avLst/>
          </a:prstGeom>
          <a:solidFill>
            <a:srgbClr val="1E3A8A"/>
          </a:solidFill>
          <a:ln w="12700">
            <a:solidFill>
              <a:srgbClr val="1E3A8A"/>
            </a:solidFill>
            <a:prstDash val="solid"/>
          </a:ln>
        </p:spPr>
        <p:txBody>
          <a:bodyPr/>
          <a:lstStyle/>
          <a:p>
            <a:endParaRPr lang="fr-FR"/>
          </a:p>
        </p:txBody>
      </p:sp>
      <p:pic>
        <p:nvPicPr>
          <p:cNvPr id="54" name="Image 5" descr="preencoded.png"/>
          <p:cNvPicPr>
            <a:picLocks noChangeAspect="1"/>
          </p:cNvPicPr>
          <p:nvPr/>
        </p:nvPicPr>
        <p:blipFill>
          <a:blip r:embed="rId8"/>
          <a:stretch>
            <a:fillRect/>
          </a:stretch>
        </p:blipFill>
        <p:spPr>
          <a:xfrm>
            <a:off x="8631936" y="4608576"/>
            <a:ext cx="420624" cy="420624"/>
          </a:xfrm>
          <a:prstGeom prst="rect">
            <a:avLst/>
          </a:prstGeom>
        </p:spPr>
      </p:pic>
      <p:sp>
        <p:nvSpPr>
          <p:cNvPr id="55" name="Text 47"/>
          <p:cNvSpPr/>
          <p:nvPr/>
        </p:nvSpPr>
        <p:spPr>
          <a:xfrm>
            <a:off x="9299448" y="4544568"/>
            <a:ext cx="2514600" cy="274320"/>
          </a:xfrm>
          <a:prstGeom prst="rect">
            <a:avLst/>
          </a:prstGeom>
          <a:noFill/>
          <a:ln/>
        </p:spPr>
        <p:txBody>
          <a:bodyPr wrap="square" lIns="0" tIns="0" rIns="0" bIns="0" rtlCol="0" anchor="ctr"/>
          <a:lstStyle/>
          <a:p>
            <a:pPr marL="0" indent="0">
              <a:buNone/>
            </a:pPr>
            <a:r>
              <a:rPr lang="en-US" sz="1000" b="1" kern="0" spc="400" dirty="0">
                <a:solidFill>
                  <a:srgbClr val="06B6D4"/>
                </a:solidFill>
                <a:latin typeface="Calibri" pitchFamily="34" charset="0"/>
                <a:ea typeface="Calibri" pitchFamily="34" charset="-122"/>
                <a:cs typeface="Calibri" pitchFamily="34" charset="-120"/>
              </a:rPr>
              <a:t>PARTIE 6</a:t>
            </a:r>
            <a:endParaRPr lang="en-US" sz="1000" dirty="0"/>
          </a:p>
        </p:txBody>
      </p:sp>
      <p:sp>
        <p:nvSpPr>
          <p:cNvPr id="56" name="Text 48"/>
          <p:cNvSpPr/>
          <p:nvPr/>
        </p:nvSpPr>
        <p:spPr>
          <a:xfrm>
            <a:off x="9299448" y="4818888"/>
            <a:ext cx="2514600" cy="36576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Bilan &amp; démonstration</a:t>
            </a:r>
            <a:endParaRPr lang="en-US" sz="1600" dirty="0"/>
          </a:p>
        </p:txBody>
      </p:sp>
      <p:sp>
        <p:nvSpPr>
          <p:cNvPr id="57" name="Text 49"/>
          <p:cNvSpPr/>
          <p:nvPr/>
        </p:nvSpPr>
        <p:spPr>
          <a:xfrm>
            <a:off x="8522208" y="5321808"/>
            <a:ext cx="3154680" cy="50292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Points forts, limites, démo et conclusion</a:t>
            </a:r>
            <a:endParaRPr lang="en-US" sz="1200" dirty="0"/>
          </a:p>
        </p:txBody>
      </p:sp>
      <p:sp>
        <p:nvSpPr>
          <p:cNvPr id="58" name="Shape 50"/>
          <p:cNvSpPr/>
          <p:nvPr/>
        </p:nvSpPr>
        <p:spPr>
          <a:xfrm>
            <a:off x="8522208" y="5852160"/>
            <a:ext cx="3154680" cy="0"/>
          </a:xfrm>
          <a:prstGeom prst="line">
            <a:avLst/>
          </a:prstGeom>
          <a:noFill/>
          <a:ln w="12700">
            <a:solidFill>
              <a:srgbClr val="E2E8F0"/>
            </a:solidFill>
            <a:prstDash val="solid"/>
          </a:ln>
        </p:spPr>
        <p:txBody>
          <a:bodyPr/>
          <a:lstStyle/>
          <a:p>
            <a:endParaRPr lang="fr-F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1+#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1+#ppt_w/2"/>
                                          </p:val>
                                        </p:tav>
                                        <p:tav tm="100000">
                                          <p:val>
                                            <p:strVal val="#ppt_x"/>
                                          </p:val>
                                        </p:tav>
                                      </p:tavLst>
                                    </p:anim>
                                    <p:anim calcmode="lin" valueType="num">
                                      <p:cBhvr additive="base">
                                        <p:cTn id="16" dur="500" fill="hold"/>
                                        <p:tgtEl>
                                          <p:spTgt spid="8"/>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1+#ppt_w/2"/>
                                          </p:val>
                                        </p:tav>
                                        <p:tav tm="100000">
                                          <p:val>
                                            <p:strVal val="#ppt_x"/>
                                          </p:val>
                                        </p:tav>
                                      </p:tavLst>
                                    </p:anim>
                                    <p:anim calcmode="lin" valueType="num">
                                      <p:cBhvr additive="base">
                                        <p:cTn id="20" dur="500" fill="hold"/>
                                        <p:tgtEl>
                                          <p:spTgt spid="9"/>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500" fill="hold"/>
                                        <p:tgtEl>
                                          <p:spTgt spid="10"/>
                                        </p:tgtEl>
                                        <p:attrNameLst>
                                          <p:attrName>ppt_x</p:attrName>
                                        </p:attrNameLst>
                                      </p:cBhvr>
                                      <p:tavLst>
                                        <p:tav tm="0">
                                          <p:val>
                                            <p:strVal val="1+#ppt_w/2"/>
                                          </p:val>
                                        </p:tav>
                                        <p:tav tm="100000">
                                          <p:val>
                                            <p:strVal val="#ppt_x"/>
                                          </p:val>
                                        </p:tav>
                                      </p:tavLst>
                                    </p:anim>
                                    <p:anim calcmode="lin" valueType="num">
                                      <p:cBhvr additive="base">
                                        <p:cTn id="24" dur="500" fill="hold"/>
                                        <p:tgtEl>
                                          <p:spTgt spid="10"/>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1+#ppt_w/2"/>
                                          </p:val>
                                        </p:tav>
                                        <p:tav tm="100000">
                                          <p:val>
                                            <p:strVal val="#ppt_x"/>
                                          </p:val>
                                        </p:tav>
                                      </p:tavLst>
                                    </p:anim>
                                    <p:anim calcmode="lin" valueType="num">
                                      <p:cBhvr additive="base">
                                        <p:cTn id="28" dur="500" fill="hold"/>
                                        <p:tgtEl>
                                          <p:spTgt spid="11"/>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1+#ppt_w/2"/>
                                          </p:val>
                                        </p:tav>
                                        <p:tav tm="100000">
                                          <p:val>
                                            <p:strVal val="#ppt_x"/>
                                          </p:val>
                                        </p:tav>
                                      </p:tavLst>
                                    </p:anim>
                                    <p:anim calcmode="lin" valueType="num">
                                      <p:cBhvr additive="base">
                                        <p:cTn id="32" dur="500" fill="hold"/>
                                        <p:tgtEl>
                                          <p:spTgt spid="12"/>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 calcmode="lin" valueType="num">
                                      <p:cBhvr additive="base">
                                        <p:cTn id="35" dur="500" fill="hold"/>
                                        <p:tgtEl>
                                          <p:spTgt spid="13"/>
                                        </p:tgtEl>
                                        <p:attrNameLst>
                                          <p:attrName>ppt_x</p:attrName>
                                        </p:attrNameLst>
                                      </p:cBhvr>
                                      <p:tavLst>
                                        <p:tav tm="0">
                                          <p:val>
                                            <p:strVal val="1+#ppt_w/2"/>
                                          </p:val>
                                        </p:tav>
                                        <p:tav tm="100000">
                                          <p:val>
                                            <p:strVal val="#ppt_x"/>
                                          </p:val>
                                        </p:tav>
                                      </p:tavLst>
                                    </p:anim>
                                    <p:anim calcmode="lin" valueType="num">
                                      <p:cBhvr additive="base">
                                        <p:cTn id="36" dur="500" fill="hold"/>
                                        <p:tgtEl>
                                          <p:spTgt spid="13"/>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 calcmode="lin" valueType="num">
                                      <p:cBhvr additive="base">
                                        <p:cTn id="39" dur="500" fill="hold"/>
                                        <p:tgtEl>
                                          <p:spTgt spid="15"/>
                                        </p:tgtEl>
                                        <p:attrNameLst>
                                          <p:attrName>ppt_x</p:attrName>
                                        </p:attrNameLst>
                                      </p:cBhvr>
                                      <p:tavLst>
                                        <p:tav tm="0">
                                          <p:val>
                                            <p:strVal val="1+#ppt_w/2"/>
                                          </p:val>
                                        </p:tav>
                                        <p:tav tm="100000">
                                          <p:val>
                                            <p:strVal val="#ppt_x"/>
                                          </p:val>
                                        </p:tav>
                                      </p:tavLst>
                                    </p:anim>
                                    <p:anim calcmode="lin" valueType="num">
                                      <p:cBhvr additive="base">
                                        <p:cTn id="40" dur="500" fill="hold"/>
                                        <p:tgtEl>
                                          <p:spTgt spid="15"/>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 calcmode="lin" valueType="num">
                                      <p:cBhvr additive="base">
                                        <p:cTn id="43" dur="500" fill="hold"/>
                                        <p:tgtEl>
                                          <p:spTgt spid="16"/>
                                        </p:tgtEl>
                                        <p:attrNameLst>
                                          <p:attrName>ppt_x</p:attrName>
                                        </p:attrNameLst>
                                      </p:cBhvr>
                                      <p:tavLst>
                                        <p:tav tm="0">
                                          <p:val>
                                            <p:strVal val="1+#ppt_w/2"/>
                                          </p:val>
                                        </p:tav>
                                        <p:tav tm="100000">
                                          <p:val>
                                            <p:strVal val="#ppt_x"/>
                                          </p:val>
                                        </p:tav>
                                      </p:tavLst>
                                    </p:anim>
                                    <p:anim calcmode="lin" valueType="num">
                                      <p:cBhvr additive="base">
                                        <p:cTn id="44" dur="500" fill="hold"/>
                                        <p:tgtEl>
                                          <p:spTgt spid="16"/>
                                        </p:tgtEl>
                                        <p:attrNameLst>
                                          <p:attrName>ppt_y</p:attrName>
                                        </p:attrNameLst>
                                      </p:cBhvr>
                                      <p:tavLst>
                                        <p:tav tm="0">
                                          <p:val>
                                            <p:strVal val="#ppt_y"/>
                                          </p:val>
                                        </p:tav>
                                        <p:tav tm="100000">
                                          <p:val>
                                            <p:strVal val="#ppt_y"/>
                                          </p:val>
                                        </p:tav>
                                      </p:tavLst>
                                    </p:anim>
                                  </p:childTnLst>
                                </p:cTn>
                              </p:par>
                              <p:par>
                                <p:cTn id="45" presetID="2" presetClass="entr" presetSubtype="2"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 calcmode="lin" valueType="num">
                                      <p:cBhvr additive="base">
                                        <p:cTn id="47" dur="500" fill="hold"/>
                                        <p:tgtEl>
                                          <p:spTgt spid="17"/>
                                        </p:tgtEl>
                                        <p:attrNameLst>
                                          <p:attrName>ppt_x</p:attrName>
                                        </p:attrNameLst>
                                      </p:cBhvr>
                                      <p:tavLst>
                                        <p:tav tm="0">
                                          <p:val>
                                            <p:strVal val="1+#ppt_w/2"/>
                                          </p:val>
                                        </p:tav>
                                        <p:tav tm="100000">
                                          <p:val>
                                            <p:strVal val="#ppt_x"/>
                                          </p:val>
                                        </p:tav>
                                      </p:tavLst>
                                    </p:anim>
                                    <p:anim calcmode="lin" valueType="num">
                                      <p:cBhvr additive="base">
                                        <p:cTn id="48" dur="500" fill="hold"/>
                                        <p:tgtEl>
                                          <p:spTgt spid="17"/>
                                        </p:tgtEl>
                                        <p:attrNameLst>
                                          <p:attrName>ppt_y</p:attrName>
                                        </p:attrNameLst>
                                      </p:cBhvr>
                                      <p:tavLst>
                                        <p:tav tm="0">
                                          <p:val>
                                            <p:strVal val="#ppt_y"/>
                                          </p:val>
                                        </p:tav>
                                        <p:tav tm="100000">
                                          <p:val>
                                            <p:strVal val="#ppt_y"/>
                                          </p:val>
                                        </p:tav>
                                      </p:tavLst>
                                    </p:anim>
                                  </p:childTnLst>
                                </p:cTn>
                              </p:par>
                              <p:par>
                                <p:cTn id="49" presetID="2" presetClass="entr" presetSubtype="2" fill="hold" nodeType="withEffect">
                                  <p:stCondLst>
                                    <p:cond delay="0"/>
                                  </p:stCondLst>
                                  <p:childTnLst>
                                    <p:set>
                                      <p:cBhvr>
                                        <p:cTn id="50" dur="1" fill="hold">
                                          <p:stCondLst>
                                            <p:cond delay="0"/>
                                          </p:stCondLst>
                                        </p:cTn>
                                        <p:tgtEl>
                                          <p:spTgt spid="18"/>
                                        </p:tgtEl>
                                        <p:attrNameLst>
                                          <p:attrName>style.visibility</p:attrName>
                                        </p:attrNameLst>
                                      </p:cBhvr>
                                      <p:to>
                                        <p:strVal val="visible"/>
                                      </p:to>
                                    </p:set>
                                    <p:anim calcmode="lin" valueType="num">
                                      <p:cBhvr additive="base">
                                        <p:cTn id="51" dur="500" fill="hold"/>
                                        <p:tgtEl>
                                          <p:spTgt spid="18"/>
                                        </p:tgtEl>
                                        <p:attrNameLst>
                                          <p:attrName>ppt_x</p:attrName>
                                        </p:attrNameLst>
                                      </p:cBhvr>
                                      <p:tavLst>
                                        <p:tav tm="0">
                                          <p:val>
                                            <p:strVal val="1+#ppt_w/2"/>
                                          </p:val>
                                        </p:tav>
                                        <p:tav tm="100000">
                                          <p:val>
                                            <p:strVal val="#ppt_x"/>
                                          </p:val>
                                        </p:tav>
                                      </p:tavLst>
                                    </p:anim>
                                    <p:anim calcmode="lin" valueType="num">
                                      <p:cBhvr additive="base">
                                        <p:cTn id="52" dur="500" fill="hold"/>
                                        <p:tgtEl>
                                          <p:spTgt spid="18"/>
                                        </p:tgtEl>
                                        <p:attrNameLst>
                                          <p:attrName>ppt_y</p:attrName>
                                        </p:attrNameLst>
                                      </p:cBhvr>
                                      <p:tavLst>
                                        <p:tav tm="0">
                                          <p:val>
                                            <p:strVal val="#ppt_y"/>
                                          </p:val>
                                        </p:tav>
                                        <p:tav tm="100000">
                                          <p:val>
                                            <p:strVal val="#ppt_y"/>
                                          </p:val>
                                        </p:tav>
                                      </p:tavLst>
                                    </p:anim>
                                  </p:childTnLst>
                                </p:cTn>
                              </p:par>
                              <p:par>
                                <p:cTn id="53" presetID="2" presetClass="entr" presetSubtype="2"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 calcmode="lin" valueType="num">
                                      <p:cBhvr additive="base">
                                        <p:cTn id="55" dur="500" fill="hold"/>
                                        <p:tgtEl>
                                          <p:spTgt spid="19"/>
                                        </p:tgtEl>
                                        <p:attrNameLst>
                                          <p:attrName>ppt_x</p:attrName>
                                        </p:attrNameLst>
                                      </p:cBhvr>
                                      <p:tavLst>
                                        <p:tav tm="0">
                                          <p:val>
                                            <p:strVal val="1+#ppt_w/2"/>
                                          </p:val>
                                        </p:tav>
                                        <p:tav tm="100000">
                                          <p:val>
                                            <p:strVal val="#ppt_x"/>
                                          </p:val>
                                        </p:tav>
                                      </p:tavLst>
                                    </p:anim>
                                    <p:anim calcmode="lin" valueType="num">
                                      <p:cBhvr additive="base">
                                        <p:cTn id="56" dur="500" fill="hold"/>
                                        <p:tgtEl>
                                          <p:spTgt spid="19"/>
                                        </p:tgtEl>
                                        <p:attrNameLst>
                                          <p:attrName>ppt_y</p:attrName>
                                        </p:attrNameLst>
                                      </p:cBhvr>
                                      <p:tavLst>
                                        <p:tav tm="0">
                                          <p:val>
                                            <p:strVal val="#ppt_y"/>
                                          </p:val>
                                        </p:tav>
                                        <p:tav tm="100000">
                                          <p:val>
                                            <p:strVal val="#ppt_y"/>
                                          </p:val>
                                        </p:tav>
                                      </p:tavLst>
                                    </p:anim>
                                  </p:childTnLst>
                                </p:cTn>
                              </p:par>
                              <p:par>
                                <p:cTn id="57" presetID="2" presetClass="entr" presetSubtype="2" fill="hold" grpId="0" nodeType="withEffect">
                                  <p:stCondLst>
                                    <p:cond delay="0"/>
                                  </p:stCondLst>
                                  <p:childTnLst>
                                    <p:set>
                                      <p:cBhvr>
                                        <p:cTn id="58" dur="1" fill="hold">
                                          <p:stCondLst>
                                            <p:cond delay="0"/>
                                          </p:stCondLst>
                                        </p:cTn>
                                        <p:tgtEl>
                                          <p:spTgt spid="20"/>
                                        </p:tgtEl>
                                        <p:attrNameLst>
                                          <p:attrName>style.visibility</p:attrName>
                                        </p:attrNameLst>
                                      </p:cBhvr>
                                      <p:to>
                                        <p:strVal val="visible"/>
                                      </p:to>
                                    </p:set>
                                    <p:anim calcmode="lin" valueType="num">
                                      <p:cBhvr additive="base">
                                        <p:cTn id="59" dur="500" fill="hold"/>
                                        <p:tgtEl>
                                          <p:spTgt spid="20"/>
                                        </p:tgtEl>
                                        <p:attrNameLst>
                                          <p:attrName>ppt_x</p:attrName>
                                        </p:attrNameLst>
                                      </p:cBhvr>
                                      <p:tavLst>
                                        <p:tav tm="0">
                                          <p:val>
                                            <p:strVal val="1+#ppt_w/2"/>
                                          </p:val>
                                        </p:tav>
                                        <p:tav tm="100000">
                                          <p:val>
                                            <p:strVal val="#ppt_x"/>
                                          </p:val>
                                        </p:tav>
                                      </p:tavLst>
                                    </p:anim>
                                    <p:anim calcmode="lin" valueType="num">
                                      <p:cBhvr additive="base">
                                        <p:cTn id="60" dur="500" fill="hold"/>
                                        <p:tgtEl>
                                          <p:spTgt spid="20"/>
                                        </p:tgtEl>
                                        <p:attrNameLst>
                                          <p:attrName>ppt_y</p:attrName>
                                        </p:attrNameLst>
                                      </p:cBhvr>
                                      <p:tavLst>
                                        <p:tav tm="0">
                                          <p:val>
                                            <p:strVal val="#ppt_y"/>
                                          </p:val>
                                        </p:tav>
                                        <p:tav tm="100000">
                                          <p:val>
                                            <p:strVal val="#ppt_y"/>
                                          </p:val>
                                        </p:tav>
                                      </p:tavLst>
                                    </p:anim>
                                  </p:childTnLst>
                                </p:cTn>
                              </p:par>
                              <p:par>
                                <p:cTn id="61" presetID="2" presetClass="entr" presetSubtype="2"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 calcmode="lin" valueType="num">
                                      <p:cBhvr additive="base">
                                        <p:cTn id="63" dur="500" fill="hold"/>
                                        <p:tgtEl>
                                          <p:spTgt spid="21"/>
                                        </p:tgtEl>
                                        <p:attrNameLst>
                                          <p:attrName>ppt_x</p:attrName>
                                        </p:attrNameLst>
                                      </p:cBhvr>
                                      <p:tavLst>
                                        <p:tav tm="0">
                                          <p:val>
                                            <p:strVal val="1+#ppt_w/2"/>
                                          </p:val>
                                        </p:tav>
                                        <p:tav tm="100000">
                                          <p:val>
                                            <p:strVal val="#ppt_x"/>
                                          </p:val>
                                        </p:tav>
                                      </p:tavLst>
                                    </p:anim>
                                    <p:anim calcmode="lin" valueType="num">
                                      <p:cBhvr additive="base">
                                        <p:cTn id="64" dur="500" fill="hold"/>
                                        <p:tgtEl>
                                          <p:spTgt spid="21"/>
                                        </p:tgtEl>
                                        <p:attrNameLst>
                                          <p:attrName>ppt_y</p:attrName>
                                        </p:attrNameLst>
                                      </p:cBhvr>
                                      <p:tavLst>
                                        <p:tav tm="0">
                                          <p:val>
                                            <p:strVal val="#ppt_y"/>
                                          </p:val>
                                        </p:tav>
                                        <p:tav tm="100000">
                                          <p:val>
                                            <p:strVal val="#ppt_y"/>
                                          </p:val>
                                        </p:tav>
                                      </p:tavLst>
                                    </p:anim>
                                  </p:childTnLst>
                                </p:cTn>
                              </p:par>
                              <p:par>
                                <p:cTn id="65" presetID="2" presetClass="entr" presetSubtype="2" fill="hold" grpId="0" nodeType="withEffect">
                                  <p:stCondLst>
                                    <p:cond delay="0"/>
                                  </p:stCondLst>
                                  <p:childTnLst>
                                    <p:set>
                                      <p:cBhvr>
                                        <p:cTn id="66" dur="1" fill="hold">
                                          <p:stCondLst>
                                            <p:cond delay="0"/>
                                          </p:stCondLst>
                                        </p:cTn>
                                        <p:tgtEl>
                                          <p:spTgt spid="22"/>
                                        </p:tgtEl>
                                        <p:attrNameLst>
                                          <p:attrName>style.visibility</p:attrName>
                                        </p:attrNameLst>
                                      </p:cBhvr>
                                      <p:to>
                                        <p:strVal val="visible"/>
                                      </p:to>
                                    </p:set>
                                    <p:anim calcmode="lin" valueType="num">
                                      <p:cBhvr additive="base">
                                        <p:cTn id="67" dur="500" fill="hold"/>
                                        <p:tgtEl>
                                          <p:spTgt spid="22"/>
                                        </p:tgtEl>
                                        <p:attrNameLst>
                                          <p:attrName>ppt_x</p:attrName>
                                        </p:attrNameLst>
                                      </p:cBhvr>
                                      <p:tavLst>
                                        <p:tav tm="0">
                                          <p:val>
                                            <p:strVal val="1+#ppt_w/2"/>
                                          </p:val>
                                        </p:tav>
                                        <p:tav tm="100000">
                                          <p:val>
                                            <p:strVal val="#ppt_x"/>
                                          </p:val>
                                        </p:tav>
                                      </p:tavLst>
                                    </p:anim>
                                    <p:anim calcmode="lin" valueType="num">
                                      <p:cBhvr additive="base">
                                        <p:cTn id="68" dur="500" fill="hold"/>
                                        <p:tgtEl>
                                          <p:spTgt spid="22"/>
                                        </p:tgtEl>
                                        <p:attrNameLst>
                                          <p:attrName>ppt_y</p:attrName>
                                        </p:attrNameLst>
                                      </p:cBhvr>
                                      <p:tavLst>
                                        <p:tav tm="0">
                                          <p:val>
                                            <p:strVal val="#ppt_y"/>
                                          </p:val>
                                        </p:tav>
                                        <p:tav tm="100000">
                                          <p:val>
                                            <p:strVal val="#ppt_y"/>
                                          </p:val>
                                        </p:tav>
                                      </p:tavLst>
                                    </p:anim>
                                  </p:childTnLst>
                                </p:cTn>
                              </p:par>
                              <p:par>
                                <p:cTn id="69" presetID="2" presetClass="entr" presetSubtype="2" fill="hold" grpId="0" nodeType="withEffect">
                                  <p:stCondLst>
                                    <p:cond delay="0"/>
                                  </p:stCondLst>
                                  <p:childTnLst>
                                    <p:set>
                                      <p:cBhvr>
                                        <p:cTn id="70" dur="1" fill="hold">
                                          <p:stCondLst>
                                            <p:cond delay="0"/>
                                          </p:stCondLst>
                                        </p:cTn>
                                        <p:tgtEl>
                                          <p:spTgt spid="24"/>
                                        </p:tgtEl>
                                        <p:attrNameLst>
                                          <p:attrName>style.visibility</p:attrName>
                                        </p:attrNameLst>
                                      </p:cBhvr>
                                      <p:to>
                                        <p:strVal val="visible"/>
                                      </p:to>
                                    </p:set>
                                    <p:anim calcmode="lin" valueType="num">
                                      <p:cBhvr additive="base">
                                        <p:cTn id="71" dur="500" fill="hold"/>
                                        <p:tgtEl>
                                          <p:spTgt spid="24"/>
                                        </p:tgtEl>
                                        <p:attrNameLst>
                                          <p:attrName>ppt_x</p:attrName>
                                        </p:attrNameLst>
                                      </p:cBhvr>
                                      <p:tavLst>
                                        <p:tav tm="0">
                                          <p:val>
                                            <p:strVal val="1+#ppt_w/2"/>
                                          </p:val>
                                        </p:tav>
                                        <p:tav tm="100000">
                                          <p:val>
                                            <p:strVal val="#ppt_x"/>
                                          </p:val>
                                        </p:tav>
                                      </p:tavLst>
                                    </p:anim>
                                    <p:anim calcmode="lin" valueType="num">
                                      <p:cBhvr additive="base">
                                        <p:cTn id="72" dur="500" fill="hold"/>
                                        <p:tgtEl>
                                          <p:spTgt spid="24"/>
                                        </p:tgtEl>
                                        <p:attrNameLst>
                                          <p:attrName>ppt_y</p:attrName>
                                        </p:attrNameLst>
                                      </p:cBhvr>
                                      <p:tavLst>
                                        <p:tav tm="0">
                                          <p:val>
                                            <p:strVal val="#ppt_y"/>
                                          </p:val>
                                        </p:tav>
                                        <p:tav tm="100000">
                                          <p:val>
                                            <p:strVal val="#ppt_y"/>
                                          </p:val>
                                        </p:tav>
                                      </p:tavLst>
                                    </p:anim>
                                  </p:childTnLst>
                                </p:cTn>
                              </p:par>
                              <p:par>
                                <p:cTn id="73" presetID="2" presetClass="entr" presetSubtype="2" fill="hold" grpId="0" nodeType="withEffect">
                                  <p:stCondLst>
                                    <p:cond delay="0"/>
                                  </p:stCondLst>
                                  <p:childTnLst>
                                    <p:set>
                                      <p:cBhvr>
                                        <p:cTn id="74" dur="1" fill="hold">
                                          <p:stCondLst>
                                            <p:cond delay="0"/>
                                          </p:stCondLst>
                                        </p:cTn>
                                        <p:tgtEl>
                                          <p:spTgt spid="25"/>
                                        </p:tgtEl>
                                        <p:attrNameLst>
                                          <p:attrName>style.visibility</p:attrName>
                                        </p:attrNameLst>
                                      </p:cBhvr>
                                      <p:to>
                                        <p:strVal val="visible"/>
                                      </p:to>
                                    </p:set>
                                    <p:anim calcmode="lin" valueType="num">
                                      <p:cBhvr additive="base">
                                        <p:cTn id="75" dur="500" fill="hold"/>
                                        <p:tgtEl>
                                          <p:spTgt spid="25"/>
                                        </p:tgtEl>
                                        <p:attrNameLst>
                                          <p:attrName>ppt_x</p:attrName>
                                        </p:attrNameLst>
                                      </p:cBhvr>
                                      <p:tavLst>
                                        <p:tav tm="0">
                                          <p:val>
                                            <p:strVal val="1+#ppt_w/2"/>
                                          </p:val>
                                        </p:tav>
                                        <p:tav tm="100000">
                                          <p:val>
                                            <p:strVal val="#ppt_x"/>
                                          </p:val>
                                        </p:tav>
                                      </p:tavLst>
                                    </p:anim>
                                    <p:anim calcmode="lin" valueType="num">
                                      <p:cBhvr additive="base">
                                        <p:cTn id="76" dur="500" fill="hold"/>
                                        <p:tgtEl>
                                          <p:spTgt spid="25"/>
                                        </p:tgtEl>
                                        <p:attrNameLst>
                                          <p:attrName>ppt_y</p:attrName>
                                        </p:attrNameLst>
                                      </p:cBhvr>
                                      <p:tavLst>
                                        <p:tav tm="0">
                                          <p:val>
                                            <p:strVal val="#ppt_y"/>
                                          </p:val>
                                        </p:tav>
                                        <p:tav tm="100000">
                                          <p:val>
                                            <p:strVal val="#ppt_y"/>
                                          </p:val>
                                        </p:tav>
                                      </p:tavLst>
                                    </p:anim>
                                  </p:childTnLst>
                                </p:cTn>
                              </p:par>
                              <p:par>
                                <p:cTn id="77" presetID="2" presetClass="entr" presetSubtype="2" fill="hold" grpId="0" nodeType="withEffect">
                                  <p:stCondLst>
                                    <p:cond delay="0"/>
                                  </p:stCondLst>
                                  <p:childTnLst>
                                    <p:set>
                                      <p:cBhvr>
                                        <p:cTn id="78" dur="1" fill="hold">
                                          <p:stCondLst>
                                            <p:cond delay="0"/>
                                          </p:stCondLst>
                                        </p:cTn>
                                        <p:tgtEl>
                                          <p:spTgt spid="26"/>
                                        </p:tgtEl>
                                        <p:attrNameLst>
                                          <p:attrName>style.visibility</p:attrName>
                                        </p:attrNameLst>
                                      </p:cBhvr>
                                      <p:to>
                                        <p:strVal val="visible"/>
                                      </p:to>
                                    </p:set>
                                    <p:anim calcmode="lin" valueType="num">
                                      <p:cBhvr additive="base">
                                        <p:cTn id="79" dur="500" fill="hold"/>
                                        <p:tgtEl>
                                          <p:spTgt spid="26"/>
                                        </p:tgtEl>
                                        <p:attrNameLst>
                                          <p:attrName>ppt_x</p:attrName>
                                        </p:attrNameLst>
                                      </p:cBhvr>
                                      <p:tavLst>
                                        <p:tav tm="0">
                                          <p:val>
                                            <p:strVal val="1+#ppt_w/2"/>
                                          </p:val>
                                        </p:tav>
                                        <p:tav tm="100000">
                                          <p:val>
                                            <p:strVal val="#ppt_x"/>
                                          </p:val>
                                        </p:tav>
                                      </p:tavLst>
                                    </p:anim>
                                    <p:anim calcmode="lin" valueType="num">
                                      <p:cBhvr additive="base">
                                        <p:cTn id="80" dur="500" fill="hold"/>
                                        <p:tgtEl>
                                          <p:spTgt spid="26"/>
                                        </p:tgtEl>
                                        <p:attrNameLst>
                                          <p:attrName>ppt_y</p:attrName>
                                        </p:attrNameLst>
                                      </p:cBhvr>
                                      <p:tavLst>
                                        <p:tav tm="0">
                                          <p:val>
                                            <p:strVal val="#ppt_y"/>
                                          </p:val>
                                        </p:tav>
                                        <p:tav tm="100000">
                                          <p:val>
                                            <p:strVal val="#ppt_y"/>
                                          </p:val>
                                        </p:tav>
                                      </p:tavLst>
                                    </p:anim>
                                  </p:childTnLst>
                                </p:cTn>
                              </p:par>
                              <p:par>
                                <p:cTn id="81" presetID="2" presetClass="entr" presetSubtype="2" fill="hold" nodeType="withEffect">
                                  <p:stCondLst>
                                    <p:cond delay="0"/>
                                  </p:stCondLst>
                                  <p:childTnLst>
                                    <p:set>
                                      <p:cBhvr>
                                        <p:cTn id="82" dur="1" fill="hold">
                                          <p:stCondLst>
                                            <p:cond delay="0"/>
                                          </p:stCondLst>
                                        </p:cTn>
                                        <p:tgtEl>
                                          <p:spTgt spid="27"/>
                                        </p:tgtEl>
                                        <p:attrNameLst>
                                          <p:attrName>style.visibility</p:attrName>
                                        </p:attrNameLst>
                                      </p:cBhvr>
                                      <p:to>
                                        <p:strVal val="visible"/>
                                      </p:to>
                                    </p:set>
                                    <p:anim calcmode="lin" valueType="num">
                                      <p:cBhvr additive="base">
                                        <p:cTn id="83" dur="500" fill="hold"/>
                                        <p:tgtEl>
                                          <p:spTgt spid="27"/>
                                        </p:tgtEl>
                                        <p:attrNameLst>
                                          <p:attrName>ppt_x</p:attrName>
                                        </p:attrNameLst>
                                      </p:cBhvr>
                                      <p:tavLst>
                                        <p:tav tm="0">
                                          <p:val>
                                            <p:strVal val="1+#ppt_w/2"/>
                                          </p:val>
                                        </p:tav>
                                        <p:tav tm="100000">
                                          <p:val>
                                            <p:strVal val="#ppt_x"/>
                                          </p:val>
                                        </p:tav>
                                      </p:tavLst>
                                    </p:anim>
                                    <p:anim calcmode="lin" valueType="num">
                                      <p:cBhvr additive="base">
                                        <p:cTn id="84" dur="500" fill="hold"/>
                                        <p:tgtEl>
                                          <p:spTgt spid="27"/>
                                        </p:tgtEl>
                                        <p:attrNameLst>
                                          <p:attrName>ppt_y</p:attrName>
                                        </p:attrNameLst>
                                      </p:cBhvr>
                                      <p:tavLst>
                                        <p:tav tm="0">
                                          <p:val>
                                            <p:strVal val="#ppt_y"/>
                                          </p:val>
                                        </p:tav>
                                        <p:tav tm="100000">
                                          <p:val>
                                            <p:strVal val="#ppt_y"/>
                                          </p:val>
                                        </p:tav>
                                      </p:tavLst>
                                    </p:anim>
                                  </p:childTnLst>
                                </p:cTn>
                              </p:par>
                              <p:par>
                                <p:cTn id="85" presetID="2" presetClass="entr" presetSubtype="2" fill="hold" grpId="0" nodeType="withEffect">
                                  <p:stCondLst>
                                    <p:cond delay="0"/>
                                  </p:stCondLst>
                                  <p:childTnLst>
                                    <p:set>
                                      <p:cBhvr>
                                        <p:cTn id="86" dur="1" fill="hold">
                                          <p:stCondLst>
                                            <p:cond delay="0"/>
                                          </p:stCondLst>
                                        </p:cTn>
                                        <p:tgtEl>
                                          <p:spTgt spid="28"/>
                                        </p:tgtEl>
                                        <p:attrNameLst>
                                          <p:attrName>style.visibility</p:attrName>
                                        </p:attrNameLst>
                                      </p:cBhvr>
                                      <p:to>
                                        <p:strVal val="visible"/>
                                      </p:to>
                                    </p:set>
                                    <p:anim calcmode="lin" valueType="num">
                                      <p:cBhvr additive="base">
                                        <p:cTn id="87" dur="500" fill="hold"/>
                                        <p:tgtEl>
                                          <p:spTgt spid="28"/>
                                        </p:tgtEl>
                                        <p:attrNameLst>
                                          <p:attrName>ppt_x</p:attrName>
                                        </p:attrNameLst>
                                      </p:cBhvr>
                                      <p:tavLst>
                                        <p:tav tm="0">
                                          <p:val>
                                            <p:strVal val="1+#ppt_w/2"/>
                                          </p:val>
                                        </p:tav>
                                        <p:tav tm="100000">
                                          <p:val>
                                            <p:strVal val="#ppt_x"/>
                                          </p:val>
                                        </p:tav>
                                      </p:tavLst>
                                    </p:anim>
                                    <p:anim calcmode="lin" valueType="num">
                                      <p:cBhvr additive="base">
                                        <p:cTn id="88" dur="500" fill="hold"/>
                                        <p:tgtEl>
                                          <p:spTgt spid="28"/>
                                        </p:tgtEl>
                                        <p:attrNameLst>
                                          <p:attrName>ppt_y</p:attrName>
                                        </p:attrNameLst>
                                      </p:cBhvr>
                                      <p:tavLst>
                                        <p:tav tm="0">
                                          <p:val>
                                            <p:strVal val="#ppt_y"/>
                                          </p:val>
                                        </p:tav>
                                        <p:tav tm="100000">
                                          <p:val>
                                            <p:strVal val="#ppt_y"/>
                                          </p:val>
                                        </p:tav>
                                      </p:tavLst>
                                    </p:anim>
                                  </p:childTnLst>
                                </p:cTn>
                              </p:par>
                              <p:par>
                                <p:cTn id="89" presetID="2" presetClass="entr" presetSubtype="2" fill="hold" grpId="0" nodeType="withEffect">
                                  <p:stCondLst>
                                    <p:cond delay="0"/>
                                  </p:stCondLst>
                                  <p:childTnLst>
                                    <p:set>
                                      <p:cBhvr>
                                        <p:cTn id="90" dur="1" fill="hold">
                                          <p:stCondLst>
                                            <p:cond delay="0"/>
                                          </p:stCondLst>
                                        </p:cTn>
                                        <p:tgtEl>
                                          <p:spTgt spid="29"/>
                                        </p:tgtEl>
                                        <p:attrNameLst>
                                          <p:attrName>style.visibility</p:attrName>
                                        </p:attrNameLst>
                                      </p:cBhvr>
                                      <p:to>
                                        <p:strVal val="visible"/>
                                      </p:to>
                                    </p:set>
                                    <p:anim calcmode="lin" valueType="num">
                                      <p:cBhvr additive="base">
                                        <p:cTn id="91" dur="500" fill="hold"/>
                                        <p:tgtEl>
                                          <p:spTgt spid="29"/>
                                        </p:tgtEl>
                                        <p:attrNameLst>
                                          <p:attrName>ppt_x</p:attrName>
                                        </p:attrNameLst>
                                      </p:cBhvr>
                                      <p:tavLst>
                                        <p:tav tm="0">
                                          <p:val>
                                            <p:strVal val="1+#ppt_w/2"/>
                                          </p:val>
                                        </p:tav>
                                        <p:tav tm="100000">
                                          <p:val>
                                            <p:strVal val="#ppt_x"/>
                                          </p:val>
                                        </p:tav>
                                      </p:tavLst>
                                    </p:anim>
                                    <p:anim calcmode="lin" valueType="num">
                                      <p:cBhvr additive="base">
                                        <p:cTn id="92" dur="500" fill="hold"/>
                                        <p:tgtEl>
                                          <p:spTgt spid="29"/>
                                        </p:tgtEl>
                                        <p:attrNameLst>
                                          <p:attrName>ppt_y</p:attrName>
                                        </p:attrNameLst>
                                      </p:cBhvr>
                                      <p:tavLst>
                                        <p:tav tm="0">
                                          <p:val>
                                            <p:strVal val="#ppt_y"/>
                                          </p:val>
                                        </p:tav>
                                        <p:tav tm="100000">
                                          <p:val>
                                            <p:strVal val="#ppt_y"/>
                                          </p:val>
                                        </p:tav>
                                      </p:tavLst>
                                    </p:anim>
                                  </p:childTnLst>
                                </p:cTn>
                              </p:par>
                              <p:par>
                                <p:cTn id="93" presetID="2" presetClass="entr" presetSubtype="2" fill="hold" grpId="0" nodeType="withEffect">
                                  <p:stCondLst>
                                    <p:cond delay="0"/>
                                  </p:stCondLst>
                                  <p:childTnLst>
                                    <p:set>
                                      <p:cBhvr>
                                        <p:cTn id="94" dur="1" fill="hold">
                                          <p:stCondLst>
                                            <p:cond delay="0"/>
                                          </p:stCondLst>
                                        </p:cTn>
                                        <p:tgtEl>
                                          <p:spTgt spid="30"/>
                                        </p:tgtEl>
                                        <p:attrNameLst>
                                          <p:attrName>style.visibility</p:attrName>
                                        </p:attrNameLst>
                                      </p:cBhvr>
                                      <p:to>
                                        <p:strVal val="visible"/>
                                      </p:to>
                                    </p:set>
                                    <p:anim calcmode="lin" valueType="num">
                                      <p:cBhvr additive="base">
                                        <p:cTn id="95" dur="500" fill="hold"/>
                                        <p:tgtEl>
                                          <p:spTgt spid="30"/>
                                        </p:tgtEl>
                                        <p:attrNameLst>
                                          <p:attrName>ppt_x</p:attrName>
                                        </p:attrNameLst>
                                      </p:cBhvr>
                                      <p:tavLst>
                                        <p:tav tm="0">
                                          <p:val>
                                            <p:strVal val="1+#ppt_w/2"/>
                                          </p:val>
                                        </p:tav>
                                        <p:tav tm="100000">
                                          <p:val>
                                            <p:strVal val="#ppt_x"/>
                                          </p:val>
                                        </p:tav>
                                      </p:tavLst>
                                    </p:anim>
                                    <p:anim calcmode="lin" valueType="num">
                                      <p:cBhvr additive="base">
                                        <p:cTn id="96" dur="500" fill="hold"/>
                                        <p:tgtEl>
                                          <p:spTgt spid="30"/>
                                        </p:tgtEl>
                                        <p:attrNameLst>
                                          <p:attrName>ppt_y</p:attrName>
                                        </p:attrNameLst>
                                      </p:cBhvr>
                                      <p:tavLst>
                                        <p:tav tm="0">
                                          <p:val>
                                            <p:strVal val="#ppt_y"/>
                                          </p:val>
                                        </p:tav>
                                        <p:tav tm="100000">
                                          <p:val>
                                            <p:strVal val="#ppt_y"/>
                                          </p:val>
                                        </p:tav>
                                      </p:tavLst>
                                    </p:anim>
                                  </p:childTnLst>
                                </p:cTn>
                              </p:par>
                              <p:par>
                                <p:cTn id="97" presetID="2" presetClass="entr" presetSubtype="2" fill="hold" grpId="0" nodeType="withEffect">
                                  <p:stCondLst>
                                    <p:cond delay="0"/>
                                  </p:stCondLst>
                                  <p:childTnLst>
                                    <p:set>
                                      <p:cBhvr>
                                        <p:cTn id="98" dur="1" fill="hold">
                                          <p:stCondLst>
                                            <p:cond delay="0"/>
                                          </p:stCondLst>
                                        </p:cTn>
                                        <p:tgtEl>
                                          <p:spTgt spid="31"/>
                                        </p:tgtEl>
                                        <p:attrNameLst>
                                          <p:attrName>style.visibility</p:attrName>
                                        </p:attrNameLst>
                                      </p:cBhvr>
                                      <p:to>
                                        <p:strVal val="visible"/>
                                      </p:to>
                                    </p:set>
                                    <p:anim calcmode="lin" valueType="num">
                                      <p:cBhvr additive="base">
                                        <p:cTn id="99" dur="500" fill="hold"/>
                                        <p:tgtEl>
                                          <p:spTgt spid="31"/>
                                        </p:tgtEl>
                                        <p:attrNameLst>
                                          <p:attrName>ppt_x</p:attrName>
                                        </p:attrNameLst>
                                      </p:cBhvr>
                                      <p:tavLst>
                                        <p:tav tm="0">
                                          <p:val>
                                            <p:strVal val="1+#ppt_w/2"/>
                                          </p:val>
                                        </p:tav>
                                        <p:tav tm="100000">
                                          <p:val>
                                            <p:strVal val="#ppt_x"/>
                                          </p:val>
                                        </p:tav>
                                      </p:tavLst>
                                    </p:anim>
                                    <p:anim calcmode="lin" valueType="num">
                                      <p:cBhvr additive="base">
                                        <p:cTn id="100" dur="500" fill="hold"/>
                                        <p:tgtEl>
                                          <p:spTgt spid="31"/>
                                        </p:tgtEl>
                                        <p:attrNameLst>
                                          <p:attrName>ppt_y</p:attrName>
                                        </p:attrNameLst>
                                      </p:cBhvr>
                                      <p:tavLst>
                                        <p:tav tm="0">
                                          <p:val>
                                            <p:strVal val="#ppt_y"/>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2" presetClass="entr" presetSubtype="2" fill="hold" grpId="0" nodeType="clickEffect">
                                  <p:stCondLst>
                                    <p:cond delay="0"/>
                                  </p:stCondLst>
                                  <p:childTnLst>
                                    <p:set>
                                      <p:cBhvr>
                                        <p:cTn id="104" dur="1" fill="hold">
                                          <p:stCondLst>
                                            <p:cond delay="0"/>
                                          </p:stCondLst>
                                        </p:cTn>
                                        <p:tgtEl>
                                          <p:spTgt spid="33"/>
                                        </p:tgtEl>
                                        <p:attrNameLst>
                                          <p:attrName>style.visibility</p:attrName>
                                        </p:attrNameLst>
                                      </p:cBhvr>
                                      <p:to>
                                        <p:strVal val="visible"/>
                                      </p:to>
                                    </p:set>
                                    <p:anim calcmode="lin" valueType="num">
                                      <p:cBhvr additive="base">
                                        <p:cTn id="105" dur="500" fill="hold"/>
                                        <p:tgtEl>
                                          <p:spTgt spid="33"/>
                                        </p:tgtEl>
                                        <p:attrNameLst>
                                          <p:attrName>ppt_x</p:attrName>
                                        </p:attrNameLst>
                                      </p:cBhvr>
                                      <p:tavLst>
                                        <p:tav tm="0">
                                          <p:val>
                                            <p:strVal val="1+#ppt_w/2"/>
                                          </p:val>
                                        </p:tav>
                                        <p:tav tm="100000">
                                          <p:val>
                                            <p:strVal val="#ppt_x"/>
                                          </p:val>
                                        </p:tav>
                                      </p:tavLst>
                                    </p:anim>
                                    <p:anim calcmode="lin" valueType="num">
                                      <p:cBhvr additive="base">
                                        <p:cTn id="106" dur="500" fill="hold"/>
                                        <p:tgtEl>
                                          <p:spTgt spid="33"/>
                                        </p:tgtEl>
                                        <p:attrNameLst>
                                          <p:attrName>ppt_y</p:attrName>
                                        </p:attrNameLst>
                                      </p:cBhvr>
                                      <p:tavLst>
                                        <p:tav tm="0">
                                          <p:val>
                                            <p:strVal val="#ppt_y"/>
                                          </p:val>
                                        </p:tav>
                                        <p:tav tm="100000">
                                          <p:val>
                                            <p:strVal val="#ppt_y"/>
                                          </p:val>
                                        </p:tav>
                                      </p:tavLst>
                                    </p:anim>
                                  </p:childTnLst>
                                </p:cTn>
                              </p:par>
                              <p:par>
                                <p:cTn id="107" presetID="2" presetClass="entr" presetSubtype="2" fill="hold" grpId="0" nodeType="withEffect">
                                  <p:stCondLst>
                                    <p:cond delay="0"/>
                                  </p:stCondLst>
                                  <p:childTnLst>
                                    <p:set>
                                      <p:cBhvr>
                                        <p:cTn id="108" dur="1" fill="hold">
                                          <p:stCondLst>
                                            <p:cond delay="0"/>
                                          </p:stCondLst>
                                        </p:cTn>
                                        <p:tgtEl>
                                          <p:spTgt spid="34"/>
                                        </p:tgtEl>
                                        <p:attrNameLst>
                                          <p:attrName>style.visibility</p:attrName>
                                        </p:attrNameLst>
                                      </p:cBhvr>
                                      <p:to>
                                        <p:strVal val="visible"/>
                                      </p:to>
                                    </p:set>
                                    <p:anim calcmode="lin" valueType="num">
                                      <p:cBhvr additive="base">
                                        <p:cTn id="109" dur="500" fill="hold"/>
                                        <p:tgtEl>
                                          <p:spTgt spid="34"/>
                                        </p:tgtEl>
                                        <p:attrNameLst>
                                          <p:attrName>ppt_x</p:attrName>
                                        </p:attrNameLst>
                                      </p:cBhvr>
                                      <p:tavLst>
                                        <p:tav tm="0">
                                          <p:val>
                                            <p:strVal val="1+#ppt_w/2"/>
                                          </p:val>
                                        </p:tav>
                                        <p:tav tm="100000">
                                          <p:val>
                                            <p:strVal val="#ppt_x"/>
                                          </p:val>
                                        </p:tav>
                                      </p:tavLst>
                                    </p:anim>
                                    <p:anim calcmode="lin" valueType="num">
                                      <p:cBhvr additive="base">
                                        <p:cTn id="110" dur="500" fill="hold"/>
                                        <p:tgtEl>
                                          <p:spTgt spid="34"/>
                                        </p:tgtEl>
                                        <p:attrNameLst>
                                          <p:attrName>ppt_y</p:attrName>
                                        </p:attrNameLst>
                                      </p:cBhvr>
                                      <p:tavLst>
                                        <p:tav tm="0">
                                          <p:val>
                                            <p:strVal val="#ppt_y"/>
                                          </p:val>
                                        </p:tav>
                                        <p:tav tm="100000">
                                          <p:val>
                                            <p:strVal val="#ppt_y"/>
                                          </p:val>
                                        </p:tav>
                                      </p:tavLst>
                                    </p:anim>
                                  </p:childTnLst>
                                </p:cTn>
                              </p:par>
                              <p:par>
                                <p:cTn id="111" presetID="2" presetClass="entr" presetSubtype="2" fill="hold" grpId="0" nodeType="withEffect">
                                  <p:stCondLst>
                                    <p:cond delay="0"/>
                                  </p:stCondLst>
                                  <p:childTnLst>
                                    <p:set>
                                      <p:cBhvr>
                                        <p:cTn id="112" dur="1" fill="hold">
                                          <p:stCondLst>
                                            <p:cond delay="0"/>
                                          </p:stCondLst>
                                        </p:cTn>
                                        <p:tgtEl>
                                          <p:spTgt spid="35"/>
                                        </p:tgtEl>
                                        <p:attrNameLst>
                                          <p:attrName>style.visibility</p:attrName>
                                        </p:attrNameLst>
                                      </p:cBhvr>
                                      <p:to>
                                        <p:strVal val="visible"/>
                                      </p:to>
                                    </p:set>
                                    <p:anim calcmode="lin" valueType="num">
                                      <p:cBhvr additive="base">
                                        <p:cTn id="113" dur="500" fill="hold"/>
                                        <p:tgtEl>
                                          <p:spTgt spid="35"/>
                                        </p:tgtEl>
                                        <p:attrNameLst>
                                          <p:attrName>ppt_x</p:attrName>
                                        </p:attrNameLst>
                                      </p:cBhvr>
                                      <p:tavLst>
                                        <p:tav tm="0">
                                          <p:val>
                                            <p:strVal val="1+#ppt_w/2"/>
                                          </p:val>
                                        </p:tav>
                                        <p:tav tm="100000">
                                          <p:val>
                                            <p:strVal val="#ppt_x"/>
                                          </p:val>
                                        </p:tav>
                                      </p:tavLst>
                                    </p:anim>
                                    <p:anim calcmode="lin" valueType="num">
                                      <p:cBhvr additive="base">
                                        <p:cTn id="114" dur="500" fill="hold"/>
                                        <p:tgtEl>
                                          <p:spTgt spid="35"/>
                                        </p:tgtEl>
                                        <p:attrNameLst>
                                          <p:attrName>ppt_y</p:attrName>
                                        </p:attrNameLst>
                                      </p:cBhvr>
                                      <p:tavLst>
                                        <p:tav tm="0">
                                          <p:val>
                                            <p:strVal val="#ppt_y"/>
                                          </p:val>
                                        </p:tav>
                                        <p:tav tm="100000">
                                          <p:val>
                                            <p:strVal val="#ppt_y"/>
                                          </p:val>
                                        </p:tav>
                                      </p:tavLst>
                                    </p:anim>
                                  </p:childTnLst>
                                </p:cTn>
                              </p:par>
                              <p:par>
                                <p:cTn id="115" presetID="2" presetClass="entr" presetSubtype="2" fill="hold" nodeType="withEffect">
                                  <p:stCondLst>
                                    <p:cond delay="0"/>
                                  </p:stCondLst>
                                  <p:childTnLst>
                                    <p:set>
                                      <p:cBhvr>
                                        <p:cTn id="116" dur="1" fill="hold">
                                          <p:stCondLst>
                                            <p:cond delay="0"/>
                                          </p:stCondLst>
                                        </p:cTn>
                                        <p:tgtEl>
                                          <p:spTgt spid="36"/>
                                        </p:tgtEl>
                                        <p:attrNameLst>
                                          <p:attrName>style.visibility</p:attrName>
                                        </p:attrNameLst>
                                      </p:cBhvr>
                                      <p:to>
                                        <p:strVal val="visible"/>
                                      </p:to>
                                    </p:set>
                                    <p:anim calcmode="lin" valueType="num">
                                      <p:cBhvr additive="base">
                                        <p:cTn id="117" dur="500" fill="hold"/>
                                        <p:tgtEl>
                                          <p:spTgt spid="36"/>
                                        </p:tgtEl>
                                        <p:attrNameLst>
                                          <p:attrName>ppt_x</p:attrName>
                                        </p:attrNameLst>
                                      </p:cBhvr>
                                      <p:tavLst>
                                        <p:tav tm="0">
                                          <p:val>
                                            <p:strVal val="1+#ppt_w/2"/>
                                          </p:val>
                                        </p:tav>
                                        <p:tav tm="100000">
                                          <p:val>
                                            <p:strVal val="#ppt_x"/>
                                          </p:val>
                                        </p:tav>
                                      </p:tavLst>
                                    </p:anim>
                                    <p:anim calcmode="lin" valueType="num">
                                      <p:cBhvr additive="base">
                                        <p:cTn id="118" dur="500" fill="hold"/>
                                        <p:tgtEl>
                                          <p:spTgt spid="36"/>
                                        </p:tgtEl>
                                        <p:attrNameLst>
                                          <p:attrName>ppt_y</p:attrName>
                                        </p:attrNameLst>
                                      </p:cBhvr>
                                      <p:tavLst>
                                        <p:tav tm="0">
                                          <p:val>
                                            <p:strVal val="#ppt_y"/>
                                          </p:val>
                                        </p:tav>
                                        <p:tav tm="100000">
                                          <p:val>
                                            <p:strVal val="#ppt_y"/>
                                          </p:val>
                                        </p:tav>
                                      </p:tavLst>
                                    </p:anim>
                                  </p:childTnLst>
                                </p:cTn>
                              </p:par>
                              <p:par>
                                <p:cTn id="119" presetID="2" presetClass="entr" presetSubtype="2" fill="hold" grpId="0" nodeType="withEffect">
                                  <p:stCondLst>
                                    <p:cond delay="0"/>
                                  </p:stCondLst>
                                  <p:childTnLst>
                                    <p:set>
                                      <p:cBhvr>
                                        <p:cTn id="120" dur="1" fill="hold">
                                          <p:stCondLst>
                                            <p:cond delay="0"/>
                                          </p:stCondLst>
                                        </p:cTn>
                                        <p:tgtEl>
                                          <p:spTgt spid="37"/>
                                        </p:tgtEl>
                                        <p:attrNameLst>
                                          <p:attrName>style.visibility</p:attrName>
                                        </p:attrNameLst>
                                      </p:cBhvr>
                                      <p:to>
                                        <p:strVal val="visible"/>
                                      </p:to>
                                    </p:set>
                                    <p:anim calcmode="lin" valueType="num">
                                      <p:cBhvr additive="base">
                                        <p:cTn id="121" dur="500" fill="hold"/>
                                        <p:tgtEl>
                                          <p:spTgt spid="37"/>
                                        </p:tgtEl>
                                        <p:attrNameLst>
                                          <p:attrName>ppt_x</p:attrName>
                                        </p:attrNameLst>
                                      </p:cBhvr>
                                      <p:tavLst>
                                        <p:tav tm="0">
                                          <p:val>
                                            <p:strVal val="1+#ppt_w/2"/>
                                          </p:val>
                                        </p:tav>
                                        <p:tav tm="100000">
                                          <p:val>
                                            <p:strVal val="#ppt_x"/>
                                          </p:val>
                                        </p:tav>
                                      </p:tavLst>
                                    </p:anim>
                                    <p:anim calcmode="lin" valueType="num">
                                      <p:cBhvr additive="base">
                                        <p:cTn id="122" dur="500" fill="hold"/>
                                        <p:tgtEl>
                                          <p:spTgt spid="37"/>
                                        </p:tgtEl>
                                        <p:attrNameLst>
                                          <p:attrName>ppt_y</p:attrName>
                                        </p:attrNameLst>
                                      </p:cBhvr>
                                      <p:tavLst>
                                        <p:tav tm="0">
                                          <p:val>
                                            <p:strVal val="#ppt_y"/>
                                          </p:val>
                                        </p:tav>
                                        <p:tav tm="100000">
                                          <p:val>
                                            <p:strVal val="#ppt_y"/>
                                          </p:val>
                                        </p:tav>
                                      </p:tavLst>
                                    </p:anim>
                                  </p:childTnLst>
                                </p:cTn>
                              </p:par>
                              <p:par>
                                <p:cTn id="123" presetID="2" presetClass="entr" presetSubtype="2" fill="hold" grpId="0" nodeType="withEffect">
                                  <p:stCondLst>
                                    <p:cond delay="0"/>
                                  </p:stCondLst>
                                  <p:childTnLst>
                                    <p:set>
                                      <p:cBhvr>
                                        <p:cTn id="124" dur="1" fill="hold">
                                          <p:stCondLst>
                                            <p:cond delay="0"/>
                                          </p:stCondLst>
                                        </p:cTn>
                                        <p:tgtEl>
                                          <p:spTgt spid="38"/>
                                        </p:tgtEl>
                                        <p:attrNameLst>
                                          <p:attrName>style.visibility</p:attrName>
                                        </p:attrNameLst>
                                      </p:cBhvr>
                                      <p:to>
                                        <p:strVal val="visible"/>
                                      </p:to>
                                    </p:set>
                                    <p:anim calcmode="lin" valueType="num">
                                      <p:cBhvr additive="base">
                                        <p:cTn id="125" dur="500" fill="hold"/>
                                        <p:tgtEl>
                                          <p:spTgt spid="38"/>
                                        </p:tgtEl>
                                        <p:attrNameLst>
                                          <p:attrName>ppt_x</p:attrName>
                                        </p:attrNameLst>
                                      </p:cBhvr>
                                      <p:tavLst>
                                        <p:tav tm="0">
                                          <p:val>
                                            <p:strVal val="1+#ppt_w/2"/>
                                          </p:val>
                                        </p:tav>
                                        <p:tav tm="100000">
                                          <p:val>
                                            <p:strVal val="#ppt_x"/>
                                          </p:val>
                                        </p:tav>
                                      </p:tavLst>
                                    </p:anim>
                                    <p:anim calcmode="lin" valueType="num">
                                      <p:cBhvr additive="base">
                                        <p:cTn id="126" dur="500" fill="hold"/>
                                        <p:tgtEl>
                                          <p:spTgt spid="38"/>
                                        </p:tgtEl>
                                        <p:attrNameLst>
                                          <p:attrName>ppt_y</p:attrName>
                                        </p:attrNameLst>
                                      </p:cBhvr>
                                      <p:tavLst>
                                        <p:tav tm="0">
                                          <p:val>
                                            <p:strVal val="#ppt_y"/>
                                          </p:val>
                                        </p:tav>
                                        <p:tav tm="100000">
                                          <p:val>
                                            <p:strVal val="#ppt_y"/>
                                          </p:val>
                                        </p:tav>
                                      </p:tavLst>
                                    </p:anim>
                                  </p:childTnLst>
                                </p:cTn>
                              </p:par>
                              <p:par>
                                <p:cTn id="127" presetID="2" presetClass="entr" presetSubtype="2" fill="hold" grpId="0" nodeType="withEffect">
                                  <p:stCondLst>
                                    <p:cond delay="0"/>
                                  </p:stCondLst>
                                  <p:childTnLst>
                                    <p:set>
                                      <p:cBhvr>
                                        <p:cTn id="128" dur="1" fill="hold">
                                          <p:stCondLst>
                                            <p:cond delay="0"/>
                                          </p:stCondLst>
                                        </p:cTn>
                                        <p:tgtEl>
                                          <p:spTgt spid="39"/>
                                        </p:tgtEl>
                                        <p:attrNameLst>
                                          <p:attrName>style.visibility</p:attrName>
                                        </p:attrNameLst>
                                      </p:cBhvr>
                                      <p:to>
                                        <p:strVal val="visible"/>
                                      </p:to>
                                    </p:set>
                                    <p:anim calcmode="lin" valueType="num">
                                      <p:cBhvr additive="base">
                                        <p:cTn id="129" dur="500" fill="hold"/>
                                        <p:tgtEl>
                                          <p:spTgt spid="39"/>
                                        </p:tgtEl>
                                        <p:attrNameLst>
                                          <p:attrName>ppt_x</p:attrName>
                                        </p:attrNameLst>
                                      </p:cBhvr>
                                      <p:tavLst>
                                        <p:tav tm="0">
                                          <p:val>
                                            <p:strVal val="1+#ppt_w/2"/>
                                          </p:val>
                                        </p:tav>
                                        <p:tav tm="100000">
                                          <p:val>
                                            <p:strVal val="#ppt_x"/>
                                          </p:val>
                                        </p:tav>
                                      </p:tavLst>
                                    </p:anim>
                                    <p:anim calcmode="lin" valueType="num">
                                      <p:cBhvr additive="base">
                                        <p:cTn id="130" dur="500" fill="hold"/>
                                        <p:tgtEl>
                                          <p:spTgt spid="39"/>
                                        </p:tgtEl>
                                        <p:attrNameLst>
                                          <p:attrName>ppt_y</p:attrName>
                                        </p:attrNameLst>
                                      </p:cBhvr>
                                      <p:tavLst>
                                        <p:tav tm="0">
                                          <p:val>
                                            <p:strVal val="#ppt_y"/>
                                          </p:val>
                                        </p:tav>
                                        <p:tav tm="100000">
                                          <p:val>
                                            <p:strVal val="#ppt_y"/>
                                          </p:val>
                                        </p:tav>
                                      </p:tavLst>
                                    </p:anim>
                                  </p:childTnLst>
                                </p:cTn>
                              </p:par>
                              <p:par>
                                <p:cTn id="131" presetID="2" presetClass="entr" presetSubtype="2" fill="hold" grpId="0" nodeType="withEffect">
                                  <p:stCondLst>
                                    <p:cond delay="0"/>
                                  </p:stCondLst>
                                  <p:childTnLst>
                                    <p:set>
                                      <p:cBhvr>
                                        <p:cTn id="132" dur="1" fill="hold">
                                          <p:stCondLst>
                                            <p:cond delay="0"/>
                                          </p:stCondLst>
                                        </p:cTn>
                                        <p:tgtEl>
                                          <p:spTgt spid="40"/>
                                        </p:tgtEl>
                                        <p:attrNameLst>
                                          <p:attrName>style.visibility</p:attrName>
                                        </p:attrNameLst>
                                      </p:cBhvr>
                                      <p:to>
                                        <p:strVal val="visible"/>
                                      </p:to>
                                    </p:set>
                                    <p:anim calcmode="lin" valueType="num">
                                      <p:cBhvr additive="base">
                                        <p:cTn id="133" dur="500" fill="hold"/>
                                        <p:tgtEl>
                                          <p:spTgt spid="40"/>
                                        </p:tgtEl>
                                        <p:attrNameLst>
                                          <p:attrName>ppt_x</p:attrName>
                                        </p:attrNameLst>
                                      </p:cBhvr>
                                      <p:tavLst>
                                        <p:tav tm="0">
                                          <p:val>
                                            <p:strVal val="1+#ppt_w/2"/>
                                          </p:val>
                                        </p:tav>
                                        <p:tav tm="100000">
                                          <p:val>
                                            <p:strVal val="#ppt_x"/>
                                          </p:val>
                                        </p:tav>
                                      </p:tavLst>
                                    </p:anim>
                                    <p:anim calcmode="lin" valueType="num">
                                      <p:cBhvr additive="base">
                                        <p:cTn id="134" dur="500" fill="hold"/>
                                        <p:tgtEl>
                                          <p:spTgt spid="40"/>
                                        </p:tgtEl>
                                        <p:attrNameLst>
                                          <p:attrName>ppt_y</p:attrName>
                                        </p:attrNameLst>
                                      </p:cBhvr>
                                      <p:tavLst>
                                        <p:tav tm="0">
                                          <p:val>
                                            <p:strVal val="#ppt_y"/>
                                          </p:val>
                                        </p:tav>
                                        <p:tav tm="100000">
                                          <p:val>
                                            <p:strVal val="#ppt_y"/>
                                          </p:val>
                                        </p:tav>
                                      </p:tavLst>
                                    </p:anim>
                                  </p:childTnLst>
                                </p:cTn>
                              </p:par>
                              <p:par>
                                <p:cTn id="135" presetID="2" presetClass="entr" presetSubtype="2" fill="hold" grpId="0" nodeType="withEffect">
                                  <p:stCondLst>
                                    <p:cond delay="0"/>
                                  </p:stCondLst>
                                  <p:childTnLst>
                                    <p:set>
                                      <p:cBhvr>
                                        <p:cTn id="136" dur="1" fill="hold">
                                          <p:stCondLst>
                                            <p:cond delay="0"/>
                                          </p:stCondLst>
                                        </p:cTn>
                                        <p:tgtEl>
                                          <p:spTgt spid="42"/>
                                        </p:tgtEl>
                                        <p:attrNameLst>
                                          <p:attrName>style.visibility</p:attrName>
                                        </p:attrNameLst>
                                      </p:cBhvr>
                                      <p:to>
                                        <p:strVal val="visible"/>
                                      </p:to>
                                    </p:set>
                                    <p:anim calcmode="lin" valueType="num">
                                      <p:cBhvr additive="base">
                                        <p:cTn id="137" dur="500" fill="hold"/>
                                        <p:tgtEl>
                                          <p:spTgt spid="42"/>
                                        </p:tgtEl>
                                        <p:attrNameLst>
                                          <p:attrName>ppt_x</p:attrName>
                                        </p:attrNameLst>
                                      </p:cBhvr>
                                      <p:tavLst>
                                        <p:tav tm="0">
                                          <p:val>
                                            <p:strVal val="1+#ppt_w/2"/>
                                          </p:val>
                                        </p:tav>
                                        <p:tav tm="100000">
                                          <p:val>
                                            <p:strVal val="#ppt_x"/>
                                          </p:val>
                                        </p:tav>
                                      </p:tavLst>
                                    </p:anim>
                                    <p:anim calcmode="lin" valueType="num">
                                      <p:cBhvr additive="base">
                                        <p:cTn id="138" dur="500" fill="hold"/>
                                        <p:tgtEl>
                                          <p:spTgt spid="42"/>
                                        </p:tgtEl>
                                        <p:attrNameLst>
                                          <p:attrName>ppt_y</p:attrName>
                                        </p:attrNameLst>
                                      </p:cBhvr>
                                      <p:tavLst>
                                        <p:tav tm="0">
                                          <p:val>
                                            <p:strVal val="#ppt_y"/>
                                          </p:val>
                                        </p:tav>
                                        <p:tav tm="100000">
                                          <p:val>
                                            <p:strVal val="#ppt_y"/>
                                          </p:val>
                                        </p:tav>
                                      </p:tavLst>
                                    </p:anim>
                                  </p:childTnLst>
                                </p:cTn>
                              </p:par>
                              <p:par>
                                <p:cTn id="139" presetID="2" presetClass="entr" presetSubtype="2" fill="hold" grpId="0" nodeType="withEffect">
                                  <p:stCondLst>
                                    <p:cond delay="0"/>
                                  </p:stCondLst>
                                  <p:childTnLst>
                                    <p:set>
                                      <p:cBhvr>
                                        <p:cTn id="140" dur="1" fill="hold">
                                          <p:stCondLst>
                                            <p:cond delay="0"/>
                                          </p:stCondLst>
                                        </p:cTn>
                                        <p:tgtEl>
                                          <p:spTgt spid="43"/>
                                        </p:tgtEl>
                                        <p:attrNameLst>
                                          <p:attrName>style.visibility</p:attrName>
                                        </p:attrNameLst>
                                      </p:cBhvr>
                                      <p:to>
                                        <p:strVal val="visible"/>
                                      </p:to>
                                    </p:set>
                                    <p:anim calcmode="lin" valueType="num">
                                      <p:cBhvr additive="base">
                                        <p:cTn id="141" dur="500" fill="hold"/>
                                        <p:tgtEl>
                                          <p:spTgt spid="43"/>
                                        </p:tgtEl>
                                        <p:attrNameLst>
                                          <p:attrName>ppt_x</p:attrName>
                                        </p:attrNameLst>
                                      </p:cBhvr>
                                      <p:tavLst>
                                        <p:tav tm="0">
                                          <p:val>
                                            <p:strVal val="1+#ppt_w/2"/>
                                          </p:val>
                                        </p:tav>
                                        <p:tav tm="100000">
                                          <p:val>
                                            <p:strVal val="#ppt_x"/>
                                          </p:val>
                                        </p:tav>
                                      </p:tavLst>
                                    </p:anim>
                                    <p:anim calcmode="lin" valueType="num">
                                      <p:cBhvr additive="base">
                                        <p:cTn id="142" dur="500" fill="hold"/>
                                        <p:tgtEl>
                                          <p:spTgt spid="43"/>
                                        </p:tgtEl>
                                        <p:attrNameLst>
                                          <p:attrName>ppt_y</p:attrName>
                                        </p:attrNameLst>
                                      </p:cBhvr>
                                      <p:tavLst>
                                        <p:tav tm="0">
                                          <p:val>
                                            <p:strVal val="#ppt_y"/>
                                          </p:val>
                                        </p:tav>
                                        <p:tav tm="100000">
                                          <p:val>
                                            <p:strVal val="#ppt_y"/>
                                          </p:val>
                                        </p:tav>
                                      </p:tavLst>
                                    </p:anim>
                                  </p:childTnLst>
                                </p:cTn>
                              </p:par>
                              <p:par>
                                <p:cTn id="143" presetID="2" presetClass="entr" presetSubtype="2" fill="hold" grpId="0" nodeType="withEffect">
                                  <p:stCondLst>
                                    <p:cond delay="0"/>
                                  </p:stCondLst>
                                  <p:childTnLst>
                                    <p:set>
                                      <p:cBhvr>
                                        <p:cTn id="144" dur="1" fill="hold">
                                          <p:stCondLst>
                                            <p:cond delay="0"/>
                                          </p:stCondLst>
                                        </p:cTn>
                                        <p:tgtEl>
                                          <p:spTgt spid="44"/>
                                        </p:tgtEl>
                                        <p:attrNameLst>
                                          <p:attrName>style.visibility</p:attrName>
                                        </p:attrNameLst>
                                      </p:cBhvr>
                                      <p:to>
                                        <p:strVal val="visible"/>
                                      </p:to>
                                    </p:set>
                                    <p:anim calcmode="lin" valueType="num">
                                      <p:cBhvr additive="base">
                                        <p:cTn id="145" dur="500" fill="hold"/>
                                        <p:tgtEl>
                                          <p:spTgt spid="44"/>
                                        </p:tgtEl>
                                        <p:attrNameLst>
                                          <p:attrName>ppt_x</p:attrName>
                                        </p:attrNameLst>
                                      </p:cBhvr>
                                      <p:tavLst>
                                        <p:tav tm="0">
                                          <p:val>
                                            <p:strVal val="1+#ppt_w/2"/>
                                          </p:val>
                                        </p:tav>
                                        <p:tav tm="100000">
                                          <p:val>
                                            <p:strVal val="#ppt_x"/>
                                          </p:val>
                                        </p:tav>
                                      </p:tavLst>
                                    </p:anim>
                                    <p:anim calcmode="lin" valueType="num">
                                      <p:cBhvr additive="base">
                                        <p:cTn id="146" dur="500" fill="hold"/>
                                        <p:tgtEl>
                                          <p:spTgt spid="44"/>
                                        </p:tgtEl>
                                        <p:attrNameLst>
                                          <p:attrName>ppt_y</p:attrName>
                                        </p:attrNameLst>
                                      </p:cBhvr>
                                      <p:tavLst>
                                        <p:tav tm="0">
                                          <p:val>
                                            <p:strVal val="#ppt_y"/>
                                          </p:val>
                                        </p:tav>
                                        <p:tav tm="100000">
                                          <p:val>
                                            <p:strVal val="#ppt_y"/>
                                          </p:val>
                                        </p:tav>
                                      </p:tavLst>
                                    </p:anim>
                                  </p:childTnLst>
                                </p:cTn>
                              </p:par>
                              <p:par>
                                <p:cTn id="147" presetID="2" presetClass="entr" presetSubtype="2" fill="hold" nodeType="withEffect">
                                  <p:stCondLst>
                                    <p:cond delay="0"/>
                                  </p:stCondLst>
                                  <p:childTnLst>
                                    <p:set>
                                      <p:cBhvr>
                                        <p:cTn id="148" dur="1" fill="hold">
                                          <p:stCondLst>
                                            <p:cond delay="0"/>
                                          </p:stCondLst>
                                        </p:cTn>
                                        <p:tgtEl>
                                          <p:spTgt spid="45"/>
                                        </p:tgtEl>
                                        <p:attrNameLst>
                                          <p:attrName>style.visibility</p:attrName>
                                        </p:attrNameLst>
                                      </p:cBhvr>
                                      <p:to>
                                        <p:strVal val="visible"/>
                                      </p:to>
                                    </p:set>
                                    <p:anim calcmode="lin" valueType="num">
                                      <p:cBhvr additive="base">
                                        <p:cTn id="149" dur="500" fill="hold"/>
                                        <p:tgtEl>
                                          <p:spTgt spid="45"/>
                                        </p:tgtEl>
                                        <p:attrNameLst>
                                          <p:attrName>ppt_x</p:attrName>
                                        </p:attrNameLst>
                                      </p:cBhvr>
                                      <p:tavLst>
                                        <p:tav tm="0">
                                          <p:val>
                                            <p:strVal val="1+#ppt_w/2"/>
                                          </p:val>
                                        </p:tav>
                                        <p:tav tm="100000">
                                          <p:val>
                                            <p:strVal val="#ppt_x"/>
                                          </p:val>
                                        </p:tav>
                                      </p:tavLst>
                                    </p:anim>
                                    <p:anim calcmode="lin" valueType="num">
                                      <p:cBhvr additive="base">
                                        <p:cTn id="150" dur="500" fill="hold"/>
                                        <p:tgtEl>
                                          <p:spTgt spid="45"/>
                                        </p:tgtEl>
                                        <p:attrNameLst>
                                          <p:attrName>ppt_y</p:attrName>
                                        </p:attrNameLst>
                                      </p:cBhvr>
                                      <p:tavLst>
                                        <p:tav tm="0">
                                          <p:val>
                                            <p:strVal val="#ppt_y"/>
                                          </p:val>
                                        </p:tav>
                                        <p:tav tm="100000">
                                          <p:val>
                                            <p:strVal val="#ppt_y"/>
                                          </p:val>
                                        </p:tav>
                                      </p:tavLst>
                                    </p:anim>
                                  </p:childTnLst>
                                </p:cTn>
                              </p:par>
                              <p:par>
                                <p:cTn id="151" presetID="2" presetClass="entr" presetSubtype="2" fill="hold" grpId="0" nodeType="withEffect">
                                  <p:stCondLst>
                                    <p:cond delay="0"/>
                                  </p:stCondLst>
                                  <p:childTnLst>
                                    <p:set>
                                      <p:cBhvr>
                                        <p:cTn id="152" dur="1" fill="hold">
                                          <p:stCondLst>
                                            <p:cond delay="0"/>
                                          </p:stCondLst>
                                        </p:cTn>
                                        <p:tgtEl>
                                          <p:spTgt spid="46"/>
                                        </p:tgtEl>
                                        <p:attrNameLst>
                                          <p:attrName>style.visibility</p:attrName>
                                        </p:attrNameLst>
                                      </p:cBhvr>
                                      <p:to>
                                        <p:strVal val="visible"/>
                                      </p:to>
                                    </p:set>
                                    <p:anim calcmode="lin" valueType="num">
                                      <p:cBhvr additive="base">
                                        <p:cTn id="153" dur="500" fill="hold"/>
                                        <p:tgtEl>
                                          <p:spTgt spid="46"/>
                                        </p:tgtEl>
                                        <p:attrNameLst>
                                          <p:attrName>ppt_x</p:attrName>
                                        </p:attrNameLst>
                                      </p:cBhvr>
                                      <p:tavLst>
                                        <p:tav tm="0">
                                          <p:val>
                                            <p:strVal val="1+#ppt_w/2"/>
                                          </p:val>
                                        </p:tav>
                                        <p:tav tm="100000">
                                          <p:val>
                                            <p:strVal val="#ppt_x"/>
                                          </p:val>
                                        </p:tav>
                                      </p:tavLst>
                                    </p:anim>
                                    <p:anim calcmode="lin" valueType="num">
                                      <p:cBhvr additive="base">
                                        <p:cTn id="154" dur="500" fill="hold"/>
                                        <p:tgtEl>
                                          <p:spTgt spid="46"/>
                                        </p:tgtEl>
                                        <p:attrNameLst>
                                          <p:attrName>ppt_y</p:attrName>
                                        </p:attrNameLst>
                                      </p:cBhvr>
                                      <p:tavLst>
                                        <p:tav tm="0">
                                          <p:val>
                                            <p:strVal val="#ppt_y"/>
                                          </p:val>
                                        </p:tav>
                                        <p:tav tm="100000">
                                          <p:val>
                                            <p:strVal val="#ppt_y"/>
                                          </p:val>
                                        </p:tav>
                                      </p:tavLst>
                                    </p:anim>
                                  </p:childTnLst>
                                </p:cTn>
                              </p:par>
                              <p:par>
                                <p:cTn id="155" presetID="2" presetClass="entr" presetSubtype="2" fill="hold" grpId="0" nodeType="withEffect">
                                  <p:stCondLst>
                                    <p:cond delay="0"/>
                                  </p:stCondLst>
                                  <p:childTnLst>
                                    <p:set>
                                      <p:cBhvr>
                                        <p:cTn id="156" dur="1" fill="hold">
                                          <p:stCondLst>
                                            <p:cond delay="0"/>
                                          </p:stCondLst>
                                        </p:cTn>
                                        <p:tgtEl>
                                          <p:spTgt spid="47"/>
                                        </p:tgtEl>
                                        <p:attrNameLst>
                                          <p:attrName>style.visibility</p:attrName>
                                        </p:attrNameLst>
                                      </p:cBhvr>
                                      <p:to>
                                        <p:strVal val="visible"/>
                                      </p:to>
                                    </p:set>
                                    <p:anim calcmode="lin" valueType="num">
                                      <p:cBhvr additive="base">
                                        <p:cTn id="157" dur="500" fill="hold"/>
                                        <p:tgtEl>
                                          <p:spTgt spid="47"/>
                                        </p:tgtEl>
                                        <p:attrNameLst>
                                          <p:attrName>ppt_x</p:attrName>
                                        </p:attrNameLst>
                                      </p:cBhvr>
                                      <p:tavLst>
                                        <p:tav tm="0">
                                          <p:val>
                                            <p:strVal val="1+#ppt_w/2"/>
                                          </p:val>
                                        </p:tav>
                                        <p:tav tm="100000">
                                          <p:val>
                                            <p:strVal val="#ppt_x"/>
                                          </p:val>
                                        </p:tav>
                                      </p:tavLst>
                                    </p:anim>
                                    <p:anim calcmode="lin" valueType="num">
                                      <p:cBhvr additive="base">
                                        <p:cTn id="158" dur="500" fill="hold"/>
                                        <p:tgtEl>
                                          <p:spTgt spid="47"/>
                                        </p:tgtEl>
                                        <p:attrNameLst>
                                          <p:attrName>ppt_y</p:attrName>
                                        </p:attrNameLst>
                                      </p:cBhvr>
                                      <p:tavLst>
                                        <p:tav tm="0">
                                          <p:val>
                                            <p:strVal val="#ppt_y"/>
                                          </p:val>
                                        </p:tav>
                                        <p:tav tm="100000">
                                          <p:val>
                                            <p:strVal val="#ppt_y"/>
                                          </p:val>
                                        </p:tav>
                                      </p:tavLst>
                                    </p:anim>
                                  </p:childTnLst>
                                </p:cTn>
                              </p:par>
                              <p:par>
                                <p:cTn id="159" presetID="2" presetClass="entr" presetSubtype="2" fill="hold" grpId="0" nodeType="withEffect">
                                  <p:stCondLst>
                                    <p:cond delay="0"/>
                                  </p:stCondLst>
                                  <p:childTnLst>
                                    <p:set>
                                      <p:cBhvr>
                                        <p:cTn id="160" dur="1" fill="hold">
                                          <p:stCondLst>
                                            <p:cond delay="0"/>
                                          </p:stCondLst>
                                        </p:cTn>
                                        <p:tgtEl>
                                          <p:spTgt spid="48"/>
                                        </p:tgtEl>
                                        <p:attrNameLst>
                                          <p:attrName>style.visibility</p:attrName>
                                        </p:attrNameLst>
                                      </p:cBhvr>
                                      <p:to>
                                        <p:strVal val="visible"/>
                                      </p:to>
                                    </p:set>
                                    <p:anim calcmode="lin" valueType="num">
                                      <p:cBhvr additive="base">
                                        <p:cTn id="161" dur="500" fill="hold"/>
                                        <p:tgtEl>
                                          <p:spTgt spid="48"/>
                                        </p:tgtEl>
                                        <p:attrNameLst>
                                          <p:attrName>ppt_x</p:attrName>
                                        </p:attrNameLst>
                                      </p:cBhvr>
                                      <p:tavLst>
                                        <p:tav tm="0">
                                          <p:val>
                                            <p:strVal val="1+#ppt_w/2"/>
                                          </p:val>
                                        </p:tav>
                                        <p:tav tm="100000">
                                          <p:val>
                                            <p:strVal val="#ppt_x"/>
                                          </p:val>
                                        </p:tav>
                                      </p:tavLst>
                                    </p:anim>
                                    <p:anim calcmode="lin" valueType="num">
                                      <p:cBhvr additive="base">
                                        <p:cTn id="162" dur="500" fill="hold"/>
                                        <p:tgtEl>
                                          <p:spTgt spid="48"/>
                                        </p:tgtEl>
                                        <p:attrNameLst>
                                          <p:attrName>ppt_y</p:attrName>
                                        </p:attrNameLst>
                                      </p:cBhvr>
                                      <p:tavLst>
                                        <p:tav tm="0">
                                          <p:val>
                                            <p:strVal val="#ppt_y"/>
                                          </p:val>
                                        </p:tav>
                                        <p:tav tm="100000">
                                          <p:val>
                                            <p:strVal val="#ppt_y"/>
                                          </p:val>
                                        </p:tav>
                                      </p:tavLst>
                                    </p:anim>
                                  </p:childTnLst>
                                </p:cTn>
                              </p:par>
                              <p:par>
                                <p:cTn id="163" presetID="2" presetClass="entr" presetSubtype="2" fill="hold" grpId="0" nodeType="withEffect">
                                  <p:stCondLst>
                                    <p:cond delay="0"/>
                                  </p:stCondLst>
                                  <p:childTnLst>
                                    <p:set>
                                      <p:cBhvr>
                                        <p:cTn id="164" dur="1" fill="hold">
                                          <p:stCondLst>
                                            <p:cond delay="0"/>
                                          </p:stCondLst>
                                        </p:cTn>
                                        <p:tgtEl>
                                          <p:spTgt spid="49"/>
                                        </p:tgtEl>
                                        <p:attrNameLst>
                                          <p:attrName>style.visibility</p:attrName>
                                        </p:attrNameLst>
                                      </p:cBhvr>
                                      <p:to>
                                        <p:strVal val="visible"/>
                                      </p:to>
                                    </p:set>
                                    <p:anim calcmode="lin" valueType="num">
                                      <p:cBhvr additive="base">
                                        <p:cTn id="165" dur="500" fill="hold"/>
                                        <p:tgtEl>
                                          <p:spTgt spid="49"/>
                                        </p:tgtEl>
                                        <p:attrNameLst>
                                          <p:attrName>ppt_x</p:attrName>
                                        </p:attrNameLst>
                                      </p:cBhvr>
                                      <p:tavLst>
                                        <p:tav tm="0">
                                          <p:val>
                                            <p:strVal val="1+#ppt_w/2"/>
                                          </p:val>
                                        </p:tav>
                                        <p:tav tm="100000">
                                          <p:val>
                                            <p:strVal val="#ppt_x"/>
                                          </p:val>
                                        </p:tav>
                                      </p:tavLst>
                                    </p:anim>
                                    <p:anim calcmode="lin" valueType="num">
                                      <p:cBhvr additive="base">
                                        <p:cTn id="166" dur="500" fill="hold"/>
                                        <p:tgtEl>
                                          <p:spTgt spid="49"/>
                                        </p:tgtEl>
                                        <p:attrNameLst>
                                          <p:attrName>ppt_y</p:attrName>
                                        </p:attrNameLst>
                                      </p:cBhvr>
                                      <p:tavLst>
                                        <p:tav tm="0">
                                          <p:val>
                                            <p:strVal val="#ppt_y"/>
                                          </p:val>
                                        </p:tav>
                                        <p:tav tm="100000">
                                          <p:val>
                                            <p:strVal val="#ppt_y"/>
                                          </p:val>
                                        </p:tav>
                                      </p:tavLst>
                                    </p:anim>
                                  </p:childTnLst>
                                </p:cTn>
                              </p:par>
                              <p:par>
                                <p:cTn id="167" presetID="2" presetClass="entr" presetSubtype="2" fill="hold" grpId="0" nodeType="withEffect">
                                  <p:stCondLst>
                                    <p:cond delay="0"/>
                                  </p:stCondLst>
                                  <p:childTnLst>
                                    <p:set>
                                      <p:cBhvr>
                                        <p:cTn id="168" dur="1" fill="hold">
                                          <p:stCondLst>
                                            <p:cond delay="0"/>
                                          </p:stCondLst>
                                        </p:cTn>
                                        <p:tgtEl>
                                          <p:spTgt spid="51"/>
                                        </p:tgtEl>
                                        <p:attrNameLst>
                                          <p:attrName>style.visibility</p:attrName>
                                        </p:attrNameLst>
                                      </p:cBhvr>
                                      <p:to>
                                        <p:strVal val="visible"/>
                                      </p:to>
                                    </p:set>
                                    <p:anim calcmode="lin" valueType="num">
                                      <p:cBhvr additive="base">
                                        <p:cTn id="169" dur="500" fill="hold"/>
                                        <p:tgtEl>
                                          <p:spTgt spid="51"/>
                                        </p:tgtEl>
                                        <p:attrNameLst>
                                          <p:attrName>ppt_x</p:attrName>
                                        </p:attrNameLst>
                                      </p:cBhvr>
                                      <p:tavLst>
                                        <p:tav tm="0">
                                          <p:val>
                                            <p:strVal val="1+#ppt_w/2"/>
                                          </p:val>
                                        </p:tav>
                                        <p:tav tm="100000">
                                          <p:val>
                                            <p:strVal val="#ppt_x"/>
                                          </p:val>
                                        </p:tav>
                                      </p:tavLst>
                                    </p:anim>
                                    <p:anim calcmode="lin" valueType="num">
                                      <p:cBhvr additive="base">
                                        <p:cTn id="170" dur="500" fill="hold"/>
                                        <p:tgtEl>
                                          <p:spTgt spid="51"/>
                                        </p:tgtEl>
                                        <p:attrNameLst>
                                          <p:attrName>ppt_y</p:attrName>
                                        </p:attrNameLst>
                                      </p:cBhvr>
                                      <p:tavLst>
                                        <p:tav tm="0">
                                          <p:val>
                                            <p:strVal val="#ppt_y"/>
                                          </p:val>
                                        </p:tav>
                                        <p:tav tm="100000">
                                          <p:val>
                                            <p:strVal val="#ppt_y"/>
                                          </p:val>
                                        </p:tav>
                                      </p:tavLst>
                                    </p:anim>
                                  </p:childTnLst>
                                </p:cTn>
                              </p:par>
                              <p:par>
                                <p:cTn id="171" presetID="2" presetClass="entr" presetSubtype="2" fill="hold" grpId="0" nodeType="withEffect">
                                  <p:stCondLst>
                                    <p:cond delay="0"/>
                                  </p:stCondLst>
                                  <p:childTnLst>
                                    <p:set>
                                      <p:cBhvr>
                                        <p:cTn id="172" dur="1" fill="hold">
                                          <p:stCondLst>
                                            <p:cond delay="0"/>
                                          </p:stCondLst>
                                        </p:cTn>
                                        <p:tgtEl>
                                          <p:spTgt spid="52"/>
                                        </p:tgtEl>
                                        <p:attrNameLst>
                                          <p:attrName>style.visibility</p:attrName>
                                        </p:attrNameLst>
                                      </p:cBhvr>
                                      <p:to>
                                        <p:strVal val="visible"/>
                                      </p:to>
                                    </p:set>
                                    <p:anim calcmode="lin" valueType="num">
                                      <p:cBhvr additive="base">
                                        <p:cTn id="173" dur="500" fill="hold"/>
                                        <p:tgtEl>
                                          <p:spTgt spid="52"/>
                                        </p:tgtEl>
                                        <p:attrNameLst>
                                          <p:attrName>ppt_x</p:attrName>
                                        </p:attrNameLst>
                                      </p:cBhvr>
                                      <p:tavLst>
                                        <p:tav tm="0">
                                          <p:val>
                                            <p:strVal val="1+#ppt_w/2"/>
                                          </p:val>
                                        </p:tav>
                                        <p:tav tm="100000">
                                          <p:val>
                                            <p:strVal val="#ppt_x"/>
                                          </p:val>
                                        </p:tav>
                                      </p:tavLst>
                                    </p:anim>
                                    <p:anim calcmode="lin" valueType="num">
                                      <p:cBhvr additive="base">
                                        <p:cTn id="174" dur="500" fill="hold"/>
                                        <p:tgtEl>
                                          <p:spTgt spid="52"/>
                                        </p:tgtEl>
                                        <p:attrNameLst>
                                          <p:attrName>ppt_y</p:attrName>
                                        </p:attrNameLst>
                                      </p:cBhvr>
                                      <p:tavLst>
                                        <p:tav tm="0">
                                          <p:val>
                                            <p:strVal val="#ppt_y"/>
                                          </p:val>
                                        </p:tav>
                                        <p:tav tm="100000">
                                          <p:val>
                                            <p:strVal val="#ppt_y"/>
                                          </p:val>
                                        </p:tav>
                                      </p:tavLst>
                                    </p:anim>
                                  </p:childTnLst>
                                </p:cTn>
                              </p:par>
                              <p:par>
                                <p:cTn id="175" presetID="2" presetClass="entr" presetSubtype="2" fill="hold" grpId="0" nodeType="withEffect">
                                  <p:stCondLst>
                                    <p:cond delay="0"/>
                                  </p:stCondLst>
                                  <p:childTnLst>
                                    <p:set>
                                      <p:cBhvr>
                                        <p:cTn id="176" dur="1" fill="hold">
                                          <p:stCondLst>
                                            <p:cond delay="0"/>
                                          </p:stCondLst>
                                        </p:cTn>
                                        <p:tgtEl>
                                          <p:spTgt spid="53"/>
                                        </p:tgtEl>
                                        <p:attrNameLst>
                                          <p:attrName>style.visibility</p:attrName>
                                        </p:attrNameLst>
                                      </p:cBhvr>
                                      <p:to>
                                        <p:strVal val="visible"/>
                                      </p:to>
                                    </p:set>
                                    <p:anim calcmode="lin" valueType="num">
                                      <p:cBhvr additive="base">
                                        <p:cTn id="177" dur="500" fill="hold"/>
                                        <p:tgtEl>
                                          <p:spTgt spid="53"/>
                                        </p:tgtEl>
                                        <p:attrNameLst>
                                          <p:attrName>ppt_x</p:attrName>
                                        </p:attrNameLst>
                                      </p:cBhvr>
                                      <p:tavLst>
                                        <p:tav tm="0">
                                          <p:val>
                                            <p:strVal val="1+#ppt_w/2"/>
                                          </p:val>
                                        </p:tav>
                                        <p:tav tm="100000">
                                          <p:val>
                                            <p:strVal val="#ppt_x"/>
                                          </p:val>
                                        </p:tav>
                                      </p:tavLst>
                                    </p:anim>
                                    <p:anim calcmode="lin" valueType="num">
                                      <p:cBhvr additive="base">
                                        <p:cTn id="178" dur="500" fill="hold"/>
                                        <p:tgtEl>
                                          <p:spTgt spid="53"/>
                                        </p:tgtEl>
                                        <p:attrNameLst>
                                          <p:attrName>ppt_y</p:attrName>
                                        </p:attrNameLst>
                                      </p:cBhvr>
                                      <p:tavLst>
                                        <p:tav tm="0">
                                          <p:val>
                                            <p:strVal val="#ppt_y"/>
                                          </p:val>
                                        </p:tav>
                                        <p:tav tm="100000">
                                          <p:val>
                                            <p:strVal val="#ppt_y"/>
                                          </p:val>
                                        </p:tav>
                                      </p:tavLst>
                                    </p:anim>
                                  </p:childTnLst>
                                </p:cTn>
                              </p:par>
                              <p:par>
                                <p:cTn id="179" presetID="2" presetClass="entr" presetSubtype="2" fill="hold" nodeType="withEffect">
                                  <p:stCondLst>
                                    <p:cond delay="0"/>
                                  </p:stCondLst>
                                  <p:childTnLst>
                                    <p:set>
                                      <p:cBhvr>
                                        <p:cTn id="180" dur="1" fill="hold">
                                          <p:stCondLst>
                                            <p:cond delay="0"/>
                                          </p:stCondLst>
                                        </p:cTn>
                                        <p:tgtEl>
                                          <p:spTgt spid="54"/>
                                        </p:tgtEl>
                                        <p:attrNameLst>
                                          <p:attrName>style.visibility</p:attrName>
                                        </p:attrNameLst>
                                      </p:cBhvr>
                                      <p:to>
                                        <p:strVal val="visible"/>
                                      </p:to>
                                    </p:set>
                                    <p:anim calcmode="lin" valueType="num">
                                      <p:cBhvr additive="base">
                                        <p:cTn id="181" dur="500" fill="hold"/>
                                        <p:tgtEl>
                                          <p:spTgt spid="54"/>
                                        </p:tgtEl>
                                        <p:attrNameLst>
                                          <p:attrName>ppt_x</p:attrName>
                                        </p:attrNameLst>
                                      </p:cBhvr>
                                      <p:tavLst>
                                        <p:tav tm="0">
                                          <p:val>
                                            <p:strVal val="1+#ppt_w/2"/>
                                          </p:val>
                                        </p:tav>
                                        <p:tav tm="100000">
                                          <p:val>
                                            <p:strVal val="#ppt_x"/>
                                          </p:val>
                                        </p:tav>
                                      </p:tavLst>
                                    </p:anim>
                                    <p:anim calcmode="lin" valueType="num">
                                      <p:cBhvr additive="base">
                                        <p:cTn id="182" dur="500" fill="hold"/>
                                        <p:tgtEl>
                                          <p:spTgt spid="54"/>
                                        </p:tgtEl>
                                        <p:attrNameLst>
                                          <p:attrName>ppt_y</p:attrName>
                                        </p:attrNameLst>
                                      </p:cBhvr>
                                      <p:tavLst>
                                        <p:tav tm="0">
                                          <p:val>
                                            <p:strVal val="#ppt_y"/>
                                          </p:val>
                                        </p:tav>
                                        <p:tav tm="100000">
                                          <p:val>
                                            <p:strVal val="#ppt_y"/>
                                          </p:val>
                                        </p:tav>
                                      </p:tavLst>
                                    </p:anim>
                                  </p:childTnLst>
                                </p:cTn>
                              </p:par>
                              <p:par>
                                <p:cTn id="183" presetID="2" presetClass="entr" presetSubtype="2" fill="hold" grpId="0" nodeType="withEffect">
                                  <p:stCondLst>
                                    <p:cond delay="0"/>
                                  </p:stCondLst>
                                  <p:childTnLst>
                                    <p:set>
                                      <p:cBhvr>
                                        <p:cTn id="184" dur="1" fill="hold">
                                          <p:stCondLst>
                                            <p:cond delay="0"/>
                                          </p:stCondLst>
                                        </p:cTn>
                                        <p:tgtEl>
                                          <p:spTgt spid="55"/>
                                        </p:tgtEl>
                                        <p:attrNameLst>
                                          <p:attrName>style.visibility</p:attrName>
                                        </p:attrNameLst>
                                      </p:cBhvr>
                                      <p:to>
                                        <p:strVal val="visible"/>
                                      </p:to>
                                    </p:set>
                                    <p:anim calcmode="lin" valueType="num">
                                      <p:cBhvr additive="base">
                                        <p:cTn id="185" dur="500" fill="hold"/>
                                        <p:tgtEl>
                                          <p:spTgt spid="55"/>
                                        </p:tgtEl>
                                        <p:attrNameLst>
                                          <p:attrName>ppt_x</p:attrName>
                                        </p:attrNameLst>
                                      </p:cBhvr>
                                      <p:tavLst>
                                        <p:tav tm="0">
                                          <p:val>
                                            <p:strVal val="1+#ppt_w/2"/>
                                          </p:val>
                                        </p:tav>
                                        <p:tav tm="100000">
                                          <p:val>
                                            <p:strVal val="#ppt_x"/>
                                          </p:val>
                                        </p:tav>
                                      </p:tavLst>
                                    </p:anim>
                                    <p:anim calcmode="lin" valueType="num">
                                      <p:cBhvr additive="base">
                                        <p:cTn id="186" dur="500" fill="hold"/>
                                        <p:tgtEl>
                                          <p:spTgt spid="55"/>
                                        </p:tgtEl>
                                        <p:attrNameLst>
                                          <p:attrName>ppt_y</p:attrName>
                                        </p:attrNameLst>
                                      </p:cBhvr>
                                      <p:tavLst>
                                        <p:tav tm="0">
                                          <p:val>
                                            <p:strVal val="#ppt_y"/>
                                          </p:val>
                                        </p:tav>
                                        <p:tav tm="100000">
                                          <p:val>
                                            <p:strVal val="#ppt_y"/>
                                          </p:val>
                                        </p:tav>
                                      </p:tavLst>
                                    </p:anim>
                                  </p:childTnLst>
                                </p:cTn>
                              </p:par>
                              <p:par>
                                <p:cTn id="187" presetID="2" presetClass="entr" presetSubtype="2" fill="hold" grpId="0" nodeType="withEffect">
                                  <p:stCondLst>
                                    <p:cond delay="0"/>
                                  </p:stCondLst>
                                  <p:childTnLst>
                                    <p:set>
                                      <p:cBhvr>
                                        <p:cTn id="188" dur="1" fill="hold">
                                          <p:stCondLst>
                                            <p:cond delay="0"/>
                                          </p:stCondLst>
                                        </p:cTn>
                                        <p:tgtEl>
                                          <p:spTgt spid="56"/>
                                        </p:tgtEl>
                                        <p:attrNameLst>
                                          <p:attrName>style.visibility</p:attrName>
                                        </p:attrNameLst>
                                      </p:cBhvr>
                                      <p:to>
                                        <p:strVal val="visible"/>
                                      </p:to>
                                    </p:set>
                                    <p:anim calcmode="lin" valueType="num">
                                      <p:cBhvr additive="base">
                                        <p:cTn id="189" dur="500" fill="hold"/>
                                        <p:tgtEl>
                                          <p:spTgt spid="56"/>
                                        </p:tgtEl>
                                        <p:attrNameLst>
                                          <p:attrName>ppt_x</p:attrName>
                                        </p:attrNameLst>
                                      </p:cBhvr>
                                      <p:tavLst>
                                        <p:tav tm="0">
                                          <p:val>
                                            <p:strVal val="1+#ppt_w/2"/>
                                          </p:val>
                                        </p:tav>
                                        <p:tav tm="100000">
                                          <p:val>
                                            <p:strVal val="#ppt_x"/>
                                          </p:val>
                                        </p:tav>
                                      </p:tavLst>
                                    </p:anim>
                                    <p:anim calcmode="lin" valueType="num">
                                      <p:cBhvr additive="base">
                                        <p:cTn id="190" dur="500" fill="hold"/>
                                        <p:tgtEl>
                                          <p:spTgt spid="56"/>
                                        </p:tgtEl>
                                        <p:attrNameLst>
                                          <p:attrName>ppt_y</p:attrName>
                                        </p:attrNameLst>
                                      </p:cBhvr>
                                      <p:tavLst>
                                        <p:tav tm="0">
                                          <p:val>
                                            <p:strVal val="#ppt_y"/>
                                          </p:val>
                                        </p:tav>
                                        <p:tav tm="100000">
                                          <p:val>
                                            <p:strVal val="#ppt_y"/>
                                          </p:val>
                                        </p:tav>
                                      </p:tavLst>
                                    </p:anim>
                                  </p:childTnLst>
                                </p:cTn>
                              </p:par>
                              <p:par>
                                <p:cTn id="191" presetID="2" presetClass="entr" presetSubtype="2" fill="hold" grpId="0" nodeType="withEffect">
                                  <p:stCondLst>
                                    <p:cond delay="0"/>
                                  </p:stCondLst>
                                  <p:childTnLst>
                                    <p:set>
                                      <p:cBhvr>
                                        <p:cTn id="192" dur="1" fill="hold">
                                          <p:stCondLst>
                                            <p:cond delay="0"/>
                                          </p:stCondLst>
                                        </p:cTn>
                                        <p:tgtEl>
                                          <p:spTgt spid="57"/>
                                        </p:tgtEl>
                                        <p:attrNameLst>
                                          <p:attrName>style.visibility</p:attrName>
                                        </p:attrNameLst>
                                      </p:cBhvr>
                                      <p:to>
                                        <p:strVal val="visible"/>
                                      </p:to>
                                    </p:set>
                                    <p:anim calcmode="lin" valueType="num">
                                      <p:cBhvr additive="base">
                                        <p:cTn id="193" dur="500" fill="hold"/>
                                        <p:tgtEl>
                                          <p:spTgt spid="57"/>
                                        </p:tgtEl>
                                        <p:attrNameLst>
                                          <p:attrName>ppt_x</p:attrName>
                                        </p:attrNameLst>
                                      </p:cBhvr>
                                      <p:tavLst>
                                        <p:tav tm="0">
                                          <p:val>
                                            <p:strVal val="1+#ppt_w/2"/>
                                          </p:val>
                                        </p:tav>
                                        <p:tav tm="100000">
                                          <p:val>
                                            <p:strVal val="#ppt_x"/>
                                          </p:val>
                                        </p:tav>
                                      </p:tavLst>
                                    </p:anim>
                                    <p:anim calcmode="lin" valueType="num">
                                      <p:cBhvr additive="base">
                                        <p:cTn id="194" dur="500" fill="hold"/>
                                        <p:tgtEl>
                                          <p:spTgt spid="57"/>
                                        </p:tgtEl>
                                        <p:attrNameLst>
                                          <p:attrName>ppt_y</p:attrName>
                                        </p:attrNameLst>
                                      </p:cBhvr>
                                      <p:tavLst>
                                        <p:tav tm="0">
                                          <p:val>
                                            <p:strVal val="#ppt_y"/>
                                          </p:val>
                                        </p:tav>
                                        <p:tav tm="100000">
                                          <p:val>
                                            <p:strVal val="#ppt_y"/>
                                          </p:val>
                                        </p:tav>
                                      </p:tavLst>
                                    </p:anim>
                                  </p:childTnLst>
                                </p:cTn>
                              </p:par>
                              <p:par>
                                <p:cTn id="195" presetID="2" presetClass="entr" presetSubtype="2" fill="hold" grpId="0" nodeType="withEffect">
                                  <p:stCondLst>
                                    <p:cond delay="0"/>
                                  </p:stCondLst>
                                  <p:childTnLst>
                                    <p:set>
                                      <p:cBhvr>
                                        <p:cTn id="196" dur="1" fill="hold">
                                          <p:stCondLst>
                                            <p:cond delay="0"/>
                                          </p:stCondLst>
                                        </p:cTn>
                                        <p:tgtEl>
                                          <p:spTgt spid="58"/>
                                        </p:tgtEl>
                                        <p:attrNameLst>
                                          <p:attrName>style.visibility</p:attrName>
                                        </p:attrNameLst>
                                      </p:cBhvr>
                                      <p:to>
                                        <p:strVal val="visible"/>
                                      </p:to>
                                    </p:set>
                                    <p:anim calcmode="lin" valueType="num">
                                      <p:cBhvr additive="base">
                                        <p:cTn id="197" dur="500" fill="hold"/>
                                        <p:tgtEl>
                                          <p:spTgt spid="58"/>
                                        </p:tgtEl>
                                        <p:attrNameLst>
                                          <p:attrName>ppt_x</p:attrName>
                                        </p:attrNameLst>
                                      </p:cBhvr>
                                      <p:tavLst>
                                        <p:tav tm="0">
                                          <p:val>
                                            <p:strVal val="1+#ppt_w/2"/>
                                          </p:val>
                                        </p:tav>
                                        <p:tav tm="100000">
                                          <p:val>
                                            <p:strVal val="#ppt_x"/>
                                          </p:val>
                                        </p:tav>
                                      </p:tavLst>
                                    </p:anim>
                                    <p:anim calcmode="lin" valueType="num">
                                      <p:cBhvr additive="base">
                                        <p:cTn id="198" dur="500" fill="hold"/>
                                        <p:tgtEl>
                                          <p:spTgt spid="5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0" grpId="0" animBg="1"/>
      <p:bldP spid="11" grpId="0" animBg="1"/>
      <p:bldP spid="12" grpId="0" animBg="1"/>
      <p:bldP spid="13" grpId="0" animBg="1"/>
      <p:bldP spid="15" grpId="0" animBg="1"/>
      <p:bldP spid="16" grpId="0" animBg="1"/>
      <p:bldP spid="17" grpId="0" animBg="1"/>
      <p:bldP spid="19" grpId="0" animBg="1"/>
      <p:bldP spid="20" grpId="0" animBg="1"/>
      <p:bldP spid="21" grpId="0" animBg="1"/>
      <p:bldP spid="22" grpId="0" animBg="1"/>
      <p:bldP spid="24" grpId="0" animBg="1"/>
      <p:bldP spid="25" grpId="0" animBg="1"/>
      <p:bldP spid="26" grpId="0" animBg="1"/>
      <p:bldP spid="28" grpId="0" animBg="1"/>
      <p:bldP spid="29" grpId="0" animBg="1"/>
      <p:bldP spid="30" grpId="0" animBg="1"/>
      <p:bldP spid="31" grpId="0" animBg="1"/>
      <p:bldP spid="33" grpId="0" animBg="1"/>
      <p:bldP spid="34" grpId="0" animBg="1"/>
      <p:bldP spid="35" grpId="0" animBg="1"/>
      <p:bldP spid="37" grpId="0" animBg="1"/>
      <p:bldP spid="38" grpId="0" animBg="1"/>
      <p:bldP spid="39" grpId="0" animBg="1"/>
      <p:bldP spid="40" grpId="0" animBg="1"/>
      <p:bldP spid="42" grpId="0" animBg="1"/>
      <p:bldP spid="43" grpId="0" animBg="1"/>
      <p:bldP spid="44" grpId="0" animBg="1"/>
      <p:bldP spid="46" grpId="0" animBg="1"/>
      <p:bldP spid="47" grpId="0" animBg="1"/>
      <p:bldP spid="48" grpId="0" animBg="1"/>
      <p:bldP spid="49" grpId="0" animBg="1"/>
      <p:bldP spid="51" grpId="0" animBg="1"/>
      <p:bldP spid="52" grpId="0" animBg="1"/>
      <p:bldP spid="53" grpId="0" animBg="1"/>
      <p:bldP spid="55" grpId="0" animBg="1"/>
      <p:bldP spid="56" grpId="0" animBg="1"/>
      <p:bldP spid="57" grpId="0" animBg="1"/>
      <p:bldP spid="5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a:extLst>
            <a:ext uri="{FF2B5EF4-FFF2-40B4-BE49-F238E27FC236}">
              <a16:creationId xmlns:a16="http://schemas.microsoft.com/office/drawing/2014/main" id="{6EAB5896-1066-214D-82DE-FCB12FF474DA}"/>
            </a:ext>
          </a:extLst>
        </p:cNvPr>
        <p:cNvGrpSpPr/>
        <p:nvPr/>
      </p:nvGrpSpPr>
      <p:grpSpPr>
        <a:xfrm>
          <a:off x="0" y="0"/>
          <a:ext cx="0" cy="0"/>
          <a:chOff x="0" y="0"/>
          <a:chExt cx="0" cy="0"/>
        </a:xfrm>
      </p:grpSpPr>
      <p:sp>
        <p:nvSpPr>
          <p:cNvPr id="105" name="Google Shape;105;p27">
            <a:extLst>
              <a:ext uri="{FF2B5EF4-FFF2-40B4-BE49-F238E27FC236}">
                <a16:creationId xmlns:a16="http://schemas.microsoft.com/office/drawing/2014/main" id="{C4E05F45-9665-CDA1-DF19-DBD7D7808A2B}"/>
              </a:ext>
            </a:extLst>
          </p:cNvPr>
          <p:cNvSpPr/>
          <p:nvPr/>
        </p:nvSpPr>
        <p:spPr>
          <a:xfrm rot="5400000">
            <a:off x="1652259" y="-1666129"/>
            <a:ext cx="5220048" cy="8524571"/>
          </a:xfrm>
          <a:prstGeom prst="triangle">
            <a:avLst>
              <a:gd name="adj" fmla="val 50411"/>
            </a:avLst>
          </a:prstGeom>
          <a:solidFill>
            <a:schemeClr val="accent1">
              <a:lumMod val="75000"/>
            </a:schemeClr>
          </a:solidFill>
          <a:ln/>
        </p:spPr>
        <p:style>
          <a:lnRef idx="2">
            <a:schemeClr val="accent1"/>
          </a:lnRef>
          <a:fillRef idx="1">
            <a:schemeClr val="lt1"/>
          </a:fillRef>
          <a:effectRef idx="0">
            <a:schemeClr val="accent1"/>
          </a:effectRef>
          <a:fontRef idx="minor">
            <a:schemeClr val="dk1"/>
          </a:fontRef>
        </p:style>
        <p:txBody>
          <a:bodyPr spcFirstLastPara="1" wrap="square" lIns="121900" tIns="121900" rIns="121900" bIns="121900" anchor="ctr" anchorCtr="0">
            <a:noAutofit/>
          </a:bodyPr>
          <a:lstStyle/>
          <a:p>
            <a:endParaRPr sz="2400"/>
          </a:p>
        </p:txBody>
      </p:sp>
      <p:sp>
        <p:nvSpPr>
          <p:cNvPr id="2" name="Google Shape;105;p27">
            <a:extLst>
              <a:ext uri="{FF2B5EF4-FFF2-40B4-BE49-F238E27FC236}">
                <a16:creationId xmlns:a16="http://schemas.microsoft.com/office/drawing/2014/main" id="{3018F565-5778-F725-DAD0-37671CA75FDE}"/>
              </a:ext>
            </a:extLst>
          </p:cNvPr>
          <p:cNvSpPr/>
          <p:nvPr/>
        </p:nvSpPr>
        <p:spPr>
          <a:xfrm rot="16200000">
            <a:off x="5137501" y="-182043"/>
            <a:ext cx="5692586" cy="8416413"/>
          </a:xfrm>
          <a:prstGeom prst="triangle">
            <a:avLst>
              <a:gd name="adj" fmla="val 50411"/>
            </a:avLst>
          </a:prstGeom>
          <a:solidFill>
            <a:schemeClr val="accent1">
              <a:lumMod val="75000"/>
            </a:schemeClr>
          </a:solidFill>
          <a:ln>
            <a:solidFill>
              <a:schemeClr val="accent1"/>
            </a:solidFill>
          </a:ln>
        </p:spPr>
        <p:txBody>
          <a:bodyPr spcFirstLastPara="1" wrap="square" lIns="121900" tIns="121900" rIns="121900" bIns="121900" anchor="ctr" anchorCtr="0">
            <a:noAutofit/>
          </a:bodyPr>
          <a:lstStyle/>
          <a:p>
            <a:endParaRPr sz="2400"/>
          </a:p>
        </p:txBody>
      </p:sp>
      <p:pic>
        <p:nvPicPr>
          <p:cNvPr id="3" name="Image 0" descr="preencoded.png">
            <a:extLst>
              <a:ext uri="{FF2B5EF4-FFF2-40B4-BE49-F238E27FC236}">
                <a16:creationId xmlns:a16="http://schemas.microsoft.com/office/drawing/2014/main" id="{4FD3244C-142C-59A0-2A25-BEE9C3CA55A7}"/>
              </a:ext>
            </a:extLst>
          </p:cNvPr>
          <p:cNvPicPr>
            <a:picLocks noChangeAspect="1"/>
          </p:cNvPicPr>
          <p:nvPr/>
        </p:nvPicPr>
        <p:blipFill>
          <a:blip r:embed="rId3"/>
          <a:stretch>
            <a:fillRect/>
          </a:stretch>
        </p:blipFill>
        <p:spPr>
          <a:xfrm>
            <a:off x="3360564" y="2924015"/>
            <a:ext cx="1228247" cy="1228247"/>
          </a:xfrm>
          <a:prstGeom prst="rect">
            <a:avLst/>
          </a:prstGeom>
        </p:spPr>
      </p:pic>
      <p:sp>
        <p:nvSpPr>
          <p:cNvPr id="4" name="Text 7">
            <a:extLst>
              <a:ext uri="{FF2B5EF4-FFF2-40B4-BE49-F238E27FC236}">
                <a16:creationId xmlns:a16="http://schemas.microsoft.com/office/drawing/2014/main" id="{7D337B1C-B10D-EAF8-15AA-19F044DB071C}"/>
              </a:ext>
            </a:extLst>
          </p:cNvPr>
          <p:cNvSpPr/>
          <p:nvPr/>
        </p:nvSpPr>
        <p:spPr>
          <a:xfrm>
            <a:off x="4992329" y="2924015"/>
            <a:ext cx="2514600" cy="615598"/>
          </a:xfrm>
          <a:prstGeom prst="rect">
            <a:avLst/>
          </a:prstGeom>
          <a:noFill/>
          <a:ln/>
        </p:spPr>
        <p:txBody>
          <a:bodyPr wrap="square" lIns="0" tIns="0" rIns="0" bIns="0" rtlCol="0" anchor="ctr"/>
          <a:lstStyle/>
          <a:p>
            <a:pPr marL="0" indent="0">
              <a:buNone/>
            </a:pPr>
            <a:r>
              <a:rPr lang="en-US" sz="4000" b="1" kern="0" spc="400" dirty="0">
                <a:solidFill>
                  <a:srgbClr val="06B6D4"/>
                </a:solidFill>
                <a:latin typeface="Calibri" pitchFamily="34" charset="0"/>
                <a:ea typeface="Calibri" pitchFamily="34" charset="-122"/>
                <a:cs typeface="Calibri" pitchFamily="34" charset="-120"/>
              </a:rPr>
              <a:t>PARTIE 1</a:t>
            </a:r>
            <a:endParaRPr lang="en-US" sz="4000" dirty="0"/>
          </a:p>
        </p:txBody>
      </p:sp>
      <p:sp>
        <p:nvSpPr>
          <p:cNvPr id="5" name="Text 8">
            <a:extLst>
              <a:ext uri="{FF2B5EF4-FFF2-40B4-BE49-F238E27FC236}">
                <a16:creationId xmlns:a16="http://schemas.microsoft.com/office/drawing/2014/main" id="{D4F52B72-3B0F-64F5-2CE2-E8BAEE6134C9}"/>
              </a:ext>
            </a:extLst>
          </p:cNvPr>
          <p:cNvSpPr/>
          <p:nvPr/>
        </p:nvSpPr>
        <p:spPr>
          <a:xfrm>
            <a:off x="4992328" y="3539613"/>
            <a:ext cx="4549877" cy="1017638"/>
          </a:xfrm>
          <a:prstGeom prst="rect">
            <a:avLst/>
          </a:prstGeom>
          <a:noFill/>
          <a:ln/>
        </p:spPr>
        <p:txBody>
          <a:bodyPr wrap="square" lIns="0" tIns="0" rIns="0" bIns="0" rtlCol="0" anchor="ctr"/>
          <a:lstStyle/>
          <a:p>
            <a:pPr marL="0" indent="0">
              <a:buNone/>
            </a:pPr>
            <a:r>
              <a:rPr lang="en-US" sz="4000" b="1" dirty="0">
                <a:solidFill>
                  <a:schemeClr val="bg1"/>
                </a:solidFill>
                <a:latin typeface="Calibri" pitchFamily="34" charset="0"/>
                <a:ea typeface="Calibri" pitchFamily="34" charset="-122"/>
                <a:cs typeface="Calibri" pitchFamily="34" charset="-120"/>
              </a:rPr>
              <a:t>Contexte du projet</a:t>
            </a:r>
            <a:endParaRPr lang="en-US" sz="4000" dirty="0">
              <a:solidFill>
                <a:schemeClr val="bg1"/>
              </a:solidFill>
            </a:endParaRPr>
          </a:p>
        </p:txBody>
      </p:sp>
    </p:spTree>
    <p:extLst>
      <p:ext uri="{BB962C8B-B14F-4D97-AF65-F5344CB8AC3E}">
        <p14:creationId xmlns:p14="http://schemas.microsoft.com/office/powerpoint/2010/main" val="30012556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1+#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1+#ppt_w/2"/>
                                          </p:val>
                                        </p:tav>
                                        <p:tav tm="100000">
                                          <p:val>
                                            <p:strVal val="#ppt_x"/>
                                          </p:val>
                                        </p:tav>
                                      </p:tavLst>
                                    </p:anim>
                                    <p:anim calcmode="lin" valueType="num">
                                      <p:cBhvr additive="base">
                                        <p:cTn id="12" dur="500" fill="hold"/>
                                        <p:tgtEl>
                                          <p:spTgt spid="4"/>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1+#ppt_w/2"/>
                                          </p:val>
                                        </p:tav>
                                        <p:tav tm="100000">
                                          <p:val>
                                            <p:strVal val="#ppt_x"/>
                                          </p:val>
                                        </p:tav>
                                      </p:tavLst>
                                    </p:anim>
                                    <p:anim calcmode="lin" valueType="num">
                                      <p:cBhvr additive="base">
                                        <p:cTn id="16"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32" name="Google Shape;105;p27">
            <a:extLst>
              <a:ext uri="{FF2B5EF4-FFF2-40B4-BE49-F238E27FC236}">
                <a16:creationId xmlns:a16="http://schemas.microsoft.com/office/drawing/2014/main" id="{944689A6-008A-6E43-6B36-FFA9D2EF16C3}"/>
              </a:ext>
            </a:extLst>
          </p:cNvPr>
          <p:cNvSpPr/>
          <p:nvPr/>
        </p:nvSpPr>
        <p:spPr>
          <a:xfrm rot="5400000">
            <a:off x="-660076" y="646210"/>
            <a:ext cx="2201895" cy="881743"/>
          </a:xfrm>
          <a:prstGeom prst="triangle">
            <a:avLst>
              <a:gd name="adj" fmla="val 50411"/>
            </a:avLst>
          </a:prstGeom>
          <a:solidFill>
            <a:schemeClr val="accent1">
              <a:lumMod val="75000"/>
            </a:schemeClr>
          </a:solidFill>
          <a:ln/>
        </p:spPr>
        <p:style>
          <a:lnRef idx="2">
            <a:schemeClr val="accent1"/>
          </a:lnRef>
          <a:fillRef idx="1">
            <a:schemeClr val="lt1"/>
          </a:fillRef>
          <a:effectRef idx="0">
            <a:schemeClr val="accent1"/>
          </a:effectRef>
          <a:fontRef idx="minor">
            <a:schemeClr val="dk1"/>
          </a:fontRef>
        </p:style>
        <p:txBody>
          <a:bodyPr spcFirstLastPara="1" wrap="square" lIns="121900" tIns="121900" rIns="121900" bIns="121900" anchor="ctr" anchorCtr="0">
            <a:noAutofit/>
          </a:bodyPr>
          <a:lstStyle/>
          <a:p>
            <a:endParaRPr sz="2400"/>
          </a:p>
        </p:txBody>
      </p:sp>
      <p:sp>
        <p:nvSpPr>
          <p:cNvPr id="33" name="Google Shape;105;p27">
            <a:extLst>
              <a:ext uri="{FF2B5EF4-FFF2-40B4-BE49-F238E27FC236}">
                <a16:creationId xmlns:a16="http://schemas.microsoft.com/office/drawing/2014/main" id="{8D314A89-CC0E-741D-ED48-07EBD1FE6BFA}"/>
              </a:ext>
            </a:extLst>
          </p:cNvPr>
          <p:cNvSpPr/>
          <p:nvPr/>
        </p:nvSpPr>
        <p:spPr>
          <a:xfrm rot="16200000">
            <a:off x="10650181" y="5330638"/>
            <a:ext cx="2201895" cy="881743"/>
          </a:xfrm>
          <a:prstGeom prst="triangle">
            <a:avLst>
              <a:gd name="adj" fmla="val 50411"/>
            </a:avLst>
          </a:prstGeom>
          <a:solidFill>
            <a:schemeClr val="accent1">
              <a:lumMod val="75000"/>
            </a:schemeClr>
          </a:solidFill>
          <a:ln>
            <a:solidFill>
              <a:schemeClr val="accent1"/>
            </a:solidFill>
          </a:ln>
        </p:spPr>
        <p:txBody>
          <a:bodyPr spcFirstLastPara="1" wrap="square" lIns="121900" tIns="121900" rIns="121900" bIns="121900" anchor="ctr" anchorCtr="0">
            <a:noAutofit/>
          </a:bodyPr>
          <a:lstStyle/>
          <a:p>
            <a:endParaRPr sz="2400"/>
          </a:p>
        </p:txBody>
      </p:sp>
      <p:sp>
        <p:nvSpPr>
          <p:cNvPr id="2" name="Shape 0"/>
          <p:cNvSpPr/>
          <p:nvPr/>
        </p:nvSpPr>
        <p:spPr>
          <a:xfrm>
            <a:off x="548640" y="502920"/>
            <a:ext cx="164592" cy="164592"/>
          </a:xfrm>
          <a:prstGeom prst="rect">
            <a:avLst/>
          </a:prstGeom>
          <a:solidFill>
            <a:srgbClr val="06B6D4"/>
          </a:solidFill>
          <a:ln w="12700">
            <a:solidFill>
              <a:srgbClr val="06B6D4"/>
            </a:solidFill>
            <a:prstDash val="solid"/>
          </a:ln>
        </p:spPr>
        <p:txBody>
          <a:bodyPr/>
          <a:lstStyle/>
          <a:p>
            <a:endParaRPr lang="fr-FR"/>
          </a:p>
        </p:txBody>
      </p:sp>
      <p:sp>
        <p:nvSpPr>
          <p:cNvPr id="3" name="Text 1"/>
          <p:cNvSpPr/>
          <p:nvPr/>
        </p:nvSpPr>
        <p:spPr>
          <a:xfrm>
            <a:off x="777240" y="411480"/>
            <a:ext cx="2011680" cy="320040"/>
          </a:xfrm>
          <a:prstGeom prst="rect">
            <a:avLst/>
          </a:prstGeom>
          <a:noFill/>
          <a:ln/>
        </p:spPr>
        <p:txBody>
          <a:bodyPr wrap="square" rtlCol="0" anchor="ctr"/>
          <a:lstStyle/>
          <a:p>
            <a:pPr marL="0" indent="0">
              <a:buNone/>
            </a:pPr>
            <a:r>
              <a:rPr lang="en-US" sz="1100" b="1" kern="0" spc="200" dirty="0">
                <a:solidFill>
                  <a:srgbClr val="0F172A"/>
                </a:solidFill>
                <a:latin typeface="Calibri" pitchFamily="34" charset="0"/>
                <a:ea typeface="Calibri" pitchFamily="34" charset="-122"/>
                <a:cs typeface="Calibri" pitchFamily="34" charset="-120"/>
              </a:rPr>
              <a:t>Syndic IA</a:t>
            </a:r>
            <a:endParaRPr lang="en-US" sz="1100" dirty="0"/>
          </a:p>
        </p:txBody>
      </p:sp>
      <p:sp>
        <p:nvSpPr>
          <p:cNvPr id="4" name="Text 2"/>
          <p:cNvSpPr/>
          <p:nvPr/>
        </p:nvSpPr>
        <p:spPr>
          <a:xfrm>
            <a:off x="548640" y="914400"/>
            <a:ext cx="5486400" cy="320040"/>
          </a:xfrm>
          <a:prstGeom prst="rect">
            <a:avLst/>
          </a:prstGeom>
          <a:noFill/>
          <a:ln/>
        </p:spPr>
        <p:txBody>
          <a:bodyPr wrap="square" rtlCol="0" anchor="ctr"/>
          <a:lstStyle/>
          <a:p>
            <a:pPr marL="0" indent="0">
              <a:buNone/>
            </a:pPr>
            <a:r>
              <a:rPr lang="en-US" sz="1200" b="1" kern="0" spc="400" dirty="0">
                <a:solidFill>
                  <a:srgbClr val="06B6D4"/>
                </a:solidFill>
                <a:latin typeface="Calibri" pitchFamily="34" charset="0"/>
                <a:ea typeface="Calibri" pitchFamily="34" charset="-122"/>
                <a:cs typeface="Calibri" pitchFamily="34" charset="-120"/>
              </a:rPr>
              <a:t>01 · CONTEXTE</a:t>
            </a:r>
            <a:endParaRPr lang="en-US" sz="1200" dirty="0"/>
          </a:p>
        </p:txBody>
      </p:sp>
      <p:sp>
        <p:nvSpPr>
          <p:cNvPr id="5" name="Text 3"/>
          <p:cNvSpPr/>
          <p:nvPr/>
        </p:nvSpPr>
        <p:spPr>
          <a:xfrm>
            <a:off x="548640" y="1234440"/>
            <a:ext cx="10972800" cy="822960"/>
          </a:xfrm>
          <a:prstGeom prst="rect">
            <a:avLst/>
          </a:prstGeom>
          <a:noFill/>
          <a:ln/>
        </p:spPr>
        <p:txBody>
          <a:bodyPr wrap="square" lIns="0" tIns="0" rIns="0" bIns="0" rtlCol="0" anchor="ctr"/>
          <a:lstStyle/>
          <a:p>
            <a:pPr marL="0" indent="0">
              <a:buNone/>
            </a:pPr>
            <a:r>
              <a:rPr lang="en-US" sz="3600" b="1" dirty="0">
                <a:solidFill>
                  <a:srgbClr val="0F172A"/>
                </a:solidFill>
                <a:latin typeface="Georgia" pitchFamily="34" charset="0"/>
                <a:ea typeface="Georgia" pitchFamily="34" charset="-122"/>
                <a:cs typeface="Georgia" pitchFamily="34" charset="-120"/>
              </a:rPr>
              <a:t>La gestion de syndic aujourd'hui</a:t>
            </a:r>
            <a:endParaRPr lang="en-US" sz="3600" dirty="0"/>
          </a:p>
        </p:txBody>
      </p:sp>
      <p:sp>
        <p:nvSpPr>
          <p:cNvPr id="6" name="Text 4"/>
          <p:cNvSpPr/>
          <p:nvPr/>
        </p:nvSpPr>
        <p:spPr>
          <a:xfrm>
            <a:off x="548640" y="2331720"/>
            <a:ext cx="5486400" cy="1371600"/>
          </a:xfrm>
          <a:prstGeom prst="rect">
            <a:avLst/>
          </a:prstGeom>
          <a:noFill/>
          <a:ln/>
        </p:spPr>
        <p:txBody>
          <a:bodyPr wrap="square" lIns="0" tIns="0" rIns="0" bIns="0" rtlCol="0" anchor="ctr"/>
          <a:lstStyle/>
          <a:p>
            <a:pPr marL="0" indent="0">
              <a:buNone/>
            </a:pPr>
            <a:r>
              <a:rPr lang="en-US" sz="1600" dirty="0">
                <a:solidFill>
                  <a:srgbClr val="475569"/>
                </a:solidFill>
                <a:latin typeface="Calibri" pitchFamily="34" charset="0"/>
                <a:ea typeface="Calibri" pitchFamily="34" charset="-122"/>
                <a:cs typeface="Calibri" pitchFamily="34" charset="-120"/>
              </a:rPr>
              <a:t>La gestion d'immeubles résidentiels repose sur une communication constante entre les résidents, le syndic et les administrateurs. Les demandes arrivent par de multiples canaux et exigent un traitement rapide, fiable et centralisé.</a:t>
            </a:r>
            <a:endParaRPr lang="en-US" sz="1600" dirty="0"/>
          </a:p>
        </p:txBody>
      </p:sp>
      <p:sp>
        <p:nvSpPr>
          <p:cNvPr id="7" name="Shape 5"/>
          <p:cNvSpPr/>
          <p:nvPr/>
        </p:nvSpPr>
        <p:spPr>
          <a:xfrm>
            <a:off x="548640" y="3931920"/>
            <a:ext cx="5486400" cy="1554480"/>
          </a:xfrm>
          <a:prstGeom prst="rect">
            <a:avLst/>
          </a:prstGeom>
          <a:solidFill>
            <a:srgbClr val="0F172A"/>
          </a:solidFill>
          <a:ln w="12700">
            <a:solidFill>
              <a:srgbClr val="0F172A"/>
            </a:solidFill>
            <a:prstDash val="solid"/>
          </a:ln>
        </p:spPr>
        <p:txBody>
          <a:bodyPr/>
          <a:lstStyle/>
          <a:p>
            <a:endParaRPr lang="fr-FR"/>
          </a:p>
        </p:txBody>
      </p:sp>
      <p:sp>
        <p:nvSpPr>
          <p:cNvPr id="8" name="Shape 6"/>
          <p:cNvSpPr/>
          <p:nvPr/>
        </p:nvSpPr>
        <p:spPr>
          <a:xfrm>
            <a:off x="548640" y="3931920"/>
            <a:ext cx="109728" cy="1554480"/>
          </a:xfrm>
          <a:prstGeom prst="rect">
            <a:avLst/>
          </a:prstGeom>
          <a:solidFill>
            <a:srgbClr val="06B6D4"/>
          </a:solidFill>
          <a:ln w="12700">
            <a:solidFill>
              <a:srgbClr val="06B6D4"/>
            </a:solidFill>
            <a:prstDash val="solid"/>
          </a:ln>
        </p:spPr>
        <p:txBody>
          <a:bodyPr/>
          <a:lstStyle/>
          <a:p>
            <a:endParaRPr lang="fr-FR"/>
          </a:p>
        </p:txBody>
      </p:sp>
      <p:sp>
        <p:nvSpPr>
          <p:cNvPr id="9" name="Text 7"/>
          <p:cNvSpPr/>
          <p:nvPr/>
        </p:nvSpPr>
        <p:spPr>
          <a:xfrm>
            <a:off x="868680" y="4069080"/>
            <a:ext cx="5029200" cy="457200"/>
          </a:xfrm>
          <a:prstGeom prst="rect">
            <a:avLst/>
          </a:prstGeom>
          <a:noFill/>
          <a:ln/>
        </p:spPr>
        <p:txBody>
          <a:bodyPr wrap="square" lIns="0" tIns="0" rIns="0" bIns="0" rtlCol="0" anchor="ctr"/>
          <a:lstStyle/>
          <a:p>
            <a:pPr marL="0" indent="0">
              <a:buNone/>
            </a:pPr>
            <a:r>
              <a:rPr lang="en-US" sz="1800" b="1" i="1" dirty="0">
                <a:solidFill>
                  <a:srgbClr val="FFFFFF"/>
                </a:solidFill>
                <a:latin typeface="Georgia" pitchFamily="34" charset="0"/>
                <a:ea typeface="Georgia" pitchFamily="34" charset="-122"/>
                <a:cs typeface="Georgia" pitchFamily="34" charset="-120"/>
              </a:rPr>
              <a:t>Centraliser, prioriser, automatiser.</a:t>
            </a:r>
            <a:endParaRPr lang="en-US" sz="1800" dirty="0"/>
          </a:p>
        </p:txBody>
      </p:sp>
      <p:sp>
        <p:nvSpPr>
          <p:cNvPr id="10" name="Text 8"/>
          <p:cNvSpPr/>
          <p:nvPr/>
        </p:nvSpPr>
        <p:spPr>
          <a:xfrm>
            <a:off x="868680" y="4572000"/>
            <a:ext cx="5029200" cy="822960"/>
          </a:xfrm>
          <a:prstGeom prst="rect">
            <a:avLst/>
          </a:prstGeom>
          <a:noFill/>
          <a:ln/>
        </p:spPr>
        <p:txBody>
          <a:bodyPr wrap="square" lIns="0" tIns="0" rIns="0" bIns="0" rtlCol="0" anchor="ctr"/>
          <a:lstStyle/>
          <a:p>
            <a:pPr marL="0" indent="0">
              <a:buNone/>
            </a:pPr>
            <a:r>
              <a:rPr lang="en-US" sz="1300" dirty="0">
                <a:solidFill>
                  <a:srgbClr val="CBD5E1"/>
                </a:solidFill>
                <a:latin typeface="Calibri" pitchFamily="34" charset="0"/>
                <a:ea typeface="Calibri" pitchFamily="34" charset="-122"/>
                <a:cs typeface="Calibri" pitchFamily="34" charset="-120"/>
              </a:rPr>
              <a:t>Trois exigences fondamentales pour un syndic moderne capable de répondre vite et bien à ses résidents.</a:t>
            </a:r>
            <a:endParaRPr lang="en-US" sz="1300" dirty="0"/>
          </a:p>
        </p:txBody>
      </p:sp>
      <p:sp>
        <p:nvSpPr>
          <p:cNvPr id="11" name="Shape 9"/>
          <p:cNvSpPr/>
          <p:nvPr/>
        </p:nvSpPr>
        <p:spPr>
          <a:xfrm>
            <a:off x="6492240" y="2377440"/>
            <a:ext cx="5303520" cy="777240"/>
          </a:xfrm>
          <a:prstGeom prst="rect">
            <a:avLst/>
          </a:prstGeom>
          <a:solidFill>
            <a:srgbClr val="FFFFFF"/>
          </a:solidFill>
          <a:ln w="12700">
            <a:solidFill>
              <a:srgbClr val="E2E8F0"/>
            </a:solidFill>
            <a:prstDash val="solid"/>
          </a:ln>
        </p:spPr>
        <p:txBody>
          <a:bodyPr/>
          <a:lstStyle/>
          <a:p>
            <a:endParaRPr lang="fr-FR"/>
          </a:p>
        </p:txBody>
      </p:sp>
      <p:sp>
        <p:nvSpPr>
          <p:cNvPr id="12" name="Shape 10"/>
          <p:cNvSpPr/>
          <p:nvPr/>
        </p:nvSpPr>
        <p:spPr>
          <a:xfrm>
            <a:off x="6675120" y="2560320"/>
            <a:ext cx="411480" cy="411480"/>
          </a:xfrm>
          <a:prstGeom prst="ellipse">
            <a:avLst/>
          </a:prstGeom>
          <a:solidFill>
            <a:srgbClr val="1E3A8A"/>
          </a:solidFill>
          <a:ln w="12700">
            <a:solidFill>
              <a:srgbClr val="1E3A8A"/>
            </a:solidFill>
            <a:prstDash val="solid"/>
          </a:ln>
        </p:spPr>
        <p:txBody>
          <a:bodyPr/>
          <a:lstStyle/>
          <a:p>
            <a:endParaRPr lang="fr-FR"/>
          </a:p>
        </p:txBody>
      </p:sp>
      <p:pic>
        <p:nvPicPr>
          <p:cNvPr id="13" name="Image 0" descr="preencoded.png"/>
          <p:cNvPicPr>
            <a:picLocks noChangeAspect="1"/>
          </p:cNvPicPr>
          <p:nvPr/>
        </p:nvPicPr>
        <p:blipFill>
          <a:blip r:embed="rId3"/>
          <a:stretch>
            <a:fillRect/>
          </a:stretch>
        </p:blipFill>
        <p:spPr>
          <a:xfrm>
            <a:off x="6748272" y="2633472"/>
            <a:ext cx="265176" cy="265176"/>
          </a:xfrm>
          <a:prstGeom prst="rect">
            <a:avLst/>
          </a:prstGeom>
        </p:spPr>
      </p:pic>
      <p:sp>
        <p:nvSpPr>
          <p:cNvPr id="14" name="Text 11"/>
          <p:cNvSpPr/>
          <p:nvPr/>
        </p:nvSpPr>
        <p:spPr>
          <a:xfrm>
            <a:off x="7269480" y="2496312"/>
            <a:ext cx="4389120" cy="292608"/>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Résidents</a:t>
            </a:r>
            <a:endParaRPr lang="en-US" sz="1400" dirty="0"/>
          </a:p>
        </p:txBody>
      </p:sp>
      <p:sp>
        <p:nvSpPr>
          <p:cNvPr id="15" name="Text 12"/>
          <p:cNvSpPr/>
          <p:nvPr/>
        </p:nvSpPr>
        <p:spPr>
          <a:xfrm>
            <a:off x="7269480" y="2770632"/>
            <a:ext cx="4389120" cy="36576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Signalent les problèmes via WhatsApp en texte, audio ou image.</a:t>
            </a:r>
            <a:endParaRPr lang="en-US" sz="1100" dirty="0"/>
          </a:p>
        </p:txBody>
      </p:sp>
      <p:sp>
        <p:nvSpPr>
          <p:cNvPr id="16" name="Shape 13"/>
          <p:cNvSpPr/>
          <p:nvPr/>
        </p:nvSpPr>
        <p:spPr>
          <a:xfrm>
            <a:off x="6492240" y="3291840"/>
            <a:ext cx="5303520" cy="777240"/>
          </a:xfrm>
          <a:prstGeom prst="rect">
            <a:avLst/>
          </a:prstGeom>
          <a:solidFill>
            <a:srgbClr val="FFFFFF"/>
          </a:solidFill>
          <a:ln w="12700">
            <a:solidFill>
              <a:srgbClr val="E2E8F0"/>
            </a:solidFill>
            <a:prstDash val="solid"/>
          </a:ln>
        </p:spPr>
        <p:txBody>
          <a:bodyPr/>
          <a:lstStyle/>
          <a:p>
            <a:endParaRPr lang="fr-FR"/>
          </a:p>
        </p:txBody>
      </p:sp>
      <p:sp>
        <p:nvSpPr>
          <p:cNvPr id="17" name="Shape 14"/>
          <p:cNvSpPr/>
          <p:nvPr/>
        </p:nvSpPr>
        <p:spPr>
          <a:xfrm>
            <a:off x="6675120" y="3474720"/>
            <a:ext cx="411480" cy="411480"/>
          </a:xfrm>
          <a:prstGeom prst="ellipse">
            <a:avLst/>
          </a:prstGeom>
          <a:solidFill>
            <a:srgbClr val="1E3A8A"/>
          </a:solidFill>
          <a:ln w="12700">
            <a:solidFill>
              <a:srgbClr val="1E3A8A"/>
            </a:solidFill>
            <a:prstDash val="solid"/>
          </a:ln>
        </p:spPr>
        <p:txBody>
          <a:bodyPr/>
          <a:lstStyle/>
          <a:p>
            <a:endParaRPr lang="fr-FR"/>
          </a:p>
        </p:txBody>
      </p:sp>
      <p:pic>
        <p:nvPicPr>
          <p:cNvPr id="18" name="Image 1" descr="preencoded.png"/>
          <p:cNvPicPr>
            <a:picLocks noChangeAspect="1"/>
          </p:cNvPicPr>
          <p:nvPr/>
        </p:nvPicPr>
        <p:blipFill>
          <a:blip r:embed="rId4"/>
          <a:stretch>
            <a:fillRect/>
          </a:stretch>
        </p:blipFill>
        <p:spPr>
          <a:xfrm>
            <a:off x="6748272" y="3547872"/>
            <a:ext cx="265176" cy="265176"/>
          </a:xfrm>
          <a:prstGeom prst="rect">
            <a:avLst/>
          </a:prstGeom>
        </p:spPr>
      </p:pic>
      <p:sp>
        <p:nvSpPr>
          <p:cNvPr id="19" name="Text 15"/>
          <p:cNvSpPr/>
          <p:nvPr/>
        </p:nvSpPr>
        <p:spPr>
          <a:xfrm>
            <a:off x="7269480" y="3410712"/>
            <a:ext cx="4389120" cy="292608"/>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Syndic</a:t>
            </a:r>
            <a:endParaRPr lang="en-US" sz="1400" dirty="0"/>
          </a:p>
        </p:txBody>
      </p:sp>
      <p:sp>
        <p:nvSpPr>
          <p:cNvPr id="20" name="Text 16"/>
          <p:cNvSpPr/>
          <p:nvPr/>
        </p:nvSpPr>
        <p:spPr>
          <a:xfrm>
            <a:off x="7269480" y="3685032"/>
            <a:ext cx="4389120" cy="36576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Centralise les demandes et organise les interventions.</a:t>
            </a:r>
            <a:endParaRPr lang="en-US" sz="1100" dirty="0"/>
          </a:p>
        </p:txBody>
      </p:sp>
      <p:sp>
        <p:nvSpPr>
          <p:cNvPr id="21" name="Shape 17"/>
          <p:cNvSpPr/>
          <p:nvPr/>
        </p:nvSpPr>
        <p:spPr>
          <a:xfrm>
            <a:off x="6492240" y="4206240"/>
            <a:ext cx="5303520" cy="777240"/>
          </a:xfrm>
          <a:prstGeom prst="rect">
            <a:avLst/>
          </a:prstGeom>
          <a:solidFill>
            <a:srgbClr val="FFFFFF"/>
          </a:solidFill>
          <a:ln w="12700">
            <a:solidFill>
              <a:srgbClr val="E2E8F0"/>
            </a:solidFill>
            <a:prstDash val="solid"/>
          </a:ln>
        </p:spPr>
        <p:txBody>
          <a:bodyPr/>
          <a:lstStyle/>
          <a:p>
            <a:endParaRPr lang="fr-FR"/>
          </a:p>
        </p:txBody>
      </p:sp>
      <p:sp>
        <p:nvSpPr>
          <p:cNvPr id="22" name="Shape 18"/>
          <p:cNvSpPr/>
          <p:nvPr/>
        </p:nvSpPr>
        <p:spPr>
          <a:xfrm>
            <a:off x="6675120" y="4389120"/>
            <a:ext cx="411480" cy="411480"/>
          </a:xfrm>
          <a:prstGeom prst="ellipse">
            <a:avLst/>
          </a:prstGeom>
          <a:solidFill>
            <a:srgbClr val="1E3A8A"/>
          </a:solidFill>
          <a:ln w="12700">
            <a:solidFill>
              <a:srgbClr val="1E3A8A"/>
            </a:solidFill>
            <a:prstDash val="solid"/>
          </a:ln>
        </p:spPr>
        <p:txBody>
          <a:bodyPr/>
          <a:lstStyle/>
          <a:p>
            <a:endParaRPr lang="fr-FR"/>
          </a:p>
        </p:txBody>
      </p:sp>
      <p:pic>
        <p:nvPicPr>
          <p:cNvPr id="23" name="Image 2" descr="preencoded.png"/>
          <p:cNvPicPr>
            <a:picLocks noChangeAspect="1"/>
          </p:cNvPicPr>
          <p:nvPr/>
        </p:nvPicPr>
        <p:blipFill>
          <a:blip r:embed="rId5"/>
          <a:stretch>
            <a:fillRect/>
          </a:stretch>
        </p:blipFill>
        <p:spPr>
          <a:xfrm>
            <a:off x="6748272" y="4462272"/>
            <a:ext cx="265176" cy="265176"/>
          </a:xfrm>
          <a:prstGeom prst="rect">
            <a:avLst/>
          </a:prstGeom>
        </p:spPr>
      </p:pic>
      <p:sp>
        <p:nvSpPr>
          <p:cNvPr id="24" name="Text 19"/>
          <p:cNvSpPr/>
          <p:nvPr/>
        </p:nvSpPr>
        <p:spPr>
          <a:xfrm>
            <a:off x="7269480" y="4325112"/>
            <a:ext cx="4389120" cy="292608"/>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Administrateurs</a:t>
            </a:r>
            <a:endParaRPr lang="en-US" sz="1400" dirty="0"/>
          </a:p>
        </p:txBody>
      </p:sp>
      <p:sp>
        <p:nvSpPr>
          <p:cNvPr id="25" name="Text 20"/>
          <p:cNvSpPr/>
          <p:nvPr/>
        </p:nvSpPr>
        <p:spPr>
          <a:xfrm>
            <a:off x="7269480" y="4599432"/>
            <a:ext cx="4389120" cy="36576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Valident les réponses sensibles, suivent les indicateurs.</a:t>
            </a:r>
            <a:endParaRPr lang="en-US" sz="1100" dirty="0"/>
          </a:p>
        </p:txBody>
      </p:sp>
      <p:sp>
        <p:nvSpPr>
          <p:cNvPr id="26" name="Shape 21"/>
          <p:cNvSpPr/>
          <p:nvPr/>
        </p:nvSpPr>
        <p:spPr>
          <a:xfrm>
            <a:off x="6492240" y="5120640"/>
            <a:ext cx="5303520" cy="777240"/>
          </a:xfrm>
          <a:prstGeom prst="rect">
            <a:avLst/>
          </a:prstGeom>
          <a:solidFill>
            <a:srgbClr val="FFFFFF"/>
          </a:solidFill>
          <a:ln w="12700">
            <a:solidFill>
              <a:srgbClr val="E2E8F0"/>
            </a:solidFill>
            <a:prstDash val="solid"/>
          </a:ln>
        </p:spPr>
        <p:txBody>
          <a:bodyPr/>
          <a:lstStyle/>
          <a:p>
            <a:endParaRPr lang="fr-FR"/>
          </a:p>
        </p:txBody>
      </p:sp>
      <p:sp>
        <p:nvSpPr>
          <p:cNvPr id="27" name="Shape 22"/>
          <p:cNvSpPr/>
          <p:nvPr/>
        </p:nvSpPr>
        <p:spPr>
          <a:xfrm>
            <a:off x="6675120" y="5303520"/>
            <a:ext cx="411480" cy="411480"/>
          </a:xfrm>
          <a:prstGeom prst="ellipse">
            <a:avLst/>
          </a:prstGeom>
          <a:solidFill>
            <a:srgbClr val="1E3A8A"/>
          </a:solidFill>
          <a:ln w="12700">
            <a:solidFill>
              <a:srgbClr val="1E3A8A"/>
            </a:solidFill>
            <a:prstDash val="solid"/>
          </a:ln>
        </p:spPr>
        <p:txBody>
          <a:bodyPr/>
          <a:lstStyle/>
          <a:p>
            <a:endParaRPr lang="fr-FR"/>
          </a:p>
        </p:txBody>
      </p:sp>
      <p:pic>
        <p:nvPicPr>
          <p:cNvPr id="28" name="Image 3" descr="preencoded.png"/>
          <p:cNvPicPr>
            <a:picLocks noChangeAspect="1"/>
          </p:cNvPicPr>
          <p:nvPr/>
        </p:nvPicPr>
        <p:blipFill>
          <a:blip r:embed="rId6"/>
          <a:stretch>
            <a:fillRect/>
          </a:stretch>
        </p:blipFill>
        <p:spPr>
          <a:xfrm>
            <a:off x="6748272" y="5376672"/>
            <a:ext cx="265176" cy="265176"/>
          </a:xfrm>
          <a:prstGeom prst="rect">
            <a:avLst/>
          </a:prstGeom>
        </p:spPr>
      </p:pic>
      <p:sp>
        <p:nvSpPr>
          <p:cNvPr id="29" name="Text 23"/>
          <p:cNvSpPr/>
          <p:nvPr/>
        </p:nvSpPr>
        <p:spPr>
          <a:xfrm>
            <a:off x="7269480" y="5239512"/>
            <a:ext cx="4389120" cy="292608"/>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Responsables résidence</a:t>
            </a:r>
            <a:endParaRPr lang="en-US" sz="1400" dirty="0"/>
          </a:p>
        </p:txBody>
      </p:sp>
      <p:sp>
        <p:nvSpPr>
          <p:cNvPr id="30" name="Text 24"/>
          <p:cNvSpPr/>
          <p:nvPr/>
        </p:nvSpPr>
        <p:spPr>
          <a:xfrm>
            <a:off x="7269480" y="5513832"/>
            <a:ext cx="4389120" cy="36576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Exploitent l'historique, les analytics et les alertes.</a:t>
            </a:r>
            <a:endParaRPr lang="en-US" sz="1100" dirty="0"/>
          </a:p>
        </p:txBody>
      </p:sp>
      <p:sp>
        <p:nvSpPr>
          <p:cNvPr id="31" name="Text 25"/>
          <p:cNvSpPr/>
          <p:nvPr/>
        </p:nvSpPr>
        <p:spPr>
          <a:xfrm>
            <a:off x="10911535" y="6446520"/>
            <a:ext cx="914400" cy="274320"/>
          </a:xfrm>
          <a:prstGeom prst="rect">
            <a:avLst/>
          </a:prstGeom>
          <a:noFill/>
          <a:ln/>
        </p:spPr>
        <p:txBody>
          <a:bodyPr wrap="square" rtlCol="0" anchor="ctr"/>
          <a:lstStyle/>
          <a:p>
            <a:pPr marL="0" indent="0" algn="r">
              <a:buNone/>
            </a:pPr>
            <a:r>
              <a:rPr lang="en-US" sz="1000" dirty="0">
                <a:solidFill>
                  <a:srgbClr val="475569"/>
                </a:solidFill>
                <a:latin typeface="Calibri" pitchFamily="34" charset="0"/>
                <a:ea typeface="Calibri" pitchFamily="34" charset="-122"/>
                <a:cs typeface="Calibri" pitchFamily="34" charset="-120"/>
              </a:rPr>
              <a:t>01 / 24</a:t>
            </a:r>
            <a:endParaRPr lang="en-US" sz="1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2"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anim calcmode="lin" valueType="num">
                                      <p:cBhvr additive="base">
                                        <p:cTn id="26" dur="500" fill="hold"/>
                                        <p:tgtEl>
                                          <p:spTgt spid="11"/>
                                        </p:tgtEl>
                                        <p:attrNameLst>
                                          <p:attrName>ppt_x</p:attrName>
                                        </p:attrNameLst>
                                      </p:cBhvr>
                                      <p:tavLst>
                                        <p:tav tm="0">
                                          <p:val>
                                            <p:strVal val="1+#ppt_w/2"/>
                                          </p:val>
                                        </p:tav>
                                        <p:tav tm="100000">
                                          <p:val>
                                            <p:strVal val="#ppt_x"/>
                                          </p:val>
                                        </p:tav>
                                      </p:tavLst>
                                    </p:anim>
                                    <p:anim calcmode="lin" valueType="num">
                                      <p:cBhvr additive="base">
                                        <p:cTn id="27" dur="500" fill="hold"/>
                                        <p:tgtEl>
                                          <p:spTgt spid="11"/>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 calcmode="lin" valueType="num">
                                      <p:cBhvr additive="base">
                                        <p:cTn id="30" dur="500" fill="hold"/>
                                        <p:tgtEl>
                                          <p:spTgt spid="12"/>
                                        </p:tgtEl>
                                        <p:attrNameLst>
                                          <p:attrName>ppt_x</p:attrName>
                                        </p:attrNameLst>
                                      </p:cBhvr>
                                      <p:tavLst>
                                        <p:tav tm="0">
                                          <p:val>
                                            <p:strVal val="1+#ppt_w/2"/>
                                          </p:val>
                                        </p:tav>
                                        <p:tav tm="100000">
                                          <p:val>
                                            <p:strVal val="#ppt_x"/>
                                          </p:val>
                                        </p:tav>
                                      </p:tavLst>
                                    </p:anim>
                                    <p:anim calcmode="lin" valueType="num">
                                      <p:cBhvr additive="base">
                                        <p:cTn id="31" dur="500" fill="hold"/>
                                        <p:tgtEl>
                                          <p:spTgt spid="12"/>
                                        </p:tgtEl>
                                        <p:attrNameLst>
                                          <p:attrName>ppt_y</p:attrName>
                                        </p:attrNameLst>
                                      </p:cBhvr>
                                      <p:tavLst>
                                        <p:tav tm="0">
                                          <p:val>
                                            <p:strVal val="#ppt_y"/>
                                          </p:val>
                                        </p:tav>
                                        <p:tav tm="100000">
                                          <p:val>
                                            <p:strVal val="#ppt_y"/>
                                          </p:val>
                                        </p:tav>
                                      </p:tavLst>
                                    </p:anim>
                                  </p:childTnLst>
                                </p:cTn>
                              </p:par>
                              <p:par>
                                <p:cTn id="32" presetID="2" presetClass="entr" presetSubtype="2" fill="hold" nodeType="withEffect">
                                  <p:stCondLst>
                                    <p:cond delay="0"/>
                                  </p:stCondLst>
                                  <p:childTnLst>
                                    <p:set>
                                      <p:cBhvr>
                                        <p:cTn id="33" dur="1" fill="hold">
                                          <p:stCondLst>
                                            <p:cond delay="0"/>
                                          </p:stCondLst>
                                        </p:cTn>
                                        <p:tgtEl>
                                          <p:spTgt spid="13"/>
                                        </p:tgtEl>
                                        <p:attrNameLst>
                                          <p:attrName>style.visibility</p:attrName>
                                        </p:attrNameLst>
                                      </p:cBhvr>
                                      <p:to>
                                        <p:strVal val="visible"/>
                                      </p:to>
                                    </p:set>
                                    <p:anim calcmode="lin" valueType="num">
                                      <p:cBhvr additive="base">
                                        <p:cTn id="34" dur="500" fill="hold"/>
                                        <p:tgtEl>
                                          <p:spTgt spid="13"/>
                                        </p:tgtEl>
                                        <p:attrNameLst>
                                          <p:attrName>ppt_x</p:attrName>
                                        </p:attrNameLst>
                                      </p:cBhvr>
                                      <p:tavLst>
                                        <p:tav tm="0">
                                          <p:val>
                                            <p:strVal val="1+#ppt_w/2"/>
                                          </p:val>
                                        </p:tav>
                                        <p:tav tm="100000">
                                          <p:val>
                                            <p:strVal val="#ppt_x"/>
                                          </p:val>
                                        </p:tav>
                                      </p:tavLst>
                                    </p:anim>
                                    <p:anim calcmode="lin" valueType="num">
                                      <p:cBhvr additive="base">
                                        <p:cTn id="35" dur="500" fill="hold"/>
                                        <p:tgtEl>
                                          <p:spTgt spid="13"/>
                                        </p:tgtEl>
                                        <p:attrNameLst>
                                          <p:attrName>ppt_y</p:attrName>
                                        </p:attrNameLst>
                                      </p:cBhvr>
                                      <p:tavLst>
                                        <p:tav tm="0">
                                          <p:val>
                                            <p:strVal val="#ppt_y"/>
                                          </p:val>
                                        </p:tav>
                                        <p:tav tm="100000">
                                          <p:val>
                                            <p:strVal val="#ppt_y"/>
                                          </p:val>
                                        </p:tav>
                                      </p:tavLst>
                                    </p:anim>
                                  </p:childTnLst>
                                </p:cTn>
                              </p:par>
                              <p:par>
                                <p:cTn id="36" presetID="2" presetClass="entr" presetSubtype="2"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 calcmode="lin" valueType="num">
                                      <p:cBhvr additive="base">
                                        <p:cTn id="38" dur="500" fill="hold"/>
                                        <p:tgtEl>
                                          <p:spTgt spid="14"/>
                                        </p:tgtEl>
                                        <p:attrNameLst>
                                          <p:attrName>ppt_x</p:attrName>
                                        </p:attrNameLst>
                                      </p:cBhvr>
                                      <p:tavLst>
                                        <p:tav tm="0">
                                          <p:val>
                                            <p:strVal val="1+#ppt_w/2"/>
                                          </p:val>
                                        </p:tav>
                                        <p:tav tm="100000">
                                          <p:val>
                                            <p:strVal val="#ppt_x"/>
                                          </p:val>
                                        </p:tav>
                                      </p:tavLst>
                                    </p:anim>
                                    <p:anim calcmode="lin" valueType="num">
                                      <p:cBhvr additive="base">
                                        <p:cTn id="39" dur="500" fill="hold"/>
                                        <p:tgtEl>
                                          <p:spTgt spid="14"/>
                                        </p:tgtEl>
                                        <p:attrNameLst>
                                          <p:attrName>ppt_y</p:attrName>
                                        </p:attrNameLst>
                                      </p:cBhvr>
                                      <p:tavLst>
                                        <p:tav tm="0">
                                          <p:val>
                                            <p:strVal val="#ppt_y"/>
                                          </p:val>
                                        </p:tav>
                                        <p:tav tm="100000">
                                          <p:val>
                                            <p:strVal val="#ppt_y"/>
                                          </p:val>
                                        </p:tav>
                                      </p:tavLst>
                                    </p:anim>
                                  </p:childTnLst>
                                </p:cTn>
                              </p:par>
                              <p:par>
                                <p:cTn id="40" presetID="2" presetClass="entr" presetSubtype="2"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 calcmode="lin" valueType="num">
                                      <p:cBhvr additive="base">
                                        <p:cTn id="42" dur="500" fill="hold"/>
                                        <p:tgtEl>
                                          <p:spTgt spid="15"/>
                                        </p:tgtEl>
                                        <p:attrNameLst>
                                          <p:attrName>ppt_x</p:attrName>
                                        </p:attrNameLst>
                                      </p:cBhvr>
                                      <p:tavLst>
                                        <p:tav tm="0">
                                          <p:val>
                                            <p:strVal val="1+#ppt_w/2"/>
                                          </p:val>
                                        </p:tav>
                                        <p:tav tm="100000">
                                          <p:val>
                                            <p:strVal val="#ppt_x"/>
                                          </p:val>
                                        </p:tav>
                                      </p:tavLst>
                                    </p:anim>
                                    <p:anim calcmode="lin" valueType="num">
                                      <p:cBhvr additive="base">
                                        <p:cTn id="43" dur="500" fill="hold"/>
                                        <p:tgtEl>
                                          <p:spTgt spid="15"/>
                                        </p:tgtEl>
                                        <p:attrNameLst>
                                          <p:attrName>ppt_y</p:attrName>
                                        </p:attrNameLst>
                                      </p:cBhvr>
                                      <p:tavLst>
                                        <p:tav tm="0">
                                          <p:val>
                                            <p:strVal val="#ppt_y"/>
                                          </p:val>
                                        </p:tav>
                                        <p:tav tm="100000">
                                          <p:val>
                                            <p:strVal val="#ppt_y"/>
                                          </p:val>
                                        </p:tav>
                                      </p:tavLst>
                                    </p:anim>
                                  </p:childTnLst>
                                </p:cTn>
                              </p:par>
                              <p:par>
                                <p:cTn id="44" presetID="2" presetClass="entr" presetSubtype="2"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 calcmode="lin" valueType="num">
                                      <p:cBhvr additive="base">
                                        <p:cTn id="46" dur="500" fill="hold"/>
                                        <p:tgtEl>
                                          <p:spTgt spid="16"/>
                                        </p:tgtEl>
                                        <p:attrNameLst>
                                          <p:attrName>ppt_x</p:attrName>
                                        </p:attrNameLst>
                                      </p:cBhvr>
                                      <p:tavLst>
                                        <p:tav tm="0">
                                          <p:val>
                                            <p:strVal val="1+#ppt_w/2"/>
                                          </p:val>
                                        </p:tav>
                                        <p:tav tm="100000">
                                          <p:val>
                                            <p:strVal val="#ppt_x"/>
                                          </p:val>
                                        </p:tav>
                                      </p:tavLst>
                                    </p:anim>
                                    <p:anim calcmode="lin" valueType="num">
                                      <p:cBhvr additive="base">
                                        <p:cTn id="47" dur="500" fill="hold"/>
                                        <p:tgtEl>
                                          <p:spTgt spid="16"/>
                                        </p:tgtEl>
                                        <p:attrNameLst>
                                          <p:attrName>ppt_y</p:attrName>
                                        </p:attrNameLst>
                                      </p:cBhvr>
                                      <p:tavLst>
                                        <p:tav tm="0">
                                          <p:val>
                                            <p:strVal val="#ppt_y"/>
                                          </p:val>
                                        </p:tav>
                                        <p:tav tm="100000">
                                          <p:val>
                                            <p:strVal val="#ppt_y"/>
                                          </p:val>
                                        </p:tav>
                                      </p:tavLst>
                                    </p:anim>
                                  </p:childTnLst>
                                </p:cTn>
                              </p:par>
                              <p:par>
                                <p:cTn id="48" presetID="2" presetClass="entr" presetSubtype="2"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 calcmode="lin" valueType="num">
                                      <p:cBhvr additive="base">
                                        <p:cTn id="50" dur="500" fill="hold"/>
                                        <p:tgtEl>
                                          <p:spTgt spid="17"/>
                                        </p:tgtEl>
                                        <p:attrNameLst>
                                          <p:attrName>ppt_x</p:attrName>
                                        </p:attrNameLst>
                                      </p:cBhvr>
                                      <p:tavLst>
                                        <p:tav tm="0">
                                          <p:val>
                                            <p:strVal val="1+#ppt_w/2"/>
                                          </p:val>
                                        </p:tav>
                                        <p:tav tm="100000">
                                          <p:val>
                                            <p:strVal val="#ppt_x"/>
                                          </p:val>
                                        </p:tav>
                                      </p:tavLst>
                                    </p:anim>
                                    <p:anim calcmode="lin" valueType="num">
                                      <p:cBhvr additive="base">
                                        <p:cTn id="51" dur="500" fill="hold"/>
                                        <p:tgtEl>
                                          <p:spTgt spid="17"/>
                                        </p:tgtEl>
                                        <p:attrNameLst>
                                          <p:attrName>ppt_y</p:attrName>
                                        </p:attrNameLst>
                                      </p:cBhvr>
                                      <p:tavLst>
                                        <p:tav tm="0">
                                          <p:val>
                                            <p:strVal val="#ppt_y"/>
                                          </p:val>
                                        </p:tav>
                                        <p:tav tm="100000">
                                          <p:val>
                                            <p:strVal val="#ppt_y"/>
                                          </p:val>
                                        </p:tav>
                                      </p:tavLst>
                                    </p:anim>
                                  </p:childTnLst>
                                </p:cTn>
                              </p:par>
                              <p:par>
                                <p:cTn id="52" presetID="2" presetClass="entr" presetSubtype="2" fill="hold" nodeType="withEffect">
                                  <p:stCondLst>
                                    <p:cond delay="0"/>
                                  </p:stCondLst>
                                  <p:childTnLst>
                                    <p:set>
                                      <p:cBhvr>
                                        <p:cTn id="53" dur="1" fill="hold">
                                          <p:stCondLst>
                                            <p:cond delay="0"/>
                                          </p:stCondLst>
                                        </p:cTn>
                                        <p:tgtEl>
                                          <p:spTgt spid="18"/>
                                        </p:tgtEl>
                                        <p:attrNameLst>
                                          <p:attrName>style.visibility</p:attrName>
                                        </p:attrNameLst>
                                      </p:cBhvr>
                                      <p:to>
                                        <p:strVal val="visible"/>
                                      </p:to>
                                    </p:set>
                                    <p:anim calcmode="lin" valueType="num">
                                      <p:cBhvr additive="base">
                                        <p:cTn id="54" dur="500" fill="hold"/>
                                        <p:tgtEl>
                                          <p:spTgt spid="18"/>
                                        </p:tgtEl>
                                        <p:attrNameLst>
                                          <p:attrName>ppt_x</p:attrName>
                                        </p:attrNameLst>
                                      </p:cBhvr>
                                      <p:tavLst>
                                        <p:tav tm="0">
                                          <p:val>
                                            <p:strVal val="1+#ppt_w/2"/>
                                          </p:val>
                                        </p:tav>
                                        <p:tav tm="100000">
                                          <p:val>
                                            <p:strVal val="#ppt_x"/>
                                          </p:val>
                                        </p:tav>
                                      </p:tavLst>
                                    </p:anim>
                                    <p:anim calcmode="lin" valueType="num">
                                      <p:cBhvr additive="base">
                                        <p:cTn id="55" dur="500" fill="hold"/>
                                        <p:tgtEl>
                                          <p:spTgt spid="18"/>
                                        </p:tgtEl>
                                        <p:attrNameLst>
                                          <p:attrName>ppt_y</p:attrName>
                                        </p:attrNameLst>
                                      </p:cBhvr>
                                      <p:tavLst>
                                        <p:tav tm="0">
                                          <p:val>
                                            <p:strVal val="#ppt_y"/>
                                          </p:val>
                                        </p:tav>
                                        <p:tav tm="100000">
                                          <p:val>
                                            <p:strVal val="#ppt_y"/>
                                          </p:val>
                                        </p:tav>
                                      </p:tavLst>
                                    </p:anim>
                                  </p:childTnLst>
                                </p:cTn>
                              </p:par>
                              <p:par>
                                <p:cTn id="56" presetID="2" presetClass="entr" presetSubtype="2" fill="hold" grpId="0" nodeType="withEffect">
                                  <p:stCondLst>
                                    <p:cond delay="0"/>
                                  </p:stCondLst>
                                  <p:childTnLst>
                                    <p:set>
                                      <p:cBhvr>
                                        <p:cTn id="57" dur="1" fill="hold">
                                          <p:stCondLst>
                                            <p:cond delay="0"/>
                                          </p:stCondLst>
                                        </p:cTn>
                                        <p:tgtEl>
                                          <p:spTgt spid="19"/>
                                        </p:tgtEl>
                                        <p:attrNameLst>
                                          <p:attrName>style.visibility</p:attrName>
                                        </p:attrNameLst>
                                      </p:cBhvr>
                                      <p:to>
                                        <p:strVal val="visible"/>
                                      </p:to>
                                    </p:set>
                                    <p:anim calcmode="lin" valueType="num">
                                      <p:cBhvr additive="base">
                                        <p:cTn id="58" dur="500" fill="hold"/>
                                        <p:tgtEl>
                                          <p:spTgt spid="19"/>
                                        </p:tgtEl>
                                        <p:attrNameLst>
                                          <p:attrName>ppt_x</p:attrName>
                                        </p:attrNameLst>
                                      </p:cBhvr>
                                      <p:tavLst>
                                        <p:tav tm="0">
                                          <p:val>
                                            <p:strVal val="1+#ppt_w/2"/>
                                          </p:val>
                                        </p:tav>
                                        <p:tav tm="100000">
                                          <p:val>
                                            <p:strVal val="#ppt_x"/>
                                          </p:val>
                                        </p:tav>
                                      </p:tavLst>
                                    </p:anim>
                                    <p:anim calcmode="lin" valueType="num">
                                      <p:cBhvr additive="base">
                                        <p:cTn id="59" dur="500" fill="hold"/>
                                        <p:tgtEl>
                                          <p:spTgt spid="19"/>
                                        </p:tgtEl>
                                        <p:attrNameLst>
                                          <p:attrName>ppt_y</p:attrName>
                                        </p:attrNameLst>
                                      </p:cBhvr>
                                      <p:tavLst>
                                        <p:tav tm="0">
                                          <p:val>
                                            <p:strVal val="#ppt_y"/>
                                          </p:val>
                                        </p:tav>
                                        <p:tav tm="100000">
                                          <p:val>
                                            <p:strVal val="#ppt_y"/>
                                          </p:val>
                                        </p:tav>
                                      </p:tavLst>
                                    </p:anim>
                                  </p:childTnLst>
                                </p:cTn>
                              </p:par>
                              <p:par>
                                <p:cTn id="60" presetID="2" presetClass="entr" presetSubtype="2" fill="hold" grpId="0" nodeType="withEffect">
                                  <p:stCondLst>
                                    <p:cond delay="0"/>
                                  </p:stCondLst>
                                  <p:childTnLst>
                                    <p:set>
                                      <p:cBhvr>
                                        <p:cTn id="61" dur="1" fill="hold">
                                          <p:stCondLst>
                                            <p:cond delay="0"/>
                                          </p:stCondLst>
                                        </p:cTn>
                                        <p:tgtEl>
                                          <p:spTgt spid="20"/>
                                        </p:tgtEl>
                                        <p:attrNameLst>
                                          <p:attrName>style.visibility</p:attrName>
                                        </p:attrNameLst>
                                      </p:cBhvr>
                                      <p:to>
                                        <p:strVal val="visible"/>
                                      </p:to>
                                    </p:set>
                                    <p:anim calcmode="lin" valueType="num">
                                      <p:cBhvr additive="base">
                                        <p:cTn id="62" dur="500" fill="hold"/>
                                        <p:tgtEl>
                                          <p:spTgt spid="20"/>
                                        </p:tgtEl>
                                        <p:attrNameLst>
                                          <p:attrName>ppt_x</p:attrName>
                                        </p:attrNameLst>
                                      </p:cBhvr>
                                      <p:tavLst>
                                        <p:tav tm="0">
                                          <p:val>
                                            <p:strVal val="1+#ppt_w/2"/>
                                          </p:val>
                                        </p:tav>
                                        <p:tav tm="100000">
                                          <p:val>
                                            <p:strVal val="#ppt_x"/>
                                          </p:val>
                                        </p:tav>
                                      </p:tavLst>
                                    </p:anim>
                                    <p:anim calcmode="lin" valueType="num">
                                      <p:cBhvr additive="base">
                                        <p:cTn id="63" dur="500" fill="hold"/>
                                        <p:tgtEl>
                                          <p:spTgt spid="20"/>
                                        </p:tgtEl>
                                        <p:attrNameLst>
                                          <p:attrName>ppt_y</p:attrName>
                                        </p:attrNameLst>
                                      </p:cBhvr>
                                      <p:tavLst>
                                        <p:tav tm="0">
                                          <p:val>
                                            <p:strVal val="#ppt_y"/>
                                          </p:val>
                                        </p:tav>
                                        <p:tav tm="100000">
                                          <p:val>
                                            <p:strVal val="#ppt_y"/>
                                          </p:val>
                                        </p:tav>
                                      </p:tavLst>
                                    </p:anim>
                                  </p:childTnLst>
                                </p:cTn>
                              </p:par>
                              <p:par>
                                <p:cTn id="64" presetID="2" presetClass="entr" presetSubtype="2" fill="hold" grpId="0" nodeType="withEffect">
                                  <p:stCondLst>
                                    <p:cond delay="0"/>
                                  </p:stCondLst>
                                  <p:childTnLst>
                                    <p:set>
                                      <p:cBhvr>
                                        <p:cTn id="65" dur="1" fill="hold">
                                          <p:stCondLst>
                                            <p:cond delay="0"/>
                                          </p:stCondLst>
                                        </p:cTn>
                                        <p:tgtEl>
                                          <p:spTgt spid="21"/>
                                        </p:tgtEl>
                                        <p:attrNameLst>
                                          <p:attrName>style.visibility</p:attrName>
                                        </p:attrNameLst>
                                      </p:cBhvr>
                                      <p:to>
                                        <p:strVal val="visible"/>
                                      </p:to>
                                    </p:set>
                                    <p:anim calcmode="lin" valueType="num">
                                      <p:cBhvr additive="base">
                                        <p:cTn id="66" dur="500" fill="hold"/>
                                        <p:tgtEl>
                                          <p:spTgt spid="21"/>
                                        </p:tgtEl>
                                        <p:attrNameLst>
                                          <p:attrName>ppt_x</p:attrName>
                                        </p:attrNameLst>
                                      </p:cBhvr>
                                      <p:tavLst>
                                        <p:tav tm="0">
                                          <p:val>
                                            <p:strVal val="1+#ppt_w/2"/>
                                          </p:val>
                                        </p:tav>
                                        <p:tav tm="100000">
                                          <p:val>
                                            <p:strVal val="#ppt_x"/>
                                          </p:val>
                                        </p:tav>
                                      </p:tavLst>
                                    </p:anim>
                                    <p:anim calcmode="lin" valueType="num">
                                      <p:cBhvr additive="base">
                                        <p:cTn id="67" dur="500" fill="hold"/>
                                        <p:tgtEl>
                                          <p:spTgt spid="21"/>
                                        </p:tgtEl>
                                        <p:attrNameLst>
                                          <p:attrName>ppt_y</p:attrName>
                                        </p:attrNameLst>
                                      </p:cBhvr>
                                      <p:tavLst>
                                        <p:tav tm="0">
                                          <p:val>
                                            <p:strVal val="#ppt_y"/>
                                          </p:val>
                                        </p:tav>
                                        <p:tav tm="100000">
                                          <p:val>
                                            <p:strVal val="#ppt_y"/>
                                          </p:val>
                                        </p:tav>
                                      </p:tavLst>
                                    </p:anim>
                                  </p:childTnLst>
                                </p:cTn>
                              </p:par>
                              <p:par>
                                <p:cTn id="68" presetID="2" presetClass="entr" presetSubtype="2" fill="hold" grpId="0" nodeType="withEffect">
                                  <p:stCondLst>
                                    <p:cond delay="0"/>
                                  </p:stCondLst>
                                  <p:childTnLst>
                                    <p:set>
                                      <p:cBhvr>
                                        <p:cTn id="69" dur="1" fill="hold">
                                          <p:stCondLst>
                                            <p:cond delay="0"/>
                                          </p:stCondLst>
                                        </p:cTn>
                                        <p:tgtEl>
                                          <p:spTgt spid="22"/>
                                        </p:tgtEl>
                                        <p:attrNameLst>
                                          <p:attrName>style.visibility</p:attrName>
                                        </p:attrNameLst>
                                      </p:cBhvr>
                                      <p:to>
                                        <p:strVal val="visible"/>
                                      </p:to>
                                    </p:set>
                                    <p:anim calcmode="lin" valueType="num">
                                      <p:cBhvr additive="base">
                                        <p:cTn id="70" dur="500" fill="hold"/>
                                        <p:tgtEl>
                                          <p:spTgt spid="22"/>
                                        </p:tgtEl>
                                        <p:attrNameLst>
                                          <p:attrName>ppt_x</p:attrName>
                                        </p:attrNameLst>
                                      </p:cBhvr>
                                      <p:tavLst>
                                        <p:tav tm="0">
                                          <p:val>
                                            <p:strVal val="1+#ppt_w/2"/>
                                          </p:val>
                                        </p:tav>
                                        <p:tav tm="100000">
                                          <p:val>
                                            <p:strVal val="#ppt_x"/>
                                          </p:val>
                                        </p:tav>
                                      </p:tavLst>
                                    </p:anim>
                                    <p:anim calcmode="lin" valueType="num">
                                      <p:cBhvr additive="base">
                                        <p:cTn id="71" dur="500" fill="hold"/>
                                        <p:tgtEl>
                                          <p:spTgt spid="22"/>
                                        </p:tgtEl>
                                        <p:attrNameLst>
                                          <p:attrName>ppt_y</p:attrName>
                                        </p:attrNameLst>
                                      </p:cBhvr>
                                      <p:tavLst>
                                        <p:tav tm="0">
                                          <p:val>
                                            <p:strVal val="#ppt_y"/>
                                          </p:val>
                                        </p:tav>
                                        <p:tav tm="100000">
                                          <p:val>
                                            <p:strVal val="#ppt_y"/>
                                          </p:val>
                                        </p:tav>
                                      </p:tavLst>
                                    </p:anim>
                                  </p:childTnLst>
                                </p:cTn>
                              </p:par>
                              <p:par>
                                <p:cTn id="72" presetID="2" presetClass="entr" presetSubtype="2" fill="hold" nodeType="withEffect">
                                  <p:stCondLst>
                                    <p:cond delay="0"/>
                                  </p:stCondLst>
                                  <p:childTnLst>
                                    <p:set>
                                      <p:cBhvr>
                                        <p:cTn id="73" dur="1" fill="hold">
                                          <p:stCondLst>
                                            <p:cond delay="0"/>
                                          </p:stCondLst>
                                        </p:cTn>
                                        <p:tgtEl>
                                          <p:spTgt spid="23"/>
                                        </p:tgtEl>
                                        <p:attrNameLst>
                                          <p:attrName>style.visibility</p:attrName>
                                        </p:attrNameLst>
                                      </p:cBhvr>
                                      <p:to>
                                        <p:strVal val="visible"/>
                                      </p:to>
                                    </p:set>
                                    <p:anim calcmode="lin" valueType="num">
                                      <p:cBhvr additive="base">
                                        <p:cTn id="74" dur="500" fill="hold"/>
                                        <p:tgtEl>
                                          <p:spTgt spid="23"/>
                                        </p:tgtEl>
                                        <p:attrNameLst>
                                          <p:attrName>ppt_x</p:attrName>
                                        </p:attrNameLst>
                                      </p:cBhvr>
                                      <p:tavLst>
                                        <p:tav tm="0">
                                          <p:val>
                                            <p:strVal val="1+#ppt_w/2"/>
                                          </p:val>
                                        </p:tav>
                                        <p:tav tm="100000">
                                          <p:val>
                                            <p:strVal val="#ppt_x"/>
                                          </p:val>
                                        </p:tav>
                                      </p:tavLst>
                                    </p:anim>
                                    <p:anim calcmode="lin" valueType="num">
                                      <p:cBhvr additive="base">
                                        <p:cTn id="75" dur="500" fill="hold"/>
                                        <p:tgtEl>
                                          <p:spTgt spid="23"/>
                                        </p:tgtEl>
                                        <p:attrNameLst>
                                          <p:attrName>ppt_y</p:attrName>
                                        </p:attrNameLst>
                                      </p:cBhvr>
                                      <p:tavLst>
                                        <p:tav tm="0">
                                          <p:val>
                                            <p:strVal val="#ppt_y"/>
                                          </p:val>
                                        </p:tav>
                                        <p:tav tm="100000">
                                          <p:val>
                                            <p:strVal val="#ppt_y"/>
                                          </p:val>
                                        </p:tav>
                                      </p:tavLst>
                                    </p:anim>
                                  </p:childTnLst>
                                </p:cTn>
                              </p:par>
                              <p:par>
                                <p:cTn id="76" presetID="2" presetClass="entr" presetSubtype="2" fill="hold" grpId="0" nodeType="withEffect">
                                  <p:stCondLst>
                                    <p:cond delay="0"/>
                                  </p:stCondLst>
                                  <p:childTnLst>
                                    <p:set>
                                      <p:cBhvr>
                                        <p:cTn id="77" dur="1" fill="hold">
                                          <p:stCondLst>
                                            <p:cond delay="0"/>
                                          </p:stCondLst>
                                        </p:cTn>
                                        <p:tgtEl>
                                          <p:spTgt spid="24"/>
                                        </p:tgtEl>
                                        <p:attrNameLst>
                                          <p:attrName>style.visibility</p:attrName>
                                        </p:attrNameLst>
                                      </p:cBhvr>
                                      <p:to>
                                        <p:strVal val="visible"/>
                                      </p:to>
                                    </p:set>
                                    <p:anim calcmode="lin" valueType="num">
                                      <p:cBhvr additive="base">
                                        <p:cTn id="78" dur="500" fill="hold"/>
                                        <p:tgtEl>
                                          <p:spTgt spid="24"/>
                                        </p:tgtEl>
                                        <p:attrNameLst>
                                          <p:attrName>ppt_x</p:attrName>
                                        </p:attrNameLst>
                                      </p:cBhvr>
                                      <p:tavLst>
                                        <p:tav tm="0">
                                          <p:val>
                                            <p:strVal val="1+#ppt_w/2"/>
                                          </p:val>
                                        </p:tav>
                                        <p:tav tm="100000">
                                          <p:val>
                                            <p:strVal val="#ppt_x"/>
                                          </p:val>
                                        </p:tav>
                                      </p:tavLst>
                                    </p:anim>
                                    <p:anim calcmode="lin" valueType="num">
                                      <p:cBhvr additive="base">
                                        <p:cTn id="79" dur="500" fill="hold"/>
                                        <p:tgtEl>
                                          <p:spTgt spid="24"/>
                                        </p:tgtEl>
                                        <p:attrNameLst>
                                          <p:attrName>ppt_y</p:attrName>
                                        </p:attrNameLst>
                                      </p:cBhvr>
                                      <p:tavLst>
                                        <p:tav tm="0">
                                          <p:val>
                                            <p:strVal val="#ppt_y"/>
                                          </p:val>
                                        </p:tav>
                                        <p:tav tm="100000">
                                          <p:val>
                                            <p:strVal val="#ppt_y"/>
                                          </p:val>
                                        </p:tav>
                                      </p:tavLst>
                                    </p:anim>
                                  </p:childTnLst>
                                </p:cTn>
                              </p:par>
                              <p:par>
                                <p:cTn id="80" presetID="2" presetClass="entr" presetSubtype="2" fill="hold" grpId="0" nodeType="withEffect">
                                  <p:stCondLst>
                                    <p:cond delay="0"/>
                                  </p:stCondLst>
                                  <p:childTnLst>
                                    <p:set>
                                      <p:cBhvr>
                                        <p:cTn id="81" dur="1" fill="hold">
                                          <p:stCondLst>
                                            <p:cond delay="0"/>
                                          </p:stCondLst>
                                        </p:cTn>
                                        <p:tgtEl>
                                          <p:spTgt spid="25"/>
                                        </p:tgtEl>
                                        <p:attrNameLst>
                                          <p:attrName>style.visibility</p:attrName>
                                        </p:attrNameLst>
                                      </p:cBhvr>
                                      <p:to>
                                        <p:strVal val="visible"/>
                                      </p:to>
                                    </p:set>
                                    <p:anim calcmode="lin" valueType="num">
                                      <p:cBhvr additive="base">
                                        <p:cTn id="82" dur="500" fill="hold"/>
                                        <p:tgtEl>
                                          <p:spTgt spid="25"/>
                                        </p:tgtEl>
                                        <p:attrNameLst>
                                          <p:attrName>ppt_x</p:attrName>
                                        </p:attrNameLst>
                                      </p:cBhvr>
                                      <p:tavLst>
                                        <p:tav tm="0">
                                          <p:val>
                                            <p:strVal val="1+#ppt_w/2"/>
                                          </p:val>
                                        </p:tav>
                                        <p:tav tm="100000">
                                          <p:val>
                                            <p:strVal val="#ppt_x"/>
                                          </p:val>
                                        </p:tav>
                                      </p:tavLst>
                                    </p:anim>
                                    <p:anim calcmode="lin" valueType="num">
                                      <p:cBhvr additive="base">
                                        <p:cTn id="83" dur="500" fill="hold"/>
                                        <p:tgtEl>
                                          <p:spTgt spid="25"/>
                                        </p:tgtEl>
                                        <p:attrNameLst>
                                          <p:attrName>ppt_y</p:attrName>
                                        </p:attrNameLst>
                                      </p:cBhvr>
                                      <p:tavLst>
                                        <p:tav tm="0">
                                          <p:val>
                                            <p:strVal val="#ppt_y"/>
                                          </p:val>
                                        </p:tav>
                                        <p:tav tm="100000">
                                          <p:val>
                                            <p:strVal val="#ppt_y"/>
                                          </p:val>
                                        </p:tav>
                                      </p:tavLst>
                                    </p:anim>
                                  </p:childTnLst>
                                </p:cTn>
                              </p:par>
                              <p:par>
                                <p:cTn id="84" presetID="2" presetClass="entr" presetSubtype="2" fill="hold" grpId="0" nodeType="withEffect">
                                  <p:stCondLst>
                                    <p:cond delay="0"/>
                                  </p:stCondLst>
                                  <p:childTnLst>
                                    <p:set>
                                      <p:cBhvr>
                                        <p:cTn id="85" dur="1" fill="hold">
                                          <p:stCondLst>
                                            <p:cond delay="0"/>
                                          </p:stCondLst>
                                        </p:cTn>
                                        <p:tgtEl>
                                          <p:spTgt spid="26"/>
                                        </p:tgtEl>
                                        <p:attrNameLst>
                                          <p:attrName>style.visibility</p:attrName>
                                        </p:attrNameLst>
                                      </p:cBhvr>
                                      <p:to>
                                        <p:strVal val="visible"/>
                                      </p:to>
                                    </p:set>
                                    <p:anim calcmode="lin" valueType="num">
                                      <p:cBhvr additive="base">
                                        <p:cTn id="86" dur="500" fill="hold"/>
                                        <p:tgtEl>
                                          <p:spTgt spid="26"/>
                                        </p:tgtEl>
                                        <p:attrNameLst>
                                          <p:attrName>ppt_x</p:attrName>
                                        </p:attrNameLst>
                                      </p:cBhvr>
                                      <p:tavLst>
                                        <p:tav tm="0">
                                          <p:val>
                                            <p:strVal val="1+#ppt_w/2"/>
                                          </p:val>
                                        </p:tav>
                                        <p:tav tm="100000">
                                          <p:val>
                                            <p:strVal val="#ppt_x"/>
                                          </p:val>
                                        </p:tav>
                                      </p:tavLst>
                                    </p:anim>
                                    <p:anim calcmode="lin" valueType="num">
                                      <p:cBhvr additive="base">
                                        <p:cTn id="87" dur="500" fill="hold"/>
                                        <p:tgtEl>
                                          <p:spTgt spid="26"/>
                                        </p:tgtEl>
                                        <p:attrNameLst>
                                          <p:attrName>ppt_y</p:attrName>
                                        </p:attrNameLst>
                                      </p:cBhvr>
                                      <p:tavLst>
                                        <p:tav tm="0">
                                          <p:val>
                                            <p:strVal val="#ppt_y"/>
                                          </p:val>
                                        </p:tav>
                                        <p:tav tm="100000">
                                          <p:val>
                                            <p:strVal val="#ppt_y"/>
                                          </p:val>
                                        </p:tav>
                                      </p:tavLst>
                                    </p:anim>
                                  </p:childTnLst>
                                </p:cTn>
                              </p:par>
                              <p:par>
                                <p:cTn id="88" presetID="2" presetClass="entr" presetSubtype="2" fill="hold" grpId="0" nodeType="withEffect">
                                  <p:stCondLst>
                                    <p:cond delay="0"/>
                                  </p:stCondLst>
                                  <p:childTnLst>
                                    <p:set>
                                      <p:cBhvr>
                                        <p:cTn id="89" dur="1" fill="hold">
                                          <p:stCondLst>
                                            <p:cond delay="0"/>
                                          </p:stCondLst>
                                        </p:cTn>
                                        <p:tgtEl>
                                          <p:spTgt spid="27"/>
                                        </p:tgtEl>
                                        <p:attrNameLst>
                                          <p:attrName>style.visibility</p:attrName>
                                        </p:attrNameLst>
                                      </p:cBhvr>
                                      <p:to>
                                        <p:strVal val="visible"/>
                                      </p:to>
                                    </p:set>
                                    <p:anim calcmode="lin" valueType="num">
                                      <p:cBhvr additive="base">
                                        <p:cTn id="90" dur="500" fill="hold"/>
                                        <p:tgtEl>
                                          <p:spTgt spid="27"/>
                                        </p:tgtEl>
                                        <p:attrNameLst>
                                          <p:attrName>ppt_x</p:attrName>
                                        </p:attrNameLst>
                                      </p:cBhvr>
                                      <p:tavLst>
                                        <p:tav tm="0">
                                          <p:val>
                                            <p:strVal val="1+#ppt_w/2"/>
                                          </p:val>
                                        </p:tav>
                                        <p:tav tm="100000">
                                          <p:val>
                                            <p:strVal val="#ppt_x"/>
                                          </p:val>
                                        </p:tav>
                                      </p:tavLst>
                                    </p:anim>
                                    <p:anim calcmode="lin" valueType="num">
                                      <p:cBhvr additive="base">
                                        <p:cTn id="91" dur="500" fill="hold"/>
                                        <p:tgtEl>
                                          <p:spTgt spid="27"/>
                                        </p:tgtEl>
                                        <p:attrNameLst>
                                          <p:attrName>ppt_y</p:attrName>
                                        </p:attrNameLst>
                                      </p:cBhvr>
                                      <p:tavLst>
                                        <p:tav tm="0">
                                          <p:val>
                                            <p:strVal val="#ppt_y"/>
                                          </p:val>
                                        </p:tav>
                                        <p:tav tm="100000">
                                          <p:val>
                                            <p:strVal val="#ppt_y"/>
                                          </p:val>
                                        </p:tav>
                                      </p:tavLst>
                                    </p:anim>
                                  </p:childTnLst>
                                </p:cTn>
                              </p:par>
                              <p:par>
                                <p:cTn id="92" presetID="2" presetClass="entr" presetSubtype="2" fill="hold" nodeType="withEffect">
                                  <p:stCondLst>
                                    <p:cond delay="0"/>
                                  </p:stCondLst>
                                  <p:childTnLst>
                                    <p:set>
                                      <p:cBhvr>
                                        <p:cTn id="93" dur="1" fill="hold">
                                          <p:stCondLst>
                                            <p:cond delay="0"/>
                                          </p:stCondLst>
                                        </p:cTn>
                                        <p:tgtEl>
                                          <p:spTgt spid="28"/>
                                        </p:tgtEl>
                                        <p:attrNameLst>
                                          <p:attrName>style.visibility</p:attrName>
                                        </p:attrNameLst>
                                      </p:cBhvr>
                                      <p:to>
                                        <p:strVal val="visible"/>
                                      </p:to>
                                    </p:set>
                                    <p:anim calcmode="lin" valueType="num">
                                      <p:cBhvr additive="base">
                                        <p:cTn id="94" dur="500" fill="hold"/>
                                        <p:tgtEl>
                                          <p:spTgt spid="28"/>
                                        </p:tgtEl>
                                        <p:attrNameLst>
                                          <p:attrName>ppt_x</p:attrName>
                                        </p:attrNameLst>
                                      </p:cBhvr>
                                      <p:tavLst>
                                        <p:tav tm="0">
                                          <p:val>
                                            <p:strVal val="1+#ppt_w/2"/>
                                          </p:val>
                                        </p:tav>
                                        <p:tav tm="100000">
                                          <p:val>
                                            <p:strVal val="#ppt_x"/>
                                          </p:val>
                                        </p:tav>
                                      </p:tavLst>
                                    </p:anim>
                                    <p:anim calcmode="lin" valueType="num">
                                      <p:cBhvr additive="base">
                                        <p:cTn id="95" dur="500" fill="hold"/>
                                        <p:tgtEl>
                                          <p:spTgt spid="28"/>
                                        </p:tgtEl>
                                        <p:attrNameLst>
                                          <p:attrName>ppt_y</p:attrName>
                                        </p:attrNameLst>
                                      </p:cBhvr>
                                      <p:tavLst>
                                        <p:tav tm="0">
                                          <p:val>
                                            <p:strVal val="#ppt_y"/>
                                          </p:val>
                                        </p:tav>
                                        <p:tav tm="100000">
                                          <p:val>
                                            <p:strVal val="#ppt_y"/>
                                          </p:val>
                                        </p:tav>
                                      </p:tavLst>
                                    </p:anim>
                                  </p:childTnLst>
                                </p:cTn>
                              </p:par>
                              <p:par>
                                <p:cTn id="96" presetID="2" presetClass="entr" presetSubtype="2" fill="hold" grpId="0" nodeType="withEffect">
                                  <p:stCondLst>
                                    <p:cond delay="0"/>
                                  </p:stCondLst>
                                  <p:childTnLst>
                                    <p:set>
                                      <p:cBhvr>
                                        <p:cTn id="97" dur="1" fill="hold">
                                          <p:stCondLst>
                                            <p:cond delay="0"/>
                                          </p:stCondLst>
                                        </p:cTn>
                                        <p:tgtEl>
                                          <p:spTgt spid="29"/>
                                        </p:tgtEl>
                                        <p:attrNameLst>
                                          <p:attrName>style.visibility</p:attrName>
                                        </p:attrNameLst>
                                      </p:cBhvr>
                                      <p:to>
                                        <p:strVal val="visible"/>
                                      </p:to>
                                    </p:set>
                                    <p:anim calcmode="lin" valueType="num">
                                      <p:cBhvr additive="base">
                                        <p:cTn id="98" dur="500" fill="hold"/>
                                        <p:tgtEl>
                                          <p:spTgt spid="29"/>
                                        </p:tgtEl>
                                        <p:attrNameLst>
                                          <p:attrName>ppt_x</p:attrName>
                                        </p:attrNameLst>
                                      </p:cBhvr>
                                      <p:tavLst>
                                        <p:tav tm="0">
                                          <p:val>
                                            <p:strVal val="1+#ppt_w/2"/>
                                          </p:val>
                                        </p:tav>
                                        <p:tav tm="100000">
                                          <p:val>
                                            <p:strVal val="#ppt_x"/>
                                          </p:val>
                                        </p:tav>
                                      </p:tavLst>
                                    </p:anim>
                                    <p:anim calcmode="lin" valueType="num">
                                      <p:cBhvr additive="base">
                                        <p:cTn id="99" dur="500" fill="hold"/>
                                        <p:tgtEl>
                                          <p:spTgt spid="29"/>
                                        </p:tgtEl>
                                        <p:attrNameLst>
                                          <p:attrName>ppt_y</p:attrName>
                                        </p:attrNameLst>
                                      </p:cBhvr>
                                      <p:tavLst>
                                        <p:tav tm="0">
                                          <p:val>
                                            <p:strVal val="#ppt_y"/>
                                          </p:val>
                                        </p:tav>
                                        <p:tav tm="100000">
                                          <p:val>
                                            <p:strVal val="#ppt_y"/>
                                          </p:val>
                                        </p:tav>
                                      </p:tavLst>
                                    </p:anim>
                                  </p:childTnLst>
                                </p:cTn>
                              </p:par>
                              <p:par>
                                <p:cTn id="100" presetID="2" presetClass="entr" presetSubtype="2" fill="hold" grpId="0" nodeType="withEffect">
                                  <p:stCondLst>
                                    <p:cond delay="0"/>
                                  </p:stCondLst>
                                  <p:childTnLst>
                                    <p:set>
                                      <p:cBhvr>
                                        <p:cTn id="101" dur="1" fill="hold">
                                          <p:stCondLst>
                                            <p:cond delay="0"/>
                                          </p:stCondLst>
                                        </p:cTn>
                                        <p:tgtEl>
                                          <p:spTgt spid="30"/>
                                        </p:tgtEl>
                                        <p:attrNameLst>
                                          <p:attrName>style.visibility</p:attrName>
                                        </p:attrNameLst>
                                      </p:cBhvr>
                                      <p:to>
                                        <p:strVal val="visible"/>
                                      </p:to>
                                    </p:set>
                                    <p:anim calcmode="lin" valueType="num">
                                      <p:cBhvr additive="base">
                                        <p:cTn id="102" dur="500" fill="hold"/>
                                        <p:tgtEl>
                                          <p:spTgt spid="30"/>
                                        </p:tgtEl>
                                        <p:attrNameLst>
                                          <p:attrName>ppt_x</p:attrName>
                                        </p:attrNameLst>
                                      </p:cBhvr>
                                      <p:tavLst>
                                        <p:tav tm="0">
                                          <p:val>
                                            <p:strVal val="1+#ppt_w/2"/>
                                          </p:val>
                                        </p:tav>
                                        <p:tav tm="100000">
                                          <p:val>
                                            <p:strVal val="#ppt_x"/>
                                          </p:val>
                                        </p:tav>
                                      </p:tavLst>
                                    </p:anim>
                                    <p:anim calcmode="lin" valueType="num">
                                      <p:cBhvr additive="base">
                                        <p:cTn id="103" dur="500" fill="hold"/>
                                        <p:tgtEl>
                                          <p:spTgt spid="3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4" grpId="0" animBg="1"/>
      <p:bldP spid="15" grpId="0" animBg="1"/>
      <p:bldP spid="16" grpId="0" animBg="1"/>
      <p:bldP spid="17" grpId="0" animBg="1"/>
      <p:bldP spid="19" grpId="0" animBg="1"/>
      <p:bldP spid="20" grpId="0" animBg="1"/>
      <p:bldP spid="21" grpId="0" animBg="1"/>
      <p:bldP spid="22" grpId="0" animBg="1"/>
      <p:bldP spid="24" grpId="0" animBg="1"/>
      <p:bldP spid="25" grpId="0" animBg="1"/>
      <p:bldP spid="26" grpId="0" animBg="1"/>
      <p:bldP spid="27" grpId="0" animBg="1"/>
      <p:bldP spid="29" grpId="0" animBg="1"/>
      <p:bldP spid="3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42" name="Google Shape;105;p27">
            <a:extLst>
              <a:ext uri="{FF2B5EF4-FFF2-40B4-BE49-F238E27FC236}">
                <a16:creationId xmlns:a16="http://schemas.microsoft.com/office/drawing/2014/main" id="{3C443696-422F-29FD-2771-464983F2B9E5}"/>
              </a:ext>
            </a:extLst>
          </p:cNvPr>
          <p:cNvSpPr/>
          <p:nvPr/>
        </p:nvSpPr>
        <p:spPr>
          <a:xfrm rot="5400000">
            <a:off x="-660076" y="646210"/>
            <a:ext cx="2201895" cy="881743"/>
          </a:xfrm>
          <a:prstGeom prst="triangle">
            <a:avLst>
              <a:gd name="adj" fmla="val 50411"/>
            </a:avLst>
          </a:prstGeom>
          <a:solidFill>
            <a:schemeClr val="accent1">
              <a:lumMod val="75000"/>
            </a:schemeClr>
          </a:solidFill>
          <a:ln/>
        </p:spPr>
        <p:style>
          <a:lnRef idx="2">
            <a:schemeClr val="accent1"/>
          </a:lnRef>
          <a:fillRef idx="1">
            <a:schemeClr val="lt1"/>
          </a:fillRef>
          <a:effectRef idx="0">
            <a:schemeClr val="accent1"/>
          </a:effectRef>
          <a:fontRef idx="minor">
            <a:schemeClr val="dk1"/>
          </a:fontRef>
        </p:style>
        <p:txBody>
          <a:bodyPr spcFirstLastPara="1" wrap="square" lIns="121900" tIns="121900" rIns="121900" bIns="121900" anchor="ctr" anchorCtr="0">
            <a:noAutofit/>
          </a:bodyPr>
          <a:lstStyle/>
          <a:p>
            <a:endParaRPr sz="2400"/>
          </a:p>
        </p:txBody>
      </p:sp>
      <p:sp>
        <p:nvSpPr>
          <p:cNvPr id="43" name="Google Shape;105;p27">
            <a:extLst>
              <a:ext uri="{FF2B5EF4-FFF2-40B4-BE49-F238E27FC236}">
                <a16:creationId xmlns:a16="http://schemas.microsoft.com/office/drawing/2014/main" id="{5C85D104-3194-BE3E-F8E1-D9FD3784DF7E}"/>
              </a:ext>
            </a:extLst>
          </p:cNvPr>
          <p:cNvSpPr/>
          <p:nvPr/>
        </p:nvSpPr>
        <p:spPr>
          <a:xfrm rot="16200000">
            <a:off x="10650181" y="5330638"/>
            <a:ext cx="2201895" cy="881743"/>
          </a:xfrm>
          <a:prstGeom prst="triangle">
            <a:avLst>
              <a:gd name="adj" fmla="val 50411"/>
            </a:avLst>
          </a:prstGeom>
          <a:solidFill>
            <a:schemeClr val="accent1">
              <a:lumMod val="75000"/>
            </a:schemeClr>
          </a:solidFill>
          <a:ln>
            <a:solidFill>
              <a:schemeClr val="accent1"/>
            </a:solidFill>
          </a:ln>
        </p:spPr>
        <p:txBody>
          <a:bodyPr spcFirstLastPara="1" wrap="square" lIns="121900" tIns="121900" rIns="121900" bIns="121900" anchor="ctr" anchorCtr="0">
            <a:noAutofit/>
          </a:bodyPr>
          <a:lstStyle/>
          <a:p>
            <a:endParaRPr sz="2400"/>
          </a:p>
        </p:txBody>
      </p:sp>
      <p:sp>
        <p:nvSpPr>
          <p:cNvPr id="2" name="Shape 0"/>
          <p:cNvSpPr/>
          <p:nvPr/>
        </p:nvSpPr>
        <p:spPr>
          <a:xfrm>
            <a:off x="548640" y="502920"/>
            <a:ext cx="164592" cy="164592"/>
          </a:xfrm>
          <a:prstGeom prst="rect">
            <a:avLst/>
          </a:prstGeom>
          <a:solidFill>
            <a:srgbClr val="06B6D4"/>
          </a:solidFill>
          <a:ln w="12700">
            <a:solidFill>
              <a:srgbClr val="06B6D4"/>
            </a:solidFill>
            <a:prstDash val="solid"/>
          </a:ln>
        </p:spPr>
        <p:txBody>
          <a:bodyPr/>
          <a:lstStyle/>
          <a:p>
            <a:endParaRPr lang="fr-FR"/>
          </a:p>
        </p:txBody>
      </p:sp>
      <p:sp>
        <p:nvSpPr>
          <p:cNvPr id="3" name="Text 1"/>
          <p:cNvSpPr/>
          <p:nvPr/>
        </p:nvSpPr>
        <p:spPr>
          <a:xfrm>
            <a:off x="777240" y="411480"/>
            <a:ext cx="2011680" cy="320040"/>
          </a:xfrm>
          <a:prstGeom prst="rect">
            <a:avLst/>
          </a:prstGeom>
          <a:noFill/>
          <a:ln/>
        </p:spPr>
        <p:txBody>
          <a:bodyPr wrap="square" rtlCol="0" anchor="ctr"/>
          <a:lstStyle/>
          <a:p>
            <a:pPr marL="0" indent="0">
              <a:buNone/>
            </a:pPr>
            <a:r>
              <a:rPr lang="en-US" sz="1100" b="1" kern="0" spc="200" dirty="0">
                <a:solidFill>
                  <a:srgbClr val="0F172A"/>
                </a:solidFill>
                <a:latin typeface="Calibri" pitchFamily="34" charset="0"/>
                <a:ea typeface="Calibri" pitchFamily="34" charset="-122"/>
                <a:cs typeface="Calibri" pitchFamily="34" charset="-120"/>
              </a:rPr>
              <a:t>Syndic IA</a:t>
            </a:r>
            <a:endParaRPr lang="en-US" sz="1100" dirty="0"/>
          </a:p>
        </p:txBody>
      </p:sp>
      <p:sp>
        <p:nvSpPr>
          <p:cNvPr id="4" name="Text 2"/>
          <p:cNvSpPr/>
          <p:nvPr/>
        </p:nvSpPr>
        <p:spPr>
          <a:xfrm>
            <a:off x="548640" y="914400"/>
            <a:ext cx="5486400" cy="320040"/>
          </a:xfrm>
          <a:prstGeom prst="rect">
            <a:avLst/>
          </a:prstGeom>
          <a:noFill/>
          <a:ln/>
        </p:spPr>
        <p:txBody>
          <a:bodyPr wrap="square" rtlCol="0" anchor="ctr"/>
          <a:lstStyle/>
          <a:p>
            <a:pPr marL="0" indent="0">
              <a:buNone/>
            </a:pPr>
            <a:r>
              <a:rPr lang="en-US" sz="1200" b="1" kern="0" spc="400" dirty="0">
                <a:solidFill>
                  <a:srgbClr val="06B6D4"/>
                </a:solidFill>
                <a:latin typeface="Calibri" pitchFamily="34" charset="0"/>
                <a:ea typeface="Calibri" pitchFamily="34" charset="-122"/>
                <a:cs typeface="Calibri" pitchFamily="34" charset="-120"/>
              </a:rPr>
              <a:t>02 · PROBLÉMATIQUE</a:t>
            </a:r>
            <a:endParaRPr lang="en-US" sz="1200" dirty="0"/>
          </a:p>
        </p:txBody>
      </p:sp>
      <p:sp>
        <p:nvSpPr>
          <p:cNvPr id="5" name="Text 3"/>
          <p:cNvSpPr/>
          <p:nvPr/>
        </p:nvSpPr>
        <p:spPr>
          <a:xfrm>
            <a:off x="548640" y="1234440"/>
            <a:ext cx="10972800" cy="822960"/>
          </a:xfrm>
          <a:prstGeom prst="rect">
            <a:avLst/>
          </a:prstGeom>
          <a:noFill/>
          <a:ln/>
        </p:spPr>
        <p:txBody>
          <a:bodyPr wrap="square" lIns="0" tIns="0" rIns="0" bIns="0" rtlCol="0" anchor="ctr"/>
          <a:lstStyle/>
          <a:p>
            <a:pPr marL="0" indent="0">
              <a:buNone/>
            </a:pPr>
            <a:r>
              <a:rPr lang="en-US" sz="3600" b="1" dirty="0">
                <a:solidFill>
                  <a:srgbClr val="0F172A"/>
                </a:solidFill>
                <a:latin typeface="Georgia" pitchFamily="34" charset="0"/>
                <a:ea typeface="Georgia" pitchFamily="34" charset="-122"/>
                <a:cs typeface="Georgia" pitchFamily="34" charset="-120"/>
              </a:rPr>
              <a:t>Les difficultés du fonctionnement classique</a:t>
            </a:r>
            <a:endParaRPr lang="en-US" sz="3600" dirty="0"/>
          </a:p>
        </p:txBody>
      </p:sp>
      <p:sp>
        <p:nvSpPr>
          <p:cNvPr id="6" name="Shape 4"/>
          <p:cNvSpPr/>
          <p:nvPr/>
        </p:nvSpPr>
        <p:spPr>
          <a:xfrm>
            <a:off x="548640" y="2139696"/>
            <a:ext cx="3447288" cy="1920240"/>
          </a:xfrm>
          <a:prstGeom prst="rect">
            <a:avLst/>
          </a:prstGeom>
          <a:solidFill>
            <a:srgbClr val="FFFFFF"/>
          </a:solidFill>
          <a:ln w="12700">
            <a:solidFill>
              <a:srgbClr val="E2E8F0"/>
            </a:solidFill>
            <a:prstDash val="solid"/>
          </a:ln>
          <a:effectLst>
            <a:outerShdw blurRad="101600" dist="25400" dir="5400000" algn="bl" rotWithShape="0">
              <a:srgbClr val="0F172A">
                <a:alpha val="6000"/>
              </a:srgbClr>
            </a:outerShdw>
          </a:effectLst>
        </p:spPr>
        <p:txBody>
          <a:bodyPr/>
          <a:lstStyle/>
          <a:p>
            <a:endParaRPr lang="fr-FR"/>
          </a:p>
        </p:txBody>
      </p:sp>
      <p:sp>
        <p:nvSpPr>
          <p:cNvPr id="7" name="Shape 5"/>
          <p:cNvSpPr/>
          <p:nvPr/>
        </p:nvSpPr>
        <p:spPr>
          <a:xfrm>
            <a:off x="548640" y="2139696"/>
            <a:ext cx="3447288" cy="54864"/>
          </a:xfrm>
          <a:prstGeom prst="rect">
            <a:avLst/>
          </a:prstGeom>
          <a:solidFill>
            <a:srgbClr val="06B6D4"/>
          </a:solidFill>
          <a:ln w="12700">
            <a:solidFill>
              <a:srgbClr val="06B6D4"/>
            </a:solidFill>
            <a:prstDash val="solid"/>
          </a:ln>
        </p:spPr>
        <p:txBody>
          <a:bodyPr/>
          <a:lstStyle/>
          <a:p>
            <a:endParaRPr lang="fr-FR"/>
          </a:p>
        </p:txBody>
      </p:sp>
      <p:sp>
        <p:nvSpPr>
          <p:cNvPr id="8" name="Shape 6"/>
          <p:cNvSpPr/>
          <p:nvPr/>
        </p:nvSpPr>
        <p:spPr>
          <a:xfrm>
            <a:off x="822960" y="2414016"/>
            <a:ext cx="594360" cy="594360"/>
          </a:xfrm>
          <a:prstGeom prst="ellipse">
            <a:avLst/>
          </a:prstGeom>
          <a:solidFill>
            <a:srgbClr val="FEE2E2"/>
          </a:solidFill>
          <a:ln w="12700">
            <a:solidFill>
              <a:srgbClr val="FEE2E2"/>
            </a:solidFill>
            <a:prstDash val="solid"/>
          </a:ln>
        </p:spPr>
        <p:txBody>
          <a:bodyPr/>
          <a:lstStyle/>
          <a:p>
            <a:endParaRPr lang="fr-FR"/>
          </a:p>
        </p:txBody>
      </p:sp>
      <p:pic>
        <p:nvPicPr>
          <p:cNvPr id="9" name="Image 0" descr="preencoded.png"/>
          <p:cNvPicPr>
            <a:picLocks noChangeAspect="1"/>
          </p:cNvPicPr>
          <p:nvPr/>
        </p:nvPicPr>
        <p:blipFill>
          <a:blip r:embed="rId3"/>
          <a:stretch>
            <a:fillRect/>
          </a:stretch>
        </p:blipFill>
        <p:spPr>
          <a:xfrm>
            <a:off x="941832" y="2532888"/>
            <a:ext cx="365760" cy="365760"/>
          </a:xfrm>
          <a:prstGeom prst="rect">
            <a:avLst/>
          </a:prstGeom>
        </p:spPr>
      </p:pic>
      <p:sp>
        <p:nvSpPr>
          <p:cNvPr id="10" name="Text 7"/>
          <p:cNvSpPr/>
          <p:nvPr/>
        </p:nvSpPr>
        <p:spPr>
          <a:xfrm>
            <a:off x="3081528" y="2368296"/>
            <a:ext cx="822960" cy="457200"/>
          </a:xfrm>
          <a:prstGeom prst="rect">
            <a:avLst/>
          </a:prstGeom>
          <a:noFill/>
          <a:ln/>
        </p:spPr>
        <p:txBody>
          <a:bodyPr wrap="square" lIns="0" tIns="0" rIns="0" bIns="0" rtlCol="0" anchor="ctr"/>
          <a:lstStyle/>
          <a:p>
            <a:pPr marL="0" indent="0" algn="r">
              <a:buNone/>
            </a:pPr>
            <a:r>
              <a:rPr lang="en-US" sz="3000" b="1" dirty="0">
                <a:solidFill>
                  <a:srgbClr val="F1F5F9"/>
                </a:solidFill>
                <a:latin typeface="Georgia" pitchFamily="34" charset="0"/>
                <a:ea typeface="Georgia" pitchFamily="34" charset="-122"/>
                <a:cs typeface="Georgia" pitchFamily="34" charset="-120"/>
              </a:rPr>
              <a:t>01</a:t>
            </a:r>
            <a:endParaRPr lang="en-US" sz="3000" dirty="0"/>
          </a:p>
        </p:txBody>
      </p:sp>
      <p:sp>
        <p:nvSpPr>
          <p:cNvPr id="11" name="Text 8"/>
          <p:cNvSpPr/>
          <p:nvPr/>
        </p:nvSpPr>
        <p:spPr>
          <a:xfrm>
            <a:off x="822960" y="3145536"/>
            <a:ext cx="3081528" cy="36576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Réclamations dispersées</a:t>
            </a:r>
            <a:endParaRPr lang="en-US" sz="1600" dirty="0"/>
          </a:p>
        </p:txBody>
      </p:sp>
      <p:sp>
        <p:nvSpPr>
          <p:cNvPr id="12" name="Text 9"/>
          <p:cNvSpPr/>
          <p:nvPr/>
        </p:nvSpPr>
        <p:spPr>
          <a:xfrm>
            <a:off x="822960" y="3511296"/>
            <a:ext cx="3081528" cy="50292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Multiples canaux : appels, WhatsApp, visites, messages directs.</a:t>
            </a:r>
            <a:endParaRPr lang="en-US" sz="1200" dirty="0"/>
          </a:p>
        </p:txBody>
      </p:sp>
      <p:sp>
        <p:nvSpPr>
          <p:cNvPr id="13" name="Shape 10"/>
          <p:cNvSpPr/>
          <p:nvPr/>
        </p:nvSpPr>
        <p:spPr>
          <a:xfrm>
            <a:off x="4544568" y="2139696"/>
            <a:ext cx="3447288" cy="1920240"/>
          </a:xfrm>
          <a:prstGeom prst="rect">
            <a:avLst/>
          </a:prstGeom>
          <a:solidFill>
            <a:srgbClr val="FFFFFF"/>
          </a:solidFill>
          <a:ln w="12700">
            <a:solidFill>
              <a:srgbClr val="E2E8F0"/>
            </a:solidFill>
            <a:prstDash val="solid"/>
          </a:ln>
          <a:effectLst>
            <a:outerShdw blurRad="101600" dist="25400" dir="5400000" algn="bl" rotWithShape="0">
              <a:srgbClr val="0F172A">
                <a:alpha val="6000"/>
              </a:srgbClr>
            </a:outerShdw>
          </a:effectLst>
        </p:spPr>
        <p:txBody>
          <a:bodyPr/>
          <a:lstStyle/>
          <a:p>
            <a:endParaRPr lang="fr-FR"/>
          </a:p>
        </p:txBody>
      </p:sp>
      <p:sp>
        <p:nvSpPr>
          <p:cNvPr id="14" name="Shape 11"/>
          <p:cNvSpPr/>
          <p:nvPr/>
        </p:nvSpPr>
        <p:spPr>
          <a:xfrm>
            <a:off x="4544568" y="2139696"/>
            <a:ext cx="3447288" cy="54864"/>
          </a:xfrm>
          <a:prstGeom prst="rect">
            <a:avLst/>
          </a:prstGeom>
          <a:solidFill>
            <a:srgbClr val="06B6D4"/>
          </a:solidFill>
          <a:ln w="12700">
            <a:solidFill>
              <a:srgbClr val="06B6D4"/>
            </a:solidFill>
            <a:prstDash val="solid"/>
          </a:ln>
        </p:spPr>
        <p:txBody>
          <a:bodyPr/>
          <a:lstStyle/>
          <a:p>
            <a:endParaRPr lang="fr-FR"/>
          </a:p>
        </p:txBody>
      </p:sp>
      <p:sp>
        <p:nvSpPr>
          <p:cNvPr id="15" name="Shape 12"/>
          <p:cNvSpPr/>
          <p:nvPr/>
        </p:nvSpPr>
        <p:spPr>
          <a:xfrm>
            <a:off x="4818888" y="2414016"/>
            <a:ext cx="594360" cy="594360"/>
          </a:xfrm>
          <a:prstGeom prst="ellipse">
            <a:avLst/>
          </a:prstGeom>
          <a:solidFill>
            <a:srgbClr val="FEE2E2"/>
          </a:solidFill>
          <a:ln w="12700">
            <a:solidFill>
              <a:srgbClr val="FEE2E2"/>
            </a:solidFill>
            <a:prstDash val="solid"/>
          </a:ln>
        </p:spPr>
        <p:txBody>
          <a:bodyPr/>
          <a:lstStyle/>
          <a:p>
            <a:endParaRPr lang="fr-FR"/>
          </a:p>
        </p:txBody>
      </p:sp>
      <p:pic>
        <p:nvPicPr>
          <p:cNvPr id="16" name="Image 1" descr="preencoded.png"/>
          <p:cNvPicPr>
            <a:picLocks noChangeAspect="1"/>
          </p:cNvPicPr>
          <p:nvPr/>
        </p:nvPicPr>
        <p:blipFill>
          <a:blip r:embed="rId4"/>
          <a:stretch>
            <a:fillRect/>
          </a:stretch>
        </p:blipFill>
        <p:spPr>
          <a:xfrm>
            <a:off x="4937760" y="2532888"/>
            <a:ext cx="365760" cy="365760"/>
          </a:xfrm>
          <a:prstGeom prst="rect">
            <a:avLst/>
          </a:prstGeom>
        </p:spPr>
      </p:pic>
      <p:sp>
        <p:nvSpPr>
          <p:cNvPr id="17" name="Text 13"/>
          <p:cNvSpPr/>
          <p:nvPr/>
        </p:nvSpPr>
        <p:spPr>
          <a:xfrm>
            <a:off x="7077456" y="2368296"/>
            <a:ext cx="822960" cy="457200"/>
          </a:xfrm>
          <a:prstGeom prst="rect">
            <a:avLst/>
          </a:prstGeom>
          <a:noFill/>
          <a:ln/>
        </p:spPr>
        <p:txBody>
          <a:bodyPr wrap="square" lIns="0" tIns="0" rIns="0" bIns="0" rtlCol="0" anchor="ctr"/>
          <a:lstStyle/>
          <a:p>
            <a:pPr marL="0" indent="0" algn="r">
              <a:buNone/>
            </a:pPr>
            <a:r>
              <a:rPr lang="en-US" sz="3000" b="1" dirty="0">
                <a:solidFill>
                  <a:srgbClr val="F1F5F9"/>
                </a:solidFill>
                <a:latin typeface="Georgia" pitchFamily="34" charset="0"/>
                <a:ea typeface="Georgia" pitchFamily="34" charset="-122"/>
                <a:cs typeface="Georgia" pitchFamily="34" charset="-120"/>
              </a:rPr>
              <a:t>02</a:t>
            </a:r>
            <a:endParaRPr lang="en-US" sz="3000" dirty="0"/>
          </a:p>
        </p:txBody>
      </p:sp>
      <p:sp>
        <p:nvSpPr>
          <p:cNvPr id="18" name="Text 14"/>
          <p:cNvSpPr/>
          <p:nvPr/>
        </p:nvSpPr>
        <p:spPr>
          <a:xfrm>
            <a:off x="4818888" y="3145536"/>
            <a:ext cx="3081528" cy="36576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Suivi manuel</a:t>
            </a:r>
            <a:endParaRPr lang="en-US" sz="1600" dirty="0"/>
          </a:p>
        </p:txBody>
      </p:sp>
      <p:sp>
        <p:nvSpPr>
          <p:cNvPr id="19" name="Text 15"/>
          <p:cNvSpPr/>
          <p:nvPr/>
        </p:nvSpPr>
        <p:spPr>
          <a:xfrm>
            <a:off x="4818888" y="3511296"/>
            <a:ext cx="3081528" cy="50292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Pertes d'informations, oublis et délais variables.</a:t>
            </a:r>
            <a:endParaRPr lang="en-US" sz="1200" dirty="0"/>
          </a:p>
        </p:txBody>
      </p:sp>
      <p:sp>
        <p:nvSpPr>
          <p:cNvPr id="20" name="Shape 16"/>
          <p:cNvSpPr/>
          <p:nvPr/>
        </p:nvSpPr>
        <p:spPr>
          <a:xfrm>
            <a:off x="8540496" y="2139696"/>
            <a:ext cx="3447288" cy="1920240"/>
          </a:xfrm>
          <a:prstGeom prst="rect">
            <a:avLst/>
          </a:prstGeom>
          <a:solidFill>
            <a:srgbClr val="FFFFFF"/>
          </a:solidFill>
          <a:ln w="12700">
            <a:solidFill>
              <a:srgbClr val="E2E8F0"/>
            </a:solidFill>
            <a:prstDash val="solid"/>
          </a:ln>
          <a:effectLst>
            <a:outerShdw blurRad="101600" dist="25400" dir="5400000" algn="bl" rotWithShape="0">
              <a:srgbClr val="0F172A">
                <a:alpha val="6000"/>
              </a:srgbClr>
            </a:outerShdw>
          </a:effectLst>
        </p:spPr>
        <p:txBody>
          <a:bodyPr/>
          <a:lstStyle/>
          <a:p>
            <a:endParaRPr lang="fr-FR"/>
          </a:p>
        </p:txBody>
      </p:sp>
      <p:sp>
        <p:nvSpPr>
          <p:cNvPr id="21" name="Shape 17"/>
          <p:cNvSpPr/>
          <p:nvPr/>
        </p:nvSpPr>
        <p:spPr>
          <a:xfrm>
            <a:off x="8540496" y="2139696"/>
            <a:ext cx="3447288" cy="54864"/>
          </a:xfrm>
          <a:prstGeom prst="rect">
            <a:avLst/>
          </a:prstGeom>
          <a:solidFill>
            <a:srgbClr val="06B6D4"/>
          </a:solidFill>
          <a:ln w="12700">
            <a:solidFill>
              <a:srgbClr val="06B6D4"/>
            </a:solidFill>
            <a:prstDash val="solid"/>
          </a:ln>
        </p:spPr>
        <p:txBody>
          <a:bodyPr/>
          <a:lstStyle/>
          <a:p>
            <a:endParaRPr lang="fr-FR"/>
          </a:p>
        </p:txBody>
      </p:sp>
      <p:sp>
        <p:nvSpPr>
          <p:cNvPr id="22" name="Shape 18"/>
          <p:cNvSpPr/>
          <p:nvPr/>
        </p:nvSpPr>
        <p:spPr>
          <a:xfrm>
            <a:off x="8814816" y="2414016"/>
            <a:ext cx="594360" cy="594360"/>
          </a:xfrm>
          <a:prstGeom prst="ellipse">
            <a:avLst/>
          </a:prstGeom>
          <a:solidFill>
            <a:srgbClr val="FEE2E2"/>
          </a:solidFill>
          <a:ln w="12700">
            <a:solidFill>
              <a:srgbClr val="FEE2E2"/>
            </a:solidFill>
            <a:prstDash val="solid"/>
          </a:ln>
        </p:spPr>
        <p:txBody>
          <a:bodyPr/>
          <a:lstStyle/>
          <a:p>
            <a:endParaRPr lang="fr-FR"/>
          </a:p>
        </p:txBody>
      </p:sp>
      <p:pic>
        <p:nvPicPr>
          <p:cNvPr id="23" name="Image 2" descr="preencoded.png"/>
          <p:cNvPicPr>
            <a:picLocks noChangeAspect="1"/>
          </p:cNvPicPr>
          <p:nvPr/>
        </p:nvPicPr>
        <p:blipFill>
          <a:blip r:embed="rId5"/>
          <a:stretch>
            <a:fillRect/>
          </a:stretch>
        </p:blipFill>
        <p:spPr>
          <a:xfrm>
            <a:off x="8933688" y="2532888"/>
            <a:ext cx="365760" cy="365760"/>
          </a:xfrm>
          <a:prstGeom prst="rect">
            <a:avLst/>
          </a:prstGeom>
        </p:spPr>
      </p:pic>
      <p:sp>
        <p:nvSpPr>
          <p:cNvPr id="24" name="Text 19"/>
          <p:cNvSpPr/>
          <p:nvPr/>
        </p:nvSpPr>
        <p:spPr>
          <a:xfrm>
            <a:off x="11073384" y="2368296"/>
            <a:ext cx="822960" cy="457200"/>
          </a:xfrm>
          <a:prstGeom prst="rect">
            <a:avLst/>
          </a:prstGeom>
          <a:noFill/>
          <a:ln/>
        </p:spPr>
        <p:txBody>
          <a:bodyPr wrap="square" lIns="0" tIns="0" rIns="0" bIns="0" rtlCol="0" anchor="ctr"/>
          <a:lstStyle/>
          <a:p>
            <a:pPr marL="0" indent="0" algn="r">
              <a:buNone/>
            </a:pPr>
            <a:r>
              <a:rPr lang="en-US" sz="3000" b="1" dirty="0">
                <a:solidFill>
                  <a:srgbClr val="F1F5F9"/>
                </a:solidFill>
                <a:latin typeface="Georgia" pitchFamily="34" charset="0"/>
                <a:ea typeface="Georgia" pitchFamily="34" charset="-122"/>
                <a:cs typeface="Georgia" pitchFamily="34" charset="-120"/>
              </a:rPr>
              <a:t>03</a:t>
            </a:r>
            <a:endParaRPr lang="en-US" sz="3000" dirty="0"/>
          </a:p>
        </p:txBody>
      </p:sp>
      <p:sp>
        <p:nvSpPr>
          <p:cNvPr id="25" name="Text 20"/>
          <p:cNvSpPr/>
          <p:nvPr/>
        </p:nvSpPr>
        <p:spPr>
          <a:xfrm>
            <a:off x="8814816" y="3145536"/>
            <a:ext cx="3081528" cy="36576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Urgences mal priorisées</a:t>
            </a:r>
            <a:endParaRPr lang="en-US" sz="1600" dirty="0"/>
          </a:p>
        </p:txBody>
      </p:sp>
      <p:sp>
        <p:nvSpPr>
          <p:cNvPr id="26" name="Text 21"/>
          <p:cNvSpPr/>
          <p:nvPr/>
        </p:nvSpPr>
        <p:spPr>
          <a:xfrm>
            <a:off x="8814816" y="3511296"/>
            <a:ext cx="3081528" cy="50292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Une fuite de gaz traitée comme une simple question administrative.</a:t>
            </a:r>
            <a:endParaRPr lang="en-US" sz="1200" dirty="0"/>
          </a:p>
        </p:txBody>
      </p:sp>
      <p:sp>
        <p:nvSpPr>
          <p:cNvPr id="27" name="Shape 22"/>
          <p:cNvSpPr/>
          <p:nvPr/>
        </p:nvSpPr>
        <p:spPr>
          <a:xfrm>
            <a:off x="548640" y="4334256"/>
            <a:ext cx="3447288" cy="1920240"/>
          </a:xfrm>
          <a:prstGeom prst="rect">
            <a:avLst/>
          </a:prstGeom>
          <a:solidFill>
            <a:srgbClr val="FFFFFF"/>
          </a:solidFill>
          <a:ln w="12700">
            <a:solidFill>
              <a:srgbClr val="E2E8F0"/>
            </a:solidFill>
            <a:prstDash val="solid"/>
          </a:ln>
          <a:effectLst>
            <a:outerShdw blurRad="101600" dist="25400" dir="5400000" algn="bl" rotWithShape="0">
              <a:srgbClr val="0F172A">
                <a:alpha val="6000"/>
              </a:srgbClr>
            </a:outerShdw>
          </a:effectLst>
        </p:spPr>
        <p:txBody>
          <a:bodyPr/>
          <a:lstStyle/>
          <a:p>
            <a:endParaRPr lang="fr-FR"/>
          </a:p>
        </p:txBody>
      </p:sp>
      <p:sp>
        <p:nvSpPr>
          <p:cNvPr id="28" name="Shape 23"/>
          <p:cNvSpPr/>
          <p:nvPr/>
        </p:nvSpPr>
        <p:spPr>
          <a:xfrm>
            <a:off x="548640" y="4334256"/>
            <a:ext cx="3447288" cy="54864"/>
          </a:xfrm>
          <a:prstGeom prst="rect">
            <a:avLst/>
          </a:prstGeom>
          <a:solidFill>
            <a:srgbClr val="06B6D4"/>
          </a:solidFill>
          <a:ln w="12700">
            <a:solidFill>
              <a:srgbClr val="06B6D4"/>
            </a:solidFill>
            <a:prstDash val="solid"/>
          </a:ln>
        </p:spPr>
        <p:txBody>
          <a:bodyPr/>
          <a:lstStyle/>
          <a:p>
            <a:endParaRPr lang="fr-FR"/>
          </a:p>
        </p:txBody>
      </p:sp>
      <p:sp>
        <p:nvSpPr>
          <p:cNvPr id="29" name="Shape 24"/>
          <p:cNvSpPr/>
          <p:nvPr/>
        </p:nvSpPr>
        <p:spPr>
          <a:xfrm>
            <a:off x="822960" y="4608576"/>
            <a:ext cx="594360" cy="594360"/>
          </a:xfrm>
          <a:prstGeom prst="ellipse">
            <a:avLst/>
          </a:prstGeom>
          <a:solidFill>
            <a:srgbClr val="FEE2E2"/>
          </a:solidFill>
          <a:ln w="12700">
            <a:solidFill>
              <a:srgbClr val="FEE2E2"/>
            </a:solidFill>
            <a:prstDash val="solid"/>
          </a:ln>
        </p:spPr>
        <p:txBody>
          <a:bodyPr/>
          <a:lstStyle/>
          <a:p>
            <a:endParaRPr lang="fr-FR"/>
          </a:p>
        </p:txBody>
      </p:sp>
      <p:pic>
        <p:nvPicPr>
          <p:cNvPr id="30" name="Image 3" descr="preencoded.png"/>
          <p:cNvPicPr>
            <a:picLocks noChangeAspect="1"/>
          </p:cNvPicPr>
          <p:nvPr/>
        </p:nvPicPr>
        <p:blipFill>
          <a:blip r:embed="rId6"/>
          <a:stretch>
            <a:fillRect/>
          </a:stretch>
        </p:blipFill>
        <p:spPr>
          <a:xfrm>
            <a:off x="941832" y="4727448"/>
            <a:ext cx="365760" cy="365760"/>
          </a:xfrm>
          <a:prstGeom prst="rect">
            <a:avLst/>
          </a:prstGeom>
        </p:spPr>
      </p:pic>
      <p:sp>
        <p:nvSpPr>
          <p:cNvPr id="31" name="Text 25"/>
          <p:cNvSpPr/>
          <p:nvPr/>
        </p:nvSpPr>
        <p:spPr>
          <a:xfrm>
            <a:off x="3081528" y="4562856"/>
            <a:ext cx="822960" cy="457200"/>
          </a:xfrm>
          <a:prstGeom prst="rect">
            <a:avLst/>
          </a:prstGeom>
          <a:noFill/>
          <a:ln/>
        </p:spPr>
        <p:txBody>
          <a:bodyPr wrap="square" lIns="0" tIns="0" rIns="0" bIns="0" rtlCol="0" anchor="ctr"/>
          <a:lstStyle/>
          <a:p>
            <a:pPr marL="0" indent="0" algn="r">
              <a:buNone/>
            </a:pPr>
            <a:r>
              <a:rPr lang="en-US" sz="3000" b="1" dirty="0">
                <a:solidFill>
                  <a:srgbClr val="F1F5F9"/>
                </a:solidFill>
                <a:latin typeface="Georgia" pitchFamily="34" charset="0"/>
                <a:ea typeface="Georgia" pitchFamily="34" charset="-122"/>
                <a:cs typeface="Georgia" pitchFamily="34" charset="-120"/>
              </a:rPr>
              <a:t>04</a:t>
            </a:r>
            <a:endParaRPr lang="en-US" sz="3000" dirty="0"/>
          </a:p>
        </p:txBody>
      </p:sp>
      <p:sp>
        <p:nvSpPr>
          <p:cNvPr id="32" name="Text 26"/>
          <p:cNvSpPr/>
          <p:nvPr/>
        </p:nvSpPr>
        <p:spPr>
          <a:xfrm>
            <a:off x="822960" y="5340096"/>
            <a:ext cx="3081528" cy="36576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Manque d'historique</a:t>
            </a:r>
            <a:endParaRPr lang="en-US" sz="1600" dirty="0"/>
          </a:p>
        </p:txBody>
      </p:sp>
      <p:sp>
        <p:nvSpPr>
          <p:cNvPr id="33" name="Text 27"/>
          <p:cNvSpPr/>
          <p:nvPr/>
        </p:nvSpPr>
        <p:spPr>
          <a:xfrm>
            <a:off x="822960" y="5705856"/>
            <a:ext cx="3081528" cy="50292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Difficile de savoir qui a signalé quoi, quand, et avec quelle suite.</a:t>
            </a:r>
            <a:endParaRPr lang="en-US" sz="1200" dirty="0"/>
          </a:p>
        </p:txBody>
      </p:sp>
      <p:sp>
        <p:nvSpPr>
          <p:cNvPr id="34" name="Shape 28"/>
          <p:cNvSpPr/>
          <p:nvPr/>
        </p:nvSpPr>
        <p:spPr>
          <a:xfrm>
            <a:off x="4544568" y="4334256"/>
            <a:ext cx="3447288" cy="1920240"/>
          </a:xfrm>
          <a:prstGeom prst="rect">
            <a:avLst/>
          </a:prstGeom>
          <a:solidFill>
            <a:srgbClr val="FFFFFF"/>
          </a:solidFill>
          <a:ln w="12700">
            <a:solidFill>
              <a:srgbClr val="E2E8F0"/>
            </a:solidFill>
            <a:prstDash val="solid"/>
          </a:ln>
          <a:effectLst>
            <a:outerShdw blurRad="101600" dist="25400" dir="5400000" algn="bl" rotWithShape="0">
              <a:srgbClr val="0F172A">
                <a:alpha val="6000"/>
              </a:srgbClr>
            </a:outerShdw>
          </a:effectLst>
        </p:spPr>
        <p:txBody>
          <a:bodyPr/>
          <a:lstStyle/>
          <a:p>
            <a:endParaRPr lang="fr-FR"/>
          </a:p>
        </p:txBody>
      </p:sp>
      <p:sp>
        <p:nvSpPr>
          <p:cNvPr id="35" name="Shape 29"/>
          <p:cNvSpPr/>
          <p:nvPr/>
        </p:nvSpPr>
        <p:spPr>
          <a:xfrm>
            <a:off x="4544568" y="4334256"/>
            <a:ext cx="3447288" cy="54864"/>
          </a:xfrm>
          <a:prstGeom prst="rect">
            <a:avLst/>
          </a:prstGeom>
          <a:solidFill>
            <a:srgbClr val="06B6D4"/>
          </a:solidFill>
          <a:ln w="12700">
            <a:solidFill>
              <a:srgbClr val="06B6D4"/>
            </a:solidFill>
            <a:prstDash val="solid"/>
          </a:ln>
        </p:spPr>
        <p:txBody>
          <a:bodyPr/>
          <a:lstStyle/>
          <a:p>
            <a:endParaRPr lang="fr-FR"/>
          </a:p>
        </p:txBody>
      </p:sp>
      <p:sp>
        <p:nvSpPr>
          <p:cNvPr id="36" name="Shape 30"/>
          <p:cNvSpPr/>
          <p:nvPr/>
        </p:nvSpPr>
        <p:spPr>
          <a:xfrm>
            <a:off x="4818888" y="4608576"/>
            <a:ext cx="594360" cy="594360"/>
          </a:xfrm>
          <a:prstGeom prst="ellipse">
            <a:avLst/>
          </a:prstGeom>
          <a:solidFill>
            <a:srgbClr val="FEE2E2"/>
          </a:solidFill>
          <a:ln w="12700">
            <a:solidFill>
              <a:srgbClr val="FEE2E2"/>
            </a:solidFill>
            <a:prstDash val="solid"/>
          </a:ln>
        </p:spPr>
        <p:txBody>
          <a:bodyPr/>
          <a:lstStyle/>
          <a:p>
            <a:endParaRPr lang="fr-FR"/>
          </a:p>
        </p:txBody>
      </p:sp>
      <p:pic>
        <p:nvPicPr>
          <p:cNvPr id="37" name="Image 4" descr="preencoded.png"/>
          <p:cNvPicPr>
            <a:picLocks noChangeAspect="1"/>
          </p:cNvPicPr>
          <p:nvPr/>
        </p:nvPicPr>
        <p:blipFill>
          <a:blip r:embed="rId7"/>
          <a:stretch>
            <a:fillRect/>
          </a:stretch>
        </p:blipFill>
        <p:spPr>
          <a:xfrm>
            <a:off x="4937760" y="4727448"/>
            <a:ext cx="365760" cy="365760"/>
          </a:xfrm>
          <a:prstGeom prst="rect">
            <a:avLst/>
          </a:prstGeom>
        </p:spPr>
      </p:pic>
      <p:sp>
        <p:nvSpPr>
          <p:cNvPr id="38" name="Text 31"/>
          <p:cNvSpPr/>
          <p:nvPr/>
        </p:nvSpPr>
        <p:spPr>
          <a:xfrm>
            <a:off x="7077456" y="4562856"/>
            <a:ext cx="822960" cy="457200"/>
          </a:xfrm>
          <a:prstGeom prst="rect">
            <a:avLst/>
          </a:prstGeom>
          <a:noFill/>
          <a:ln/>
        </p:spPr>
        <p:txBody>
          <a:bodyPr wrap="square" lIns="0" tIns="0" rIns="0" bIns="0" rtlCol="0" anchor="ctr"/>
          <a:lstStyle/>
          <a:p>
            <a:pPr marL="0" indent="0" algn="r">
              <a:buNone/>
            </a:pPr>
            <a:r>
              <a:rPr lang="en-US" sz="3000" b="1" dirty="0">
                <a:solidFill>
                  <a:srgbClr val="F1F5F9"/>
                </a:solidFill>
                <a:latin typeface="Georgia" pitchFamily="34" charset="0"/>
                <a:ea typeface="Georgia" pitchFamily="34" charset="-122"/>
                <a:cs typeface="Georgia" pitchFamily="34" charset="-120"/>
              </a:rPr>
              <a:t>05</a:t>
            </a:r>
            <a:endParaRPr lang="en-US" sz="3000" dirty="0"/>
          </a:p>
        </p:txBody>
      </p:sp>
      <p:sp>
        <p:nvSpPr>
          <p:cNvPr id="39" name="Text 32"/>
          <p:cNvSpPr/>
          <p:nvPr/>
        </p:nvSpPr>
        <p:spPr>
          <a:xfrm>
            <a:off x="4818888" y="5340096"/>
            <a:ext cx="3081528" cy="36576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Absence d'analytics</a:t>
            </a:r>
            <a:endParaRPr lang="en-US" sz="1600" dirty="0"/>
          </a:p>
        </p:txBody>
      </p:sp>
      <p:sp>
        <p:nvSpPr>
          <p:cNvPr id="40" name="Text 33"/>
          <p:cNvSpPr/>
          <p:nvPr/>
        </p:nvSpPr>
        <p:spPr>
          <a:xfrm>
            <a:off x="4818888" y="5705856"/>
            <a:ext cx="3081528" cy="50292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Aucune mesure des volumes, catégories, délais ou satisfaction.</a:t>
            </a:r>
            <a:endParaRPr lang="en-US" sz="1200" dirty="0"/>
          </a:p>
        </p:txBody>
      </p:sp>
      <p:sp>
        <p:nvSpPr>
          <p:cNvPr id="41" name="Text 34"/>
          <p:cNvSpPr/>
          <p:nvPr/>
        </p:nvSpPr>
        <p:spPr>
          <a:xfrm>
            <a:off x="10911535" y="6446520"/>
            <a:ext cx="914400" cy="274320"/>
          </a:xfrm>
          <a:prstGeom prst="rect">
            <a:avLst/>
          </a:prstGeom>
          <a:noFill/>
          <a:ln/>
        </p:spPr>
        <p:txBody>
          <a:bodyPr wrap="square" rtlCol="0" anchor="ctr"/>
          <a:lstStyle/>
          <a:p>
            <a:pPr marL="0" indent="0" algn="r">
              <a:buNone/>
            </a:pPr>
            <a:r>
              <a:rPr lang="en-US" sz="1000" dirty="0">
                <a:solidFill>
                  <a:srgbClr val="475569"/>
                </a:solidFill>
                <a:latin typeface="Calibri" pitchFamily="34" charset="0"/>
                <a:ea typeface="Calibri" pitchFamily="34" charset="-122"/>
                <a:cs typeface="Calibri" pitchFamily="34" charset="-120"/>
              </a:rPr>
              <a:t>02 / 24</a:t>
            </a:r>
            <a:endParaRPr lang="en-US" sz="1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1+#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1+#ppt_w/2"/>
                                          </p:val>
                                        </p:tav>
                                        <p:tav tm="100000">
                                          <p:val>
                                            <p:strVal val="#ppt_x"/>
                                          </p:val>
                                        </p:tav>
                                      </p:tavLst>
                                    </p:anim>
                                    <p:anim calcmode="lin" valueType="num">
                                      <p:cBhvr additive="base">
                                        <p:cTn id="16" dur="500" fill="hold"/>
                                        <p:tgtEl>
                                          <p:spTgt spid="8"/>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1+#ppt_w/2"/>
                                          </p:val>
                                        </p:tav>
                                        <p:tav tm="100000">
                                          <p:val>
                                            <p:strVal val="#ppt_x"/>
                                          </p:val>
                                        </p:tav>
                                      </p:tavLst>
                                    </p:anim>
                                    <p:anim calcmode="lin" valueType="num">
                                      <p:cBhvr additive="base">
                                        <p:cTn id="20" dur="500" fill="hold"/>
                                        <p:tgtEl>
                                          <p:spTgt spid="9"/>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500" fill="hold"/>
                                        <p:tgtEl>
                                          <p:spTgt spid="10"/>
                                        </p:tgtEl>
                                        <p:attrNameLst>
                                          <p:attrName>ppt_x</p:attrName>
                                        </p:attrNameLst>
                                      </p:cBhvr>
                                      <p:tavLst>
                                        <p:tav tm="0">
                                          <p:val>
                                            <p:strVal val="1+#ppt_w/2"/>
                                          </p:val>
                                        </p:tav>
                                        <p:tav tm="100000">
                                          <p:val>
                                            <p:strVal val="#ppt_x"/>
                                          </p:val>
                                        </p:tav>
                                      </p:tavLst>
                                    </p:anim>
                                    <p:anim calcmode="lin" valueType="num">
                                      <p:cBhvr additive="base">
                                        <p:cTn id="24" dur="500" fill="hold"/>
                                        <p:tgtEl>
                                          <p:spTgt spid="10"/>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1+#ppt_w/2"/>
                                          </p:val>
                                        </p:tav>
                                        <p:tav tm="100000">
                                          <p:val>
                                            <p:strVal val="#ppt_x"/>
                                          </p:val>
                                        </p:tav>
                                      </p:tavLst>
                                    </p:anim>
                                    <p:anim calcmode="lin" valueType="num">
                                      <p:cBhvr additive="base">
                                        <p:cTn id="28" dur="500" fill="hold"/>
                                        <p:tgtEl>
                                          <p:spTgt spid="11"/>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1+#ppt_w/2"/>
                                          </p:val>
                                        </p:tav>
                                        <p:tav tm="100000">
                                          <p:val>
                                            <p:strVal val="#ppt_x"/>
                                          </p:val>
                                        </p:tav>
                                      </p:tavLst>
                                    </p:anim>
                                    <p:anim calcmode="lin" valueType="num">
                                      <p:cBhvr additive="base">
                                        <p:cTn id="32" dur="500" fill="hold"/>
                                        <p:tgtEl>
                                          <p:spTgt spid="12"/>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 calcmode="lin" valueType="num">
                                      <p:cBhvr additive="base">
                                        <p:cTn id="35" dur="500" fill="hold"/>
                                        <p:tgtEl>
                                          <p:spTgt spid="13"/>
                                        </p:tgtEl>
                                        <p:attrNameLst>
                                          <p:attrName>ppt_x</p:attrName>
                                        </p:attrNameLst>
                                      </p:cBhvr>
                                      <p:tavLst>
                                        <p:tav tm="0">
                                          <p:val>
                                            <p:strVal val="1+#ppt_w/2"/>
                                          </p:val>
                                        </p:tav>
                                        <p:tav tm="100000">
                                          <p:val>
                                            <p:strVal val="#ppt_x"/>
                                          </p:val>
                                        </p:tav>
                                      </p:tavLst>
                                    </p:anim>
                                    <p:anim calcmode="lin" valueType="num">
                                      <p:cBhvr additive="base">
                                        <p:cTn id="36" dur="500" fill="hold"/>
                                        <p:tgtEl>
                                          <p:spTgt spid="13"/>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additive="base">
                                        <p:cTn id="39" dur="500" fill="hold"/>
                                        <p:tgtEl>
                                          <p:spTgt spid="14"/>
                                        </p:tgtEl>
                                        <p:attrNameLst>
                                          <p:attrName>ppt_x</p:attrName>
                                        </p:attrNameLst>
                                      </p:cBhvr>
                                      <p:tavLst>
                                        <p:tav tm="0">
                                          <p:val>
                                            <p:strVal val="1+#ppt_w/2"/>
                                          </p:val>
                                        </p:tav>
                                        <p:tav tm="100000">
                                          <p:val>
                                            <p:strVal val="#ppt_x"/>
                                          </p:val>
                                        </p:tav>
                                      </p:tavLst>
                                    </p:anim>
                                    <p:anim calcmode="lin" valueType="num">
                                      <p:cBhvr additive="base">
                                        <p:cTn id="40" dur="500" fill="hold"/>
                                        <p:tgtEl>
                                          <p:spTgt spid="14"/>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500" fill="hold"/>
                                        <p:tgtEl>
                                          <p:spTgt spid="15"/>
                                        </p:tgtEl>
                                        <p:attrNameLst>
                                          <p:attrName>ppt_x</p:attrName>
                                        </p:attrNameLst>
                                      </p:cBhvr>
                                      <p:tavLst>
                                        <p:tav tm="0">
                                          <p:val>
                                            <p:strVal val="1+#ppt_w/2"/>
                                          </p:val>
                                        </p:tav>
                                        <p:tav tm="100000">
                                          <p:val>
                                            <p:strVal val="#ppt_x"/>
                                          </p:val>
                                        </p:tav>
                                      </p:tavLst>
                                    </p:anim>
                                    <p:anim calcmode="lin" valueType="num">
                                      <p:cBhvr additive="base">
                                        <p:cTn id="44" dur="500" fill="hold"/>
                                        <p:tgtEl>
                                          <p:spTgt spid="15"/>
                                        </p:tgtEl>
                                        <p:attrNameLst>
                                          <p:attrName>ppt_y</p:attrName>
                                        </p:attrNameLst>
                                      </p:cBhvr>
                                      <p:tavLst>
                                        <p:tav tm="0">
                                          <p:val>
                                            <p:strVal val="#ppt_y"/>
                                          </p:val>
                                        </p:tav>
                                        <p:tav tm="100000">
                                          <p:val>
                                            <p:strVal val="#ppt_y"/>
                                          </p:val>
                                        </p:tav>
                                      </p:tavLst>
                                    </p:anim>
                                  </p:childTnLst>
                                </p:cTn>
                              </p:par>
                              <p:par>
                                <p:cTn id="45" presetID="2" presetClass="entr" presetSubtype="2" fill="hold" nodeType="withEffect">
                                  <p:stCondLst>
                                    <p:cond delay="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1+#ppt_w/2"/>
                                          </p:val>
                                        </p:tav>
                                        <p:tav tm="100000">
                                          <p:val>
                                            <p:strVal val="#ppt_x"/>
                                          </p:val>
                                        </p:tav>
                                      </p:tavLst>
                                    </p:anim>
                                    <p:anim calcmode="lin" valueType="num">
                                      <p:cBhvr additive="base">
                                        <p:cTn id="48" dur="500" fill="hold"/>
                                        <p:tgtEl>
                                          <p:spTgt spid="16"/>
                                        </p:tgtEl>
                                        <p:attrNameLst>
                                          <p:attrName>ppt_y</p:attrName>
                                        </p:attrNameLst>
                                      </p:cBhvr>
                                      <p:tavLst>
                                        <p:tav tm="0">
                                          <p:val>
                                            <p:strVal val="#ppt_y"/>
                                          </p:val>
                                        </p:tav>
                                        <p:tav tm="100000">
                                          <p:val>
                                            <p:strVal val="#ppt_y"/>
                                          </p:val>
                                        </p:tav>
                                      </p:tavLst>
                                    </p:anim>
                                  </p:childTnLst>
                                </p:cTn>
                              </p:par>
                              <p:par>
                                <p:cTn id="49" presetID="2" presetClass="entr" presetSubtype="2"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 calcmode="lin" valueType="num">
                                      <p:cBhvr additive="base">
                                        <p:cTn id="51" dur="500" fill="hold"/>
                                        <p:tgtEl>
                                          <p:spTgt spid="17"/>
                                        </p:tgtEl>
                                        <p:attrNameLst>
                                          <p:attrName>ppt_x</p:attrName>
                                        </p:attrNameLst>
                                      </p:cBhvr>
                                      <p:tavLst>
                                        <p:tav tm="0">
                                          <p:val>
                                            <p:strVal val="1+#ppt_w/2"/>
                                          </p:val>
                                        </p:tav>
                                        <p:tav tm="100000">
                                          <p:val>
                                            <p:strVal val="#ppt_x"/>
                                          </p:val>
                                        </p:tav>
                                      </p:tavLst>
                                    </p:anim>
                                    <p:anim calcmode="lin" valueType="num">
                                      <p:cBhvr additive="base">
                                        <p:cTn id="52" dur="500" fill="hold"/>
                                        <p:tgtEl>
                                          <p:spTgt spid="17"/>
                                        </p:tgtEl>
                                        <p:attrNameLst>
                                          <p:attrName>ppt_y</p:attrName>
                                        </p:attrNameLst>
                                      </p:cBhvr>
                                      <p:tavLst>
                                        <p:tav tm="0">
                                          <p:val>
                                            <p:strVal val="#ppt_y"/>
                                          </p:val>
                                        </p:tav>
                                        <p:tav tm="100000">
                                          <p:val>
                                            <p:strVal val="#ppt_y"/>
                                          </p:val>
                                        </p:tav>
                                      </p:tavLst>
                                    </p:anim>
                                  </p:childTnLst>
                                </p:cTn>
                              </p:par>
                              <p:par>
                                <p:cTn id="53" presetID="2" presetClass="entr" presetSubtype="2"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 calcmode="lin" valueType="num">
                                      <p:cBhvr additive="base">
                                        <p:cTn id="55" dur="500" fill="hold"/>
                                        <p:tgtEl>
                                          <p:spTgt spid="18"/>
                                        </p:tgtEl>
                                        <p:attrNameLst>
                                          <p:attrName>ppt_x</p:attrName>
                                        </p:attrNameLst>
                                      </p:cBhvr>
                                      <p:tavLst>
                                        <p:tav tm="0">
                                          <p:val>
                                            <p:strVal val="1+#ppt_w/2"/>
                                          </p:val>
                                        </p:tav>
                                        <p:tav tm="100000">
                                          <p:val>
                                            <p:strVal val="#ppt_x"/>
                                          </p:val>
                                        </p:tav>
                                      </p:tavLst>
                                    </p:anim>
                                    <p:anim calcmode="lin" valueType="num">
                                      <p:cBhvr additive="base">
                                        <p:cTn id="56" dur="500" fill="hold"/>
                                        <p:tgtEl>
                                          <p:spTgt spid="18"/>
                                        </p:tgtEl>
                                        <p:attrNameLst>
                                          <p:attrName>ppt_y</p:attrName>
                                        </p:attrNameLst>
                                      </p:cBhvr>
                                      <p:tavLst>
                                        <p:tav tm="0">
                                          <p:val>
                                            <p:strVal val="#ppt_y"/>
                                          </p:val>
                                        </p:tav>
                                        <p:tav tm="100000">
                                          <p:val>
                                            <p:strVal val="#ppt_y"/>
                                          </p:val>
                                        </p:tav>
                                      </p:tavLst>
                                    </p:anim>
                                  </p:childTnLst>
                                </p:cTn>
                              </p:par>
                              <p:par>
                                <p:cTn id="57" presetID="2" presetClass="entr" presetSubtype="2" fill="hold" grpId="0" nodeType="withEffect">
                                  <p:stCondLst>
                                    <p:cond delay="0"/>
                                  </p:stCondLst>
                                  <p:childTnLst>
                                    <p:set>
                                      <p:cBhvr>
                                        <p:cTn id="58" dur="1" fill="hold">
                                          <p:stCondLst>
                                            <p:cond delay="0"/>
                                          </p:stCondLst>
                                        </p:cTn>
                                        <p:tgtEl>
                                          <p:spTgt spid="19"/>
                                        </p:tgtEl>
                                        <p:attrNameLst>
                                          <p:attrName>style.visibility</p:attrName>
                                        </p:attrNameLst>
                                      </p:cBhvr>
                                      <p:to>
                                        <p:strVal val="visible"/>
                                      </p:to>
                                    </p:set>
                                    <p:anim calcmode="lin" valueType="num">
                                      <p:cBhvr additive="base">
                                        <p:cTn id="59" dur="500" fill="hold"/>
                                        <p:tgtEl>
                                          <p:spTgt spid="19"/>
                                        </p:tgtEl>
                                        <p:attrNameLst>
                                          <p:attrName>ppt_x</p:attrName>
                                        </p:attrNameLst>
                                      </p:cBhvr>
                                      <p:tavLst>
                                        <p:tav tm="0">
                                          <p:val>
                                            <p:strVal val="1+#ppt_w/2"/>
                                          </p:val>
                                        </p:tav>
                                        <p:tav tm="100000">
                                          <p:val>
                                            <p:strVal val="#ppt_x"/>
                                          </p:val>
                                        </p:tav>
                                      </p:tavLst>
                                    </p:anim>
                                    <p:anim calcmode="lin" valueType="num">
                                      <p:cBhvr additive="base">
                                        <p:cTn id="60" dur="500" fill="hold"/>
                                        <p:tgtEl>
                                          <p:spTgt spid="19"/>
                                        </p:tgtEl>
                                        <p:attrNameLst>
                                          <p:attrName>ppt_y</p:attrName>
                                        </p:attrNameLst>
                                      </p:cBhvr>
                                      <p:tavLst>
                                        <p:tav tm="0">
                                          <p:val>
                                            <p:strVal val="#ppt_y"/>
                                          </p:val>
                                        </p:tav>
                                        <p:tav tm="100000">
                                          <p:val>
                                            <p:strVal val="#ppt_y"/>
                                          </p:val>
                                        </p:tav>
                                      </p:tavLst>
                                    </p:anim>
                                  </p:childTnLst>
                                </p:cTn>
                              </p:par>
                              <p:par>
                                <p:cTn id="61" presetID="2" presetClass="entr" presetSubtype="2" fill="hold" grpId="0" nodeType="withEffect">
                                  <p:stCondLst>
                                    <p:cond delay="0"/>
                                  </p:stCondLst>
                                  <p:childTnLst>
                                    <p:set>
                                      <p:cBhvr>
                                        <p:cTn id="62" dur="1" fill="hold">
                                          <p:stCondLst>
                                            <p:cond delay="0"/>
                                          </p:stCondLst>
                                        </p:cTn>
                                        <p:tgtEl>
                                          <p:spTgt spid="20"/>
                                        </p:tgtEl>
                                        <p:attrNameLst>
                                          <p:attrName>style.visibility</p:attrName>
                                        </p:attrNameLst>
                                      </p:cBhvr>
                                      <p:to>
                                        <p:strVal val="visible"/>
                                      </p:to>
                                    </p:set>
                                    <p:anim calcmode="lin" valueType="num">
                                      <p:cBhvr additive="base">
                                        <p:cTn id="63" dur="500" fill="hold"/>
                                        <p:tgtEl>
                                          <p:spTgt spid="20"/>
                                        </p:tgtEl>
                                        <p:attrNameLst>
                                          <p:attrName>ppt_x</p:attrName>
                                        </p:attrNameLst>
                                      </p:cBhvr>
                                      <p:tavLst>
                                        <p:tav tm="0">
                                          <p:val>
                                            <p:strVal val="1+#ppt_w/2"/>
                                          </p:val>
                                        </p:tav>
                                        <p:tav tm="100000">
                                          <p:val>
                                            <p:strVal val="#ppt_x"/>
                                          </p:val>
                                        </p:tav>
                                      </p:tavLst>
                                    </p:anim>
                                    <p:anim calcmode="lin" valueType="num">
                                      <p:cBhvr additive="base">
                                        <p:cTn id="64" dur="500" fill="hold"/>
                                        <p:tgtEl>
                                          <p:spTgt spid="20"/>
                                        </p:tgtEl>
                                        <p:attrNameLst>
                                          <p:attrName>ppt_y</p:attrName>
                                        </p:attrNameLst>
                                      </p:cBhvr>
                                      <p:tavLst>
                                        <p:tav tm="0">
                                          <p:val>
                                            <p:strVal val="#ppt_y"/>
                                          </p:val>
                                        </p:tav>
                                        <p:tav tm="100000">
                                          <p:val>
                                            <p:strVal val="#ppt_y"/>
                                          </p:val>
                                        </p:tav>
                                      </p:tavLst>
                                    </p:anim>
                                  </p:childTnLst>
                                </p:cTn>
                              </p:par>
                              <p:par>
                                <p:cTn id="65" presetID="2" presetClass="entr" presetSubtype="2" fill="hold" grpId="0" nodeType="withEffect">
                                  <p:stCondLst>
                                    <p:cond delay="0"/>
                                  </p:stCondLst>
                                  <p:childTnLst>
                                    <p:set>
                                      <p:cBhvr>
                                        <p:cTn id="66" dur="1" fill="hold">
                                          <p:stCondLst>
                                            <p:cond delay="0"/>
                                          </p:stCondLst>
                                        </p:cTn>
                                        <p:tgtEl>
                                          <p:spTgt spid="21"/>
                                        </p:tgtEl>
                                        <p:attrNameLst>
                                          <p:attrName>style.visibility</p:attrName>
                                        </p:attrNameLst>
                                      </p:cBhvr>
                                      <p:to>
                                        <p:strVal val="visible"/>
                                      </p:to>
                                    </p:set>
                                    <p:anim calcmode="lin" valueType="num">
                                      <p:cBhvr additive="base">
                                        <p:cTn id="67" dur="500" fill="hold"/>
                                        <p:tgtEl>
                                          <p:spTgt spid="21"/>
                                        </p:tgtEl>
                                        <p:attrNameLst>
                                          <p:attrName>ppt_x</p:attrName>
                                        </p:attrNameLst>
                                      </p:cBhvr>
                                      <p:tavLst>
                                        <p:tav tm="0">
                                          <p:val>
                                            <p:strVal val="1+#ppt_w/2"/>
                                          </p:val>
                                        </p:tav>
                                        <p:tav tm="100000">
                                          <p:val>
                                            <p:strVal val="#ppt_x"/>
                                          </p:val>
                                        </p:tav>
                                      </p:tavLst>
                                    </p:anim>
                                    <p:anim calcmode="lin" valueType="num">
                                      <p:cBhvr additive="base">
                                        <p:cTn id="68" dur="500" fill="hold"/>
                                        <p:tgtEl>
                                          <p:spTgt spid="21"/>
                                        </p:tgtEl>
                                        <p:attrNameLst>
                                          <p:attrName>ppt_y</p:attrName>
                                        </p:attrNameLst>
                                      </p:cBhvr>
                                      <p:tavLst>
                                        <p:tav tm="0">
                                          <p:val>
                                            <p:strVal val="#ppt_y"/>
                                          </p:val>
                                        </p:tav>
                                        <p:tav tm="100000">
                                          <p:val>
                                            <p:strVal val="#ppt_y"/>
                                          </p:val>
                                        </p:tav>
                                      </p:tavLst>
                                    </p:anim>
                                  </p:childTnLst>
                                </p:cTn>
                              </p:par>
                              <p:par>
                                <p:cTn id="69" presetID="2" presetClass="entr" presetSubtype="2" fill="hold" grpId="0" nodeType="withEffect">
                                  <p:stCondLst>
                                    <p:cond delay="0"/>
                                  </p:stCondLst>
                                  <p:childTnLst>
                                    <p:set>
                                      <p:cBhvr>
                                        <p:cTn id="70" dur="1" fill="hold">
                                          <p:stCondLst>
                                            <p:cond delay="0"/>
                                          </p:stCondLst>
                                        </p:cTn>
                                        <p:tgtEl>
                                          <p:spTgt spid="22"/>
                                        </p:tgtEl>
                                        <p:attrNameLst>
                                          <p:attrName>style.visibility</p:attrName>
                                        </p:attrNameLst>
                                      </p:cBhvr>
                                      <p:to>
                                        <p:strVal val="visible"/>
                                      </p:to>
                                    </p:set>
                                    <p:anim calcmode="lin" valueType="num">
                                      <p:cBhvr additive="base">
                                        <p:cTn id="71" dur="500" fill="hold"/>
                                        <p:tgtEl>
                                          <p:spTgt spid="22"/>
                                        </p:tgtEl>
                                        <p:attrNameLst>
                                          <p:attrName>ppt_x</p:attrName>
                                        </p:attrNameLst>
                                      </p:cBhvr>
                                      <p:tavLst>
                                        <p:tav tm="0">
                                          <p:val>
                                            <p:strVal val="1+#ppt_w/2"/>
                                          </p:val>
                                        </p:tav>
                                        <p:tav tm="100000">
                                          <p:val>
                                            <p:strVal val="#ppt_x"/>
                                          </p:val>
                                        </p:tav>
                                      </p:tavLst>
                                    </p:anim>
                                    <p:anim calcmode="lin" valueType="num">
                                      <p:cBhvr additive="base">
                                        <p:cTn id="72" dur="500" fill="hold"/>
                                        <p:tgtEl>
                                          <p:spTgt spid="22"/>
                                        </p:tgtEl>
                                        <p:attrNameLst>
                                          <p:attrName>ppt_y</p:attrName>
                                        </p:attrNameLst>
                                      </p:cBhvr>
                                      <p:tavLst>
                                        <p:tav tm="0">
                                          <p:val>
                                            <p:strVal val="#ppt_y"/>
                                          </p:val>
                                        </p:tav>
                                        <p:tav tm="100000">
                                          <p:val>
                                            <p:strVal val="#ppt_y"/>
                                          </p:val>
                                        </p:tav>
                                      </p:tavLst>
                                    </p:anim>
                                  </p:childTnLst>
                                </p:cTn>
                              </p:par>
                              <p:par>
                                <p:cTn id="73" presetID="2" presetClass="entr" presetSubtype="2" fill="hold" nodeType="withEffect">
                                  <p:stCondLst>
                                    <p:cond delay="0"/>
                                  </p:stCondLst>
                                  <p:childTnLst>
                                    <p:set>
                                      <p:cBhvr>
                                        <p:cTn id="74" dur="1" fill="hold">
                                          <p:stCondLst>
                                            <p:cond delay="0"/>
                                          </p:stCondLst>
                                        </p:cTn>
                                        <p:tgtEl>
                                          <p:spTgt spid="23"/>
                                        </p:tgtEl>
                                        <p:attrNameLst>
                                          <p:attrName>style.visibility</p:attrName>
                                        </p:attrNameLst>
                                      </p:cBhvr>
                                      <p:to>
                                        <p:strVal val="visible"/>
                                      </p:to>
                                    </p:set>
                                    <p:anim calcmode="lin" valueType="num">
                                      <p:cBhvr additive="base">
                                        <p:cTn id="75" dur="500" fill="hold"/>
                                        <p:tgtEl>
                                          <p:spTgt spid="23"/>
                                        </p:tgtEl>
                                        <p:attrNameLst>
                                          <p:attrName>ppt_x</p:attrName>
                                        </p:attrNameLst>
                                      </p:cBhvr>
                                      <p:tavLst>
                                        <p:tav tm="0">
                                          <p:val>
                                            <p:strVal val="1+#ppt_w/2"/>
                                          </p:val>
                                        </p:tav>
                                        <p:tav tm="100000">
                                          <p:val>
                                            <p:strVal val="#ppt_x"/>
                                          </p:val>
                                        </p:tav>
                                      </p:tavLst>
                                    </p:anim>
                                    <p:anim calcmode="lin" valueType="num">
                                      <p:cBhvr additive="base">
                                        <p:cTn id="76" dur="500" fill="hold"/>
                                        <p:tgtEl>
                                          <p:spTgt spid="23"/>
                                        </p:tgtEl>
                                        <p:attrNameLst>
                                          <p:attrName>ppt_y</p:attrName>
                                        </p:attrNameLst>
                                      </p:cBhvr>
                                      <p:tavLst>
                                        <p:tav tm="0">
                                          <p:val>
                                            <p:strVal val="#ppt_y"/>
                                          </p:val>
                                        </p:tav>
                                        <p:tav tm="100000">
                                          <p:val>
                                            <p:strVal val="#ppt_y"/>
                                          </p:val>
                                        </p:tav>
                                      </p:tavLst>
                                    </p:anim>
                                  </p:childTnLst>
                                </p:cTn>
                              </p:par>
                              <p:par>
                                <p:cTn id="77" presetID="2" presetClass="entr" presetSubtype="2" fill="hold" grpId="0" nodeType="withEffect">
                                  <p:stCondLst>
                                    <p:cond delay="0"/>
                                  </p:stCondLst>
                                  <p:childTnLst>
                                    <p:set>
                                      <p:cBhvr>
                                        <p:cTn id="78" dur="1" fill="hold">
                                          <p:stCondLst>
                                            <p:cond delay="0"/>
                                          </p:stCondLst>
                                        </p:cTn>
                                        <p:tgtEl>
                                          <p:spTgt spid="24"/>
                                        </p:tgtEl>
                                        <p:attrNameLst>
                                          <p:attrName>style.visibility</p:attrName>
                                        </p:attrNameLst>
                                      </p:cBhvr>
                                      <p:to>
                                        <p:strVal val="visible"/>
                                      </p:to>
                                    </p:set>
                                    <p:anim calcmode="lin" valueType="num">
                                      <p:cBhvr additive="base">
                                        <p:cTn id="79" dur="500" fill="hold"/>
                                        <p:tgtEl>
                                          <p:spTgt spid="24"/>
                                        </p:tgtEl>
                                        <p:attrNameLst>
                                          <p:attrName>ppt_x</p:attrName>
                                        </p:attrNameLst>
                                      </p:cBhvr>
                                      <p:tavLst>
                                        <p:tav tm="0">
                                          <p:val>
                                            <p:strVal val="1+#ppt_w/2"/>
                                          </p:val>
                                        </p:tav>
                                        <p:tav tm="100000">
                                          <p:val>
                                            <p:strVal val="#ppt_x"/>
                                          </p:val>
                                        </p:tav>
                                      </p:tavLst>
                                    </p:anim>
                                    <p:anim calcmode="lin" valueType="num">
                                      <p:cBhvr additive="base">
                                        <p:cTn id="80" dur="500" fill="hold"/>
                                        <p:tgtEl>
                                          <p:spTgt spid="24"/>
                                        </p:tgtEl>
                                        <p:attrNameLst>
                                          <p:attrName>ppt_y</p:attrName>
                                        </p:attrNameLst>
                                      </p:cBhvr>
                                      <p:tavLst>
                                        <p:tav tm="0">
                                          <p:val>
                                            <p:strVal val="#ppt_y"/>
                                          </p:val>
                                        </p:tav>
                                        <p:tav tm="100000">
                                          <p:val>
                                            <p:strVal val="#ppt_y"/>
                                          </p:val>
                                        </p:tav>
                                      </p:tavLst>
                                    </p:anim>
                                  </p:childTnLst>
                                </p:cTn>
                              </p:par>
                              <p:par>
                                <p:cTn id="81" presetID="2" presetClass="entr" presetSubtype="2" fill="hold" grpId="0" nodeType="withEffect">
                                  <p:stCondLst>
                                    <p:cond delay="0"/>
                                  </p:stCondLst>
                                  <p:childTnLst>
                                    <p:set>
                                      <p:cBhvr>
                                        <p:cTn id="82" dur="1" fill="hold">
                                          <p:stCondLst>
                                            <p:cond delay="0"/>
                                          </p:stCondLst>
                                        </p:cTn>
                                        <p:tgtEl>
                                          <p:spTgt spid="25"/>
                                        </p:tgtEl>
                                        <p:attrNameLst>
                                          <p:attrName>style.visibility</p:attrName>
                                        </p:attrNameLst>
                                      </p:cBhvr>
                                      <p:to>
                                        <p:strVal val="visible"/>
                                      </p:to>
                                    </p:set>
                                    <p:anim calcmode="lin" valueType="num">
                                      <p:cBhvr additive="base">
                                        <p:cTn id="83" dur="500" fill="hold"/>
                                        <p:tgtEl>
                                          <p:spTgt spid="25"/>
                                        </p:tgtEl>
                                        <p:attrNameLst>
                                          <p:attrName>ppt_x</p:attrName>
                                        </p:attrNameLst>
                                      </p:cBhvr>
                                      <p:tavLst>
                                        <p:tav tm="0">
                                          <p:val>
                                            <p:strVal val="1+#ppt_w/2"/>
                                          </p:val>
                                        </p:tav>
                                        <p:tav tm="100000">
                                          <p:val>
                                            <p:strVal val="#ppt_x"/>
                                          </p:val>
                                        </p:tav>
                                      </p:tavLst>
                                    </p:anim>
                                    <p:anim calcmode="lin" valueType="num">
                                      <p:cBhvr additive="base">
                                        <p:cTn id="84" dur="500" fill="hold"/>
                                        <p:tgtEl>
                                          <p:spTgt spid="25"/>
                                        </p:tgtEl>
                                        <p:attrNameLst>
                                          <p:attrName>ppt_y</p:attrName>
                                        </p:attrNameLst>
                                      </p:cBhvr>
                                      <p:tavLst>
                                        <p:tav tm="0">
                                          <p:val>
                                            <p:strVal val="#ppt_y"/>
                                          </p:val>
                                        </p:tav>
                                        <p:tav tm="100000">
                                          <p:val>
                                            <p:strVal val="#ppt_y"/>
                                          </p:val>
                                        </p:tav>
                                      </p:tavLst>
                                    </p:anim>
                                  </p:childTnLst>
                                </p:cTn>
                              </p:par>
                              <p:par>
                                <p:cTn id="85" presetID="2" presetClass="entr" presetSubtype="2" fill="hold" grpId="0" nodeType="withEffect">
                                  <p:stCondLst>
                                    <p:cond delay="0"/>
                                  </p:stCondLst>
                                  <p:childTnLst>
                                    <p:set>
                                      <p:cBhvr>
                                        <p:cTn id="86" dur="1" fill="hold">
                                          <p:stCondLst>
                                            <p:cond delay="0"/>
                                          </p:stCondLst>
                                        </p:cTn>
                                        <p:tgtEl>
                                          <p:spTgt spid="26"/>
                                        </p:tgtEl>
                                        <p:attrNameLst>
                                          <p:attrName>style.visibility</p:attrName>
                                        </p:attrNameLst>
                                      </p:cBhvr>
                                      <p:to>
                                        <p:strVal val="visible"/>
                                      </p:to>
                                    </p:set>
                                    <p:anim calcmode="lin" valueType="num">
                                      <p:cBhvr additive="base">
                                        <p:cTn id="87" dur="500" fill="hold"/>
                                        <p:tgtEl>
                                          <p:spTgt spid="26"/>
                                        </p:tgtEl>
                                        <p:attrNameLst>
                                          <p:attrName>ppt_x</p:attrName>
                                        </p:attrNameLst>
                                      </p:cBhvr>
                                      <p:tavLst>
                                        <p:tav tm="0">
                                          <p:val>
                                            <p:strVal val="1+#ppt_w/2"/>
                                          </p:val>
                                        </p:tav>
                                        <p:tav tm="100000">
                                          <p:val>
                                            <p:strVal val="#ppt_x"/>
                                          </p:val>
                                        </p:tav>
                                      </p:tavLst>
                                    </p:anim>
                                    <p:anim calcmode="lin" valueType="num">
                                      <p:cBhvr additive="base">
                                        <p:cTn id="88" dur="500" fill="hold"/>
                                        <p:tgtEl>
                                          <p:spTgt spid="26"/>
                                        </p:tgtEl>
                                        <p:attrNameLst>
                                          <p:attrName>ppt_y</p:attrName>
                                        </p:attrNameLst>
                                      </p:cBhvr>
                                      <p:tavLst>
                                        <p:tav tm="0">
                                          <p:val>
                                            <p:strVal val="#ppt_y"/>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91" presetID="2" presetClass="entr" presetSubtype="2" fill="hold" grpId="0" nodeType="clickEffect">
                                  <p:stCondLst>
                                    <p:cond delay="0"/>
                                  </p:stCondLst>
                                  <p:childTnLst>
                                    <p:set>
                                      <p:cBhvr>
                                        <p:cTn id="92" dur="1" fill="hold">
                                          <p:stCondLst>
                                            <p:cond delay="0"/>
                                          </p:stCondLst>
                                        </p:cTn>
                                        <p:tgtEl>
                                          <p:spTgt spid="27"/>
                                        </p:tgtEl>
                                        <p:attrNameLst>
                                          <p:attrName>style.visibility</p:attrName>
                                        </p:attrNameLst>
                                      </p:cBhvr>
                                      <p:to>
                                        <p:strVal val="visible"/>
                                      </p:to>
                                    </p:set>
                                    <p:anim calcmode="lin" valueType="num">
                                      <p:cBhvr additive="base">
                                        <p:cTn id="93" dur="500" fill="hold"/>
                                        <p:tgtEl>
                                          <p:spTgt spid="27"/>
                                        </p:tgtEl>
                                        <p:attrNameLst>
                                          <p:attrName>ppt_x</p:attrName>
                                        </p:attrNameLst>
                                      </p:cBhvr>
                                      <p:tavLst>
                                        <p:tav tm="0">
                                          <p:val>
                                            <p:strVal val="1+#ppt_w/2"/>
                                          </p:val>
                                        </p:tav>
                                        <p:tav tm="100000">
                                          <p:val>
                                            <p:strVal val="#ppt_x"/>
                                          </p:val>
                                        </p:tav>
                                      </p:tavLst>
                                    </p:anim>
                                    <p:anim calcmode="lin" valueType="num">
                                      <p:cBhvr additive="base">
                                        <p:cTn id="94" dur="500" fill="hold"/>
                                        <p:tgtEl>
                                          <p:spTgt spid="27"/>
                                        </p:tgtEl>
                                        <p:attrNameLst>
                                          <p:attrName>ppt_y</p:attrName>
                                        </p:attrNameLst>
                                      </p:cBhvr>
                                      <p:tavLst>
                                        <p:tav tm="0">
                                          <p:val>
                                            <p:strVal val="#ppt_y"/>
                                          </p:val>
                                        </p:tav>
                                        <p:tav tm="100000">
                                          <p:val>
                                            <p:strVal val="#ppt_y"/>
                                          </p:val>
                                        </p:tav>
                                      </p:tavLst>
                                    </p:anim>
                                  </p:childTnLst>
                                </p:cTn>
                              </p:par>
                              <p:par>
                                <p:cTn id="95" presetID="2" presetClass="entr" presetSubtype="2" fill="hold" grpId="0" nodeType="withEffect">
                                  <p:stCondLst>
                                    <p:cond delay="0"/>
                                  </p:stCondLst>
                                  <p:childTnLst>
                                    <p:set>
                                      <p:cBhvr>
                                        <p:cTn id="96" dur="1" fill="hold">
                                          <p:stCondLst>
                                            <p:cond delay="0"/>
                                          </p:stCondLst>
                                        </p:cTn>
                                        <p:tgtEl>
                                          <p:spTgt spid="28"/>
                                        </p:tgtEl>
                                        <p:attrNameLst>
                                          <p:attrName>style.visibility</p:attrName>
                                        </p:attrNameLst>
                                      </p:cBhvr>
                                      <p:to>
                                        <p:strVal val="visible"/>
                                      </p:to>
                                    </p:set>
                                    <p:anim calcmode="lin" valueType="num">
                                      <p:cBhvr additive="base">
                                        <p:cTn id="97" dur="500" fill="hold"/>
                                        <p:tgtEl>
                                          <p:spTgt spid="28"/>
                                        </p:tgtEl>
                                        <p:attrNameLst>
                                          <p:attrName>ppt_x</p:attrName>
                                        </p:attrNameLst>
                                      </p:cBhvr>
                                      <p:tavLst>
                                        <p:tav tm="0">
                                          <p:val>
                                            <p:strVal val="1+#ppt_w/2"/>
                                          </p:val>
                                        </p:tav>
                                        <p:tav tm="100000">
                                          <p:val>
                                            <p:strVal val="#ppt_x"/>
                                          </p:val>
                                        </p:tav>
                                      </p:tavLst>
                                    </p:anim>
                                    <p:anim calcmode="lin" valueType="num">
                                      <p:cBhvr additive="base">
                                        <p:cTn id="98" dur="500" fill="hold"/>
                                        <p:tgtEl>
                                          <p:spTgt spid="28"/>
                                        </p:tgtEl>
                                        <p:attrNameLst>
                                          <p:attrName>ppt_y</p:attrName>
                                        </p:attrNameLst>
                                      </p:cBhvr>
                                      <p:tavLst>
                                        <p:tav tm="0">
                                          <p:val>
                                            <p:strVal val="#ppt_y"/>
                                          </p:val>
                                        </p:tav>
                                        <p:tav tm="100000">
                                          <p:val>
                                            <p:strVal val="#ppt_y"/>
                                          </p:val>
                                        </p:tav>
                                      </p:tavLst>
                                    </p:anim>
                                  </p:childTnLst>
                                </p:cTn>
                              </p:par>
                              <p:par>
                                <p:cTn id="99" presetID="2" presetClass="entr" presetSubtype="2" fill="hold" grpId="0" nodeType="withEffect">
                                  <p:stCondLst>
                                    <p:cond delay="0"/>
                                  </p:stCondLst>
                                  <p:childTnLst>
                                    <p:set>
                                      <p:cBhvr>
                                        <p:cTn id="100" dur="1" fill="hold">
                                          <p:stCondLst>
                                            <p:cond delay="0"/>
                                          </p:stCondLst>
                                        </p:cTn>
                                        <p:tgtEl>
                                          <p:spTgt spid="29"/>
                                        </p:tgtEl>
                                        <p:attrNameLst>
                                          <p:attrName>style.visibility</p:attrName>
                                        </p:attrNameLst>
                                      </p:cBhvr>
                                      <p:to>
                                        <p:strVal val="visible"/>
                                      </p:to>
                                    </p:set>
                                    <p:anim calcmode="lin" valueType="num">
                                      <p:cBhvr additive="base">
                                        <p:cTn id="101" dur="500" fill="hold"/>
                                        <p:tgtEl>
                                          <p:spTgt spid="29"/>
                                        </p:tgtEl>
                                        <p:attrNameLst>
                                          <p:attrName>ppt_x</p:attrName>
                                        </p:attrNameLst>
                                      </p:cBhvr>
                                      <p:tavLst>
                                        <p:tav tm="0">
                                          <p:val>
                                            <p:strVal val="1+#ppt_w/2"/>
                                          </p:val>
                                        </p:tav>
                                        <p:tav tm="100000">
                                          <p:val>
                                            <p:strVal val="#ppt_x"/>
                                          </p:val>
                                        </p:tav>
                                      </p:tavLst>
                                    </p:anim>
                                    <p:anim calcmode="lin" valueType="num">
                                      <p:cBhvr additive="base">
                                        <p:cTn id="102" dur="500" fill="hold"/>
                                        <p:tgtEl>
                                          <p:spTgt spid="29"/>
                                        </p:tgtEl>
                                        <p:attrNameLst>
                                          <p:attrName>ppt_y</p:attrName>
                                        </p:attrNameLst>
                                      </p:cBhvr>
                                      <p:tavLst>
                                        <p:tav tm="0">
                                          <p:val>
                                            <p:strVal val="#ppt_y"/>
                                          </p:val>
                                        </p:tav>
                                        <p:tav tm="100000">
                                          <p:val>
                                            <p:strVal val="#ppt_y"/>
                                          </p:val>
                                        </p:tav>
                                      </p:tavLst>
                                    </p:anim>
                                  </p:childTnLst>
                                </p:cTn>
                              </p:par>
                              <p:par>
                                <p:cTn id="103" presetID="2" presetClass="entr" presetSubtype="2" fill="hold" nodeType="withEffect">
                                  <p:stCondLst>
                                    <p:cond delay="0"/>
                                  </p:stCondLst>
                                  <p:childTnLst>
                                    <p:set>
                                      <p:cBhvr>
                                        <p:cTn id="104" dur="1" fill="hold">
                                          <p:stCondLst>
                                            <p:cond delay="0"/>
                                          </p:stCondLst>
                                        </p:cTn>
                                        <p:tgtEl>
                                          <p:spTgt spid="30"/>
                                        </p:tgtEl>
                                        <p:attrNameLst>
                                          <p:attrName>style.visibility</p:attrName>
                                        </p:attrNameLst>
                                      </p:cBhvr>
                                      <p:to>
                                        <p:strVal val="visible"/>
                                      </p:to>
                                    </p:set>
                                    <p:anim calcmode="lin" valueType="num">
                                      <p:cBhvr additive="base">
                                        <p:cTn id="105" dur="500" fill="hold"/>
                                        <p:tgtEl>
                                          <p:spTgt spid="30"/>
                                        </p:tgtEl>
                                        <p:attrNameLst>
                                          <p:attrName>ppt_x</p:attrName>
                                        </p:attrNameLst>
                                      </p:cBhvr>
                                      <p:tavLst>
                                        <p:tav tm="0">
                                          <p:val>
                                            <p:strVal val="1+#ppt_w/2"/>
                                          </p:val>
                                        </p:tav>
                                        <p:tav tm="100000">
                                          <p:val>
                                            <p:strVal val="#ppt_x"/>
                                          </p:val>
                                        </p:tav>
                                      </p:tavLst>
                                    </p:anim>
                                    <p:anim calcmode="lin" valueType="num">
                                      <p:cBhvr additive="base">
                                        <p:cTn id="106" dur="500" fill="hold"/>
                                        <p:tgtEl>
                                          <p:spTgt spid="30"/>
                                        </p:tgtEl>
                                        <p:attrNameLst>
                                          <p:attrName>ppt_y</p:attrName>
                                        </p:attrNameLst>
                                      </p:cBhvr>
                                      <p:tavLst>
                                        <p:tav tm="0">
                                          <p:val>
                                            <p:strVal val="#ppt_y"/>
                                          </p:val>
                                        </p:tav>
                                        <p:tav tm="100000">
                                          <p:val>
                                            <p:strVal val="#ppt_y"/>
                                          </p:val>
                                        </p:tav>
                                      </p:tavLst>
                                    </p:anim>
                                  </p:childTnLst>
                                </p:cTn>
                              </p:par>
                              <p:par>
                                <p:cTn id="107" presetID="2" presetClass="entr" presetSubtype="2" fill="hold" grpId="0" nodeType="withEffect">
                                  <p:stCondLst>
                                    <p:cond delay="0"/>
                                  </p:stCondLst>
                                  <p:childTnLst>
                                    <p:set>
                                      <p:cBhvr>
                                        <p:cTn id="108" dur="1" fill="hold">
                                          <p:stCondLst>
                                            <p:cond delay="0"/>
                                          </p:stCondLst>
                                        </p:cTn>
                                        <p:tgtEl>
                                          <p:spTgt spid="31"/>
                                        </p:tgtEl>
                                        <p:attrNameLst>
                                          <p:attrName>style.visibility</p:attrName>
                                        </p:attrNameLst>
                                      </p:cBhvr>
                                      <p:to>
                                        <p:strVal val="visible"/>
                                      </p:to>
                                    </p:set>
                                    <p:anim calcmode="lin" valueType="num">
                                      <p:cBhvr additive="base">
                                        <p:cTn id="109" dur="500" fill="hold"/>
                                        <p:tgtEl>
                                          <p:spTgt spid="31"/>
                                        </p:tgtEl>
                                        <p:attrNameLst>
                                          <p:attrName>ppt_x</p:attrName>
                                        </p:attrNameLst>
                                      </p:cBhvr>
                                      <p:tavLst>
                                        <p:tav tm="0">
                                          <p:val>
                                            <p:strVal val="1+#ppt_w/2"/>
                                          </p:val>
                                        </p:tav>
                                        <p:tav tm="100000">
                                          <p:val>
                                            <p:strVal val="#ppt_x"/>
                                          </p:val>
                                        </p:tav>
                                      </p:tavLst>
                                    </p:anim>
                                    <p:anim calcmode="lin" valueType="num">
                                      <p:cBhvr additive="base">
                                        <p:cTn id="110" dur="500" fill="hold"/>
                                        <p:tgtEl>
                                          <p:spTgt spid="31"/>
                                        </p:tgtEl>
                                        <p:attrNameLst>
                                          <p:attrName>ppt_y</p:attrName>
                                        </p:attrNameLst>
                                      </p:cBhvr>
                                      <p:tavLst>
                                        <p:tav tm="0">
                                          <p:val>
                                            <p:strVal val="#ppt_y"/>
                                          </p:val>
                                        </p:tav>
                                        <p:tav tm="100000">
                                          <p:val>
                                            <p:strVal val="#ppt_y"/>
                                          </p:val>
                                        </p:tav>
                                      </p:tavLst>
                                    </p:anim>
                                  </p:childTnLst>
                                </p:cTn>
                              </p:par>
                              <p:par>
                                <p:cTn id="111" presetID="2" presetClass="entr" presetSubtype="2" fill="hold" grpId="0" nodeType="withEffect">
                                  <p:stCondLst>
                                    <p:cond delay="0"/>
                                  </p:stCondLst>
                                  <p:childTnLst>
                                    <p:set>
                                      <p:cBhvr>
                                        <p:cTn id="112" dur="1" fill="hold">
                                          <p:stCondLst>
                                            <p:cond delay="0"/>
                                          </p:stCondLst>
                                        </p:cTn>
                                        <p:tgtEl>
                                          <p:spTgt spid="32"/>
                                        </p:tgtEl>
                                        <p:attrNameLst>
                                          <p:attrName>style.visibility</p:attrName>
                                        </p:attrNameLst>
                                      </p:cBhvr>
                                      <p:to>
                                        <p:strVal val="visible"/>
                                      </p:to>
                                    </p:set>
                                    <p:anim calcmode="lin" valueType="num">
                                      <p:cBhvr additive="base">
                                        <p:cTn id="113" dur="500" fill="hold"/>
                                        <p:tgtEl>
                                          <p:spTgt spid="32"/>
                                        </p:tgtEl>
                                        <p:attrNameLst>
                                          <p:attrName>ppt_x</p:attrName>
                                        </p:attrNameLst>
                                      </p:cBhvr>
                                      <p:tavLst>
                                        <p:tav tm="0">
                                          <p:val>
                                            <p:strVal val="1+#ppt_w/2"/>
                                          </p:val>
                                        </p:tav>
                                        <p:tav tm="100000">
                                          <p:val>
                                            <p:strVal val="#ppt_x"/>
                                          </p:val>
                                        </p:tav>
                                      </p:tavLst>
                                    </p:anim>
                                    <p:anim calcmode="lin" valueType="num">
                                      <p:cBhvr additive="base">
                                        <p:cTn id="114" dur="500" fill="hold"/>
                                        <p:tgtEl>
                                          <p:spTgt spid="32"/>
                                        </p:tgtEl>
                                        <p:attrNameLst>
                                          <p:attrName>ppt_y</p:attrName>
                                        </p:attrNameLst>
                                      </p:cBhvr>
                                      <p:tavLst>
                                        <p:tav tm="0">
                                          <p:val>
                                            <p:strVal val="#ppt_y"/>
                                          </p:val>
                                        </p:tav>
                                        <p:tav tm="100000">
                                          <p:val>
                                            <p:strVal val="#ppt_y"/>
                                          </p:val>
                                        </p:tav>
                                      </p:tavLst>
                                    </p:anim>
                                  </p:childTnLst>
                                </p:cTn>
                              </p:par>
                              <p:par>
                                <p:cTn id="115" presetID="2" presetClass="entr" presetSubtype="2" fill="hold" grpId="0" nodeType="withEffect">
                                  <p:stCondLst>
                                    <p:cond delay="0"/>
                                  </p:stCondLst>
                                  <p:childTnLst>
                                    <p:set>
                                      <p:cBhvr>
                                        <p:cTn id="116" dur="1" fill="hold">
                                          <p:stCondLst>
                                            <p:cond delay="0"/>
                                          </p:stCondLst>
                                        </p:cTn>
                                        <p:tgtEl>
                                          <p:spTgt spid="33"/>
                                        </p:tgtEl>
                                        <p:attrNameLst>
                                          <p:attrName>style.visibility</p:attrName>
                                        </p:attrNameLst>
                                      </p:cBhvr>
                                      <p:to>
                                        <p:strVal val="visible"/>
                                      </p:to>
                                    </p:set>
                                    <p:anim calcmode="lin" valueType="num">
                                      <p:cBhvr additive="base">
                                        <p:cTn id="117" dur="500" fill="hold"/>
                                        <p:tgtEl>
                                          <p:spTgt spid="33"/>
                                        </p:tgtEl>
                                        <p:attrNameLst>
                                          <p:attrName>ppt_x</p:attrName>
                                        </p:attrNameLst>
                                      </p:cBhvr>
                                      <p:tavLst>
                                        <p:tav tm="0">
                                          <p:val>
                                            <p:strVal val="1+#ppt_w/2"/>
                                          </p:val>
                                        </p:tav>
                                        <p:tav tm="100000">
                                          <p:val>
                                            <p:strVal val="#ppt_x"/>
                                          </p:val>
                                        </p:tav>
                                      </p:tavLst>
                                    </p:anim>
                                    <p:anim calcmode="lin" valueType="num">
                                      <p:cBhvr additive="base">
                                        <p:cTn id="118" dur="500" fill="hold"/>
                                        <p:tgtEl>
                                          <p:spTgt spid="33"/>
                                        </p:tgtEl>
                                        <p:attrNameLst>
                                          <p:attrName>ppt_y</p:attrName>
                                        </p:attrNameLst>
                                      </p:cBhvr>
                                      <p:tavLst>
                                        <p:tav tm="0">
                                          <p:val>
                                            <p:strVal val="#ppt_y"/>
                                          </p:val>
                                        </p:tav>
                                        <p:tav tm="100000">
                                          <p:val>
                                            <p:strVal val="#ppt_y"/>
                                          </p:val>
                                        </p:tav>
                                      </p:tavLst>
                                    </p:anim>
                                  </p:childTnLst>
                                </p:cTn>
                              </p:par>
                              <p:par>
                                <p:cTn id="119" presetID="2" presetClass="entr" presetSubtype="2" fill="hold" grpId="0" nodeType="withEffect">
                                  <p:stCondLst>
                                    <p:cond delay="0"/>
                                  </p:stCondLst>
                                  <p:childTnLst>
                                    <p:set>
                                      <p:cBhvr>
                                        <p:cTn id="120" dur="1" fill="hold">
                                          <p:stCondLst>
                                            <p:cond delay="0"/>
                                          </p:stCondLst>
                                        </p:cTn>
                                        <p:tgtEl>
                                          <p:spTgt spid="34"/>
                                        </p:tgtEl>
                                        <p:attrNameLst>
                                          <p:attrName>style.visibility</p:attrName>
                                        </p:attrNameLst>
                                      </p:cBhvr>
                                      <p:to>
                                        <p:strVal val="visible"/>
                                      </p:to>
                                    </p:set>
                                    <p:anim calcmode="lin" valueType="num">
                                      <p:cBhvr additive="base">
                                        <p:cTn id="121" dur="500" fill="hold"/>
                                        <p:tgtEl>
                                          <p:spTgt spid="34"/>
                                        </p:tgtEl>
                                        <p:attrNameLst>
                                          <p:attrName>ppt_x</p:attrName>
                                        </p:attrNameLst>
                                      </p:cBhvr>
                                      <p:tavLst>
                                        <p:tav tm="0">
                                          <p:val>
                                            <p:strVal val="1+#ppt_w/2"/>
                                          </p:val>
                                        </p:tav>
                                        <p:tav tm="100000">
                                          <p:val>
                                            <p:strVal val="#ppt_x"/>
                                          </p:val>
                                        </p:tav>
                                      </p:tavLst>
                                    </p:anim>
                                    <p:anim calcmode="lin" valueType="num">
                                      <p:cBhvr additive="base">
                                        <p:cTn id="122" dur="500" fill="hold"/>
                                        <p:tgtEl>
                                          <p:spTgt spid="34"/>
                                        </p:tgtEl>
                                        <p:attrNameLst>
                                          <p:attrName>ppt_y</p:attrName>
                                        </p:attrNameLst>
                                      </p:cBhvr>
                                      <p:tavLst>
                                        <p:tav tm="0">
                                          <p:val>
                                            <p:strVal val="#ppt_y"/>
                                          </p:val>
                                        </p:tav>
                                        <p:tav tm="100000">
                                          <p:val>
                                            <p:strVal val="#ppt_y"/>
                                          </p:val>
                                        </p:tav>
                                      </p:tavLst>
                                    </p:anim>
                                  </p:childTnLst>
                                </p:cTn>
                              </p:par>
                              <p:par>
                                <p:cTn id="123" presetID="2" presetClass="entr" presetSubtype="2" fill="hold" grpId="0" nodeType="withEffect">
                                  <p:stCondLst>
                                    <p:cond delay="0"/>
                                  </p:stCondLst>
                                  <p:childTnLst>
                                    <p:set>
                                      <p:cBhvr>
                                        <p:cTn id="124" dur="1" fill="hold">
                                          <p:stCondLst>
                                            <p:cond delay="0"/>
                                          </p:stCondLst>
                                        </p:cTn>
                                        <p:tgtEl>
                                          <p:spTgt spid="35"/>
                                        </p:tgtEl>
                                        <p:attrNameLst>
                                          <p:attrName>style.visibility</p:attrName>
                                        </p:attrNameLst>
                                      </p:cBhvr>
                                      <p:to>
                                        <p:strVal val="visible"/>
                                      </p:to>
                                    </p:set>
                                    <p:anim calcmode="lin" valueType="num">
                                      <p:cBhvr additive="base">
                                        <p:cTn id="125" dur="500" fill="hold"/>
                                        <p:tgtEl>
                                          <p:spTgt spid="35"/>
                                        </p:tgtEl>
                                        <p:attrNameLst>
                                          <p:attrName>ppt_x</p:attrName>
                                        </p:attrNameLst>
                                      </p:cBhvr>
                                      <p:tavLst>
                                        <p:tav tm="0">
                                          <p:val>
                                            <p:strVal val="1+#ppt_w/2"/>
                                          </p:val>
                                        </p:tav>
                                        <p:tav tm="100000">
                                          <p:val>
                                            <p:strVal val="#ppt_x"/>
                                          </p:val>
                                        </p:tav>
                                      </p:tavLst>
                                    </p:anim>
                                    <p:anim calcmode="lin" valueType="num">
                                      <p:cBhvr additive="base">
                                        <p:cTn id="126" dur="500" fill="hold"/>
                                        <p:tgtEl>
                                          <p:spTgt spid="35"/>
                                        </p:tgtEl>
                                        <p:attrNameLst>
                                          <p:attrName>ppt_y</p:attrName>
                                        </p:attrNameLst>
                                      </p:cBhvr>
                                      <p:tavLst>
                                        <p:tav tm="0">
                                          <p:val>
                                            <p:strVal val="#ppt_y"/>
                                          </p:val>
                                        </p:tav>
                                        <p:tav tm="100000">
                                          <p:val>
                                            <p:strVal val="#ppt_y"/>
                                          </p:val>
                                        </p:tav>
                                      </p:tavLst>
                                    </p:anim>
                                  </p:childTnLst>
                                </p:cTn>
                              </p:par>
                              <p:par>
                                <p:cTn id="127" presetID="2" presetClass="entr" presetSubtype="2" fill="hold" grpId="0" nodeType="withEffect">
                                  <p:stCondLst>
                                    <p:cond delay="0"/>
                                  </p:stCondLst>
                                  <p:childTnLst>
                                    <p:set>
                                      <p:cBhvr>
                                        <p:cTn id="128" dur="1" fill="hold">
                                          <p:stCondLst>
                                            <p:cond delay="0"/>
                                          </p:stCondLst>
                                        </p:cTn>
                                        <p:tgtEl>
                                          <p:spTgt spid="36"/>
                                        </p:tgtEl>
                                        <p:attrNameLst>
                                          <p:attrName>style.visibility</p:attrName>
                                        </p:attrNameLst>
                                      </p:cBhvr>
                                      <p:to>
                                        <p:strVal val="visible"/>
                                      </p:to>
                                    </p:set>
                                    <p:anim calcmode="lin" valueType="num">
                                      <p:cBhvr additive="base">
                                        <p:cTn id="129" dur="500" fill="hold"/>
                                        <p:tgtEl>
                                          <p:spTgt spid="36"/>
                                        </p:tgtEl>
                                        <p:attrNameLst>
                                          <p:attrName>ppt_x</p:attrName>
                                        </p:attrNameLst>
                                      </p:cBhvr>
                                      <p:tavLst>
                                        <p:tav tm="0">
                                          <p:val>
                                            <p:strVal val="1+#ppt_w/2"/>
                                          </p:val>
                                        </p:tav>
                                        <p:tav tm="100000">
                                          <p:val>
                                            <p:strVal val="#ppt_x"/>
                                          </p:val>
                                        </p:tav>
                                      </p:tavLst>
                                    </p:anim>
                                    <p:anim calcmode="lin" valueType="num">
                                      <p:cBhvr additive="base">
                                        <p:cTn id="130" dur="500" fill="hold"/>
                                        <p:tgtEl>
                                          <p:spTgt spid="36"/>
                                        </p:tgtEl>
                                        <p:attrNameLst>
                                          <p:attrName>ppt_y</p:attrName>
                                        </p:attrNameLst>
                                      </p:cBhvr>
                                      <p:tavLst>
                                        <p:tav tm="0">
                                          <p:val>
                                            <p:strVal val="#ppt_y"/>
                                          </p:val>
                                        </p:tav>
                                        <p:tav tm="100000">
                                          <p:val>
                                            <p:strVal val="#ppt_y"/>
                                          </p:val>
                                        </p:tav>
                                      </p:tavLst>
                                    </p:anim>
                                  </p:childTnLst>
                                </p:cTn>
                              </p:par>
                              <p:par>
                                <p:cTn id="131" presetID="2" presetClass="entr" presetSubtype="2" fill="hold" nodeType="withEffect">
                                  <p:stCondLst>
                                    <p:cond delay="0"/>
                                  </p:stCondLst>
                                  <p:childTnLst>
                                    <p:set>
                                      <p:cBhvr>
                                        <p:cTn id="132" dur="1" fill="hold">
                                          <p:stCondLst>
                                            <p:cond delay="0"/>
                                          </p:stCondLst>
                                        </p:cTn>
                                        <p:tgtEl>
                                          <p:spTgt spid="37"/>
                                        </p:tgtEl>
                                        <p:attrNameLst>
                                          <p:attrName>style.visibility</p:attrName>
                                        </p:attrNameLst>
                                      </p:cBhvr>
                                      <p:to>
                                        <p:strVal val="visible"/>
                                      </p:to>
                                    </p:set>
                                    <p:anim calcmode="lin" valueType="num">
                                      <p:cBhvr additive="base">
                                        <p:cTn id="133" dur="500" fill="hold"/>
                                        <p:tgtEl>
                                          <p:spTgt spid="37"/>
                                        </p:tgtEl>
                                        <p:attrNameLst>
                                          <p:attrName>ppt_x</p:attrName>
                                        </p:attrNameLst>
                                      </p:cBhvr>
                                      <p:tavLst>
                                        <p:tav tm="0">
                                          <p:val>
                                            <p:strVal val="1+#ppt_w/2"/>
                                          </p:val>
                                        </p:tav>
                                        <p:tav tm="100000">
                                          <p:val>
                                            <p:strVal val="#ppt_x"/>
                                          </p:val>
                                        </p:tav>
                                      </p:tavLst>
                                    </p:anim>
                                    <p:anim calcmode="lin" valueType="num">
                                      <p:cBhvr additive="base">
                                        <p:cTn id="134" dur="500" fill="hold"/>
                                        <p:tgtEl>
                                          <p:spTgt spid="37"/>
                                        </p:tgtEl>
                                        <p:attrNameLst>
                                          <p:attrName>ppt_y</p:attrName>
                                        </p:attrNameLst>
                                      </p:cBhvr>
                                      <p:tavLst>
                                        <p:tav tm="0">
                                          <p:val>
                                            <p:strVal val="#ppt_y"/>
                                          </p:val>
                                        </p:tav>
                                        <p:tav tm="100000">
                                          <p:val>
                                            <p:strVal val="#ppt_y"/>
                                          </p:val>
                                        </p:tav>
                                      </p:tavLst>
                                    </p:anim>
                                  </p:childTnLst>
                                </p:cTn>
                              </p:par>
                              <p:par>
                                <p:cTn id="135" presetID="2" presetClass="entr" presetSubtype="2" fill="hold" grpId="0" nodeType="withEffect">
                                  <p:stCondLst>
                                    <p:cond delay="0"/>
                                  </p:stCondLst>
                                  <p:childTnLst>
                                    <p:set>
                                      <p:cBhvr>
                                        <p:cTn id="136" dur="1" fill="hold">
                                          <p:stCondLst>
                                            <p:cond delay="0"/>
                                          </p:stCondLst>
                                        </p:cTn>
                                        <p:tgtEl>
                                          <p:spTgt spid="38"/>
                                        </p:tgtEl>
                                        <p:attrNameLst>
                                          <p:attrName>style.visibility</p:attrName>
                                        </p:attrNameLst>
                                      </p:cBhvr>
                                      <p:to>
                                        <p:strVal val="visible"/>
                                      </p:to>
                                    </p:set>
                                    <p:anim calcmode="lin" valueType="num">
                                      <p:cBhvr additive="base">
                                        <p:cTn id="137" dur="500" fill="hold"/>
                                        <p:tgtEl>
                                          <p:spTgt spid="38"/>
                                        </p:tgtEl>
                                        <p:attrNameLst>
                                          <p:attrName>ppt_x</p:attrName>
                                        </p:attrNameLst>
                                      </p:cBhvr>
                                      <p:tavLst>
                                        <p:tav tm="0">
                                          <p:val>
                                            <p:strVal val="1+#ppt_w/2"/>
                                          </p:val>
                                        </p:tav>
                                        <p:tav tm="100000">
                                          <p:val>
                                            <p:strVal val="#ppt_x"/>
                                          </p:val>
                                        </p:tav>
                                      </p:tavLst>
                                    </p:anim>
                                    <p:anim calcmode="lin" valueType="num">
                                      <p:cBhvr additive="base">
                                        <p:cTn id="138" dur="500" fill="hold"/>
                                        <p:tgtEl>
                                          <p:spTgt spid="38"/>
                                        </p:tgtEl>
                                        <p:attrNameLst>
                                          <p:attrName>ppt_y</p:attrName>
                                        </p:attrNameLst>
                                      </p:cBhvr>
                                      <p:tavLst>
                                        <p:tav tm="0">
                                          <p:val>
                                            <p:strVal val="#ppt_y"/>
                                          </p:val>
                                        </p:tav>
                                        <p:tav tm="100000">
                                          <p:val>
                                            <p:strVal val="#ppt_y"/>
                                          </p:val>
                                        </p:tav>
                                      </p:tavLst>
                                    </p:anim>
                                  </p:childTnLst>
                                </p:cTn>
                              </p:par>
                              <p:par>
                                <p:cTn id="139" presetID="2" presetClass="entr" presetSubtype="2" fill="hold" grpId="0" nodeType="withEffect">
                                  <p:stCondLst>
                                    <p:cond delay="0"/>
                                  </p:stCondLst>
                                  <p:childTnLst>
                                    <p:set>
                                      <p:cBhvr>
                                        <p:cTn id="140" dur="1" fill="hold">
                                          <p:stCondLst>
                                            <p:cond delay="0"/>
                                          </p:stCondLst>
                                        </p:cTn>
                                        <p:tgtEl>
                                          <p:spTgt spid="39"/>
                                        </p:tgtEl>
                                        <p:attrNameLst>
                                          <p:attrName>style.visibility</p:attrName>
                                        </p:attrNameLst>
                                      </p:cBhvr>
                                      <p:to>
                                        <p:strVal val="visible"/>
                                      </p:to>
                                    </p:set>
                                    <p:anim calcmode="lin" valueType="num">
                                      <p:cBhvr additive="base">
                                        <p:cTn id="141" dur="500" fill="hold"/>
                                        <p:tgtEl>
                                          <p:spTgt spid="39"/>
                                        </p:tgtEl>
                                        <p:attrNameLst>
                                          <p:attrName>ppt_x</p:attrName>
                                        </p:attrNameLst>
                                      </p:cBhvr>
                                      <p:tavLst>
                                        <p:tav tm="0">
                                          <p:val>
                                            <p:strVal val="1+#ppt_w/2"/>
                                          </p:val>
                                        </p:tav>
                                        <p:tav tm="100000">
                                          <p:val>
                                            <p:strVal val="#ppt_x"/>
                                          </p:val>
                                        </p:tav>
                                      </p:tavLst>
                                    </p:anim>
                                    <p:anim calcmode="lin" valueType="num">
                                      <p:cBhvr additive="base">
                                        <p:cTn id="142" dur="500" fill="hold"/>
                                        <p:tgtEl>
                                          <p:spTgt spid="39"/>
                                        </p:tgtEl>
                                        <p:attrNameLst>
                                          <p:attrName>ppt_y</p:attrName>
                                        </p:attrNameLst>
                                      </p:cBhvr>
                                      <p:tavLst>
                                        <p:tav tm="0">
                                          <p:val>
                                            <p:strVal val="#ppt_y"/>
                                          </p:val>
                                        </p:tav>
                                        <p:tav tm="100000">
                                          <p:val>
                                            <p:strVal val="#ppt_y"/>
                                          </p:val>
                                        </p:tav>
                                      </p:tavLst>
                                    </p:anim>
                                  </p:childTnLst>
                                </p:cTn>
                              </p:par>
                              <p:par>
                                <p:cTn id="143" presetID="2" presetClass="entr" presetSubtype="2" fill="hold" grpId="0" nodeType="withEffect">
                                  <p:stCondLst>
                                    <p:cond delay="0"/>
                                  </p:stCondLst>
                                  <p:childTnLst>
                                    <p:set>
                                      <p:cBhvr>
                                        <p:cTn id="144" dur="1" fill="hold">
                                          <p:stCondLst>
                                            <p:cond delay="0"/>
                                          </p:stCondLst>
                                        </p:cTn>
                                        <p:tgtEl>
                                          <p:spTgt spid="40"/>
                                        </p:tgtEl>
                                        <p:attrNameLst>
                                          <p:attrName>style.visibility</p:attrName>
                                        </p:attrNameLst>
                                      </p:cBhvr>
                                      <p:to>
                                        <p:strVal val="visible"/>
                                      </p:to>
                                    </p:set>
                                    <p:anim calcmode="lin" valueType="num">
                                      <p:cBhvr additive="base">
                                        <p:cTn id="145" dur="500" fill="hold"/>
                                        <p:tgtEl>
                                          <p:spTgt spid="40"/>
                                        </p:tgtEl>
                                        <p:attrNameLst>
                                          <p:attrName>ppt_x</p:attrName>
                                        </p:attrNameLst>
                                      </p:cBhvr>
                                      <p:tavLst>
                                        <p:tav tm="0">
                                          <p:val>
                                            <p:strVal val="1+#ppt_w/2"/>
                                          </p:val>
                                        </p:tav>
                                        <p:tav tm="100000">
                                          <p:val>
                                            <p:strVal val="#ppt_x"/>
                                          </p:val>
                                        </p:tav>
                                      </p:tavLst>
                                    </p:anim>
                                    <p:anim calcmode="lin" valueType="num">
                                      <p:cBhvr additive="base">
                                        <p:cTn id="146" dur="500" fill="hold"/>
                                        <p:tgtEl>
                                          <p:spTgt spid="4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0" grpId="0" animBg="1"/>
      <p:bldP spid="11" grpId="0" animBg="1"/>
      <p:bldP spid="12" grpId="0" animBg="1"/>
      <p:bldP spid="13" grpId="0" animBg="1"/>
      <p:bldP spid="14" grpId="0" animBg="1"/>
      <p:bldP spid="15" grpId="0" animBg="1"/>
      <p:bldP spid="17" grpId="0" animBg="1"/>
      <p:bldP spid="18" grpId="0" animBg="1"/>
      <p:bldP spid="19" grpId="0" animBg="1"/>
      <p:bldP spid="20" grpId="0" animBg="1"/>
      <p:bldP spid="21" grpId="0" animBg="1"/>
      <p:bldP spid="22" grpId="0" animBg="1"/>
      <p:bldP spid="24" grpId="0" animBg="1"/>
      <p:bldP spid="25" grpId="0" animBg="1"/>
      <p:bldP spid="26" grpId="0" animBg="1"/>
      <p:bldP spid="27" grpId="0" animBg="1"/>
      <p:bldP spid="28" grpId="0" animBg="1"/>
      <p:bldP spid="29" grpId="0" animBg="1"/>
      <p:bldP spid="31" grpId="0" animBg="1"/>
      <p:bldP spid="32" grpId="0" animBg="1"/>
      <p:bldP spid="33" grpId="0" animBg="1"/>
      <p:bldP spid="34" grpId="0" animBg="1"/>
      <p:bldP spid="35" grpId="0" animBg="1"/>
      <p:bldP spid="36" grpId="0" animBg="1"/>
      <p:bldP spid="38" grpId="0" animBg="1"/>
      <p:bldP spid="39" grpId="0" animBg="1"/>
      <p:bldP spid="4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43" name="Google Shape;105;p27">
            <a:extLst>
              <a:ext uri="{FF2B5EF4-FFF2-40B4-BE49-F238E27FC236}">
                <a16:creationId xmlns:a16="http://schemas.microsoft.com/office/drawing/2014/main" id="{D01DA9EF-45BD-31D6-B2E3-9CB368C7F804}"/>
              </a:ext>
            </a:extLst>
          </p:cNvPr>
          <p:cNvSpPr/>
          <p:nvPr/>
        </p:nvSpPr>
        <p:spPr>
          <a:xfrm rot="5400000">
            <a:off x="-660076" y="646210"/>
            <a:ext cx="2201895" cy="881743"/>
          </a:xfrm>
          <a:prstGeom prst="triangle">
            <a:avLst>
              <a:gd name="adj" fmla="val 50411"/>
            </a:avLst>
          </a:prstGeom>
          <a:solidFill>
            <a:schemeClr val="accent1">
              <a:lumMod val="75000"/>
            </a:schemeClr>
          </a:solidFill>
          <a:ln/>
        </p:spPr>
        <p:style>
          <a:lnRef idx="2">
            <a:schemeClr val="accent1"/>
          </a:lnRef>
          <a:fillRef idx="1">
            <a:schemeClr val="lt1"/>
          </a:fillRef>
          <a:effectRef idx="0">
            <a:schemeClr val="accent1"/>
          </a:effectRef>
          <a:fontRef idx="minor">
            <a:schemeClr val="dk1"/>
          </a:fontRef>
        </p:style>
        <p:txBody>
          <a:bodyPr spcFirstLastPara="1" wrap="square" lIns="121900" tIns="121900" rIns="121900" bIns="121900" anchor="ctr" anchorCtr="0">
            <a:noAutofit/>
          </a:bodyPr>
          <a:lstStyle/>
          <a:p>
            <a:endParaRPr sz="2400"/>
          </a:p>
        </p:txBody>
      </p:sp>
      <p:sp>
        <p:nvSpPr>
          <p:cNvPr id="44" name="Google Shape;105;p27">
            <a:extLst>
              <a:ext uri="{FF2B5EF4-FFF2-40B4-BE49-F238E27FC236}">
                <a16:creationId xmlns:a16="http://schemas.microsoft.com/office/drawing/2014/main" id="{CF629417-67D2-3E25-EE6A-69B17266496E}"/>
              </a:ext>
            </a:extLst>
          </p:cNvPr>
          <p:cNvSpPr/>
          <p:nvPr/>
        </p:nvSpPr>
        <p:spPr>
          <a:xfrm rot="16200000">
            <a:off x="10650181" y="5330638"/>
            <a:ext cx="2201895" cy="881743"/>
          </a:xfrm>
          <a:prstGeom prst="triangle">
            <a:avLst>
              <a:gd name="adj" fmla="val 50411"/>
            </a:avLst>
          </a:prstGeom>
          <a:solidFill>
            <a:schemeClr val="accent1">
              <a:lumMod val="75000"/>
            </a:schemeClr>
          </a:solidFill>
          <a:ln>
            <a:solidFill>
              <a:schemeClr val="accent1"/>
            </a:solidFill>
          </a:ln>
        </p:spPr>
        <p:txBody>
          <a:bodyPr spcFirstLastPara="1" wrap="square" lIns="121900" tIns="121900" rIns="121900" bIns="121900" anchor="ctr" anchorCtr="0">
            <a:noAutofit/>
          </a:bodyPr>
          <a:lstStyle/>
          <a:p>
            <a:endParaRPr sz="2400"/>
          </a:p>
        </p:txBody>
      </p:sp>
      <p:sp>
        <p:nvSpPr>
          <p:cNvPr id="2" name="Shape 0"/>
          <p:cNvSpPr/>
          <p:nvPr/>
        </p:nvSpPr>
        <p:spPr>
          <a:xfrm>
            <a:off x="548640" y="502920"/>
            <a:ext cx="164592" cy="164592"/>
          </a:xfrm>
          <a:prstGeom prst="rect">
            <a:avLst/>
          </a:prstGeom>
          <a:solidFill>
            <a:srgbClr val="06B6D4"/>
          </a:solidFill>
          <a:ln w="12700">
            <a:solidFill>
              <a:srgbClr val="06B6D4"/>
            </a:solidFill>
            <a:prstDash val="solid"/>
          </a:ln>
        </p:spPr>
        <p:txBody>
          <a:bodyPr/>
          <a:lstStyle/>
          <a:p>
            <a:endParaRPr lang="fr-FR"/>
          </a:p>
        </p:txBody>
      </p:sp>
      <p:sp>
        <p:nvSpPr>
          <p:cNvPr id="3" name="Text 1"/>
          <p:cNvSpPr/>
          <p:nvPr/>
        </p:nvSpPr>
        <p:spPr>
          <a:xfrm>
            <a:off x="777240" y="411480"/>
            <a:ext cx="2011680" cy="320040"/>
          </a:xfrm>
          <a:prstGeom prst="rect">
            <a:avLst/>
          </a:prstGeom>
          <a:noFill/>
          <a:ln/>
        </p:spPr>
        <p:txBody>
          <a:bodyPr wrap="square" rtlCol="0" anchor="ctr"/>
          <a:lstStyle/>
          <a:p>
            <a:pPr marL="0" indent="0">
              <a:buNone/>
            </a:pPr>
            <a:r>
              <a:rPr lang="en-US" sz="1100" b="1" kern="0" spc="200" dirty="0">
                <a:solidFill>
                  <a:srgbClr val="0F172A"/>
                </a:solidFill>
                <a:latin typeface="Calibri" pitchFamily="34" charset="0"/>
                <a:ea typeface="Calibri" pitchFamily="34" charset="-122"/>
                <a:cs typeface="Calibri" pitchFamily="34" charset="-120"/>
              </a:rPr>
              <a:t>Syndic IA</a:t>
            </a:r>
            <a:endParaRPr lang="en-US" sz="1100" dirty="0"/>
          </a:p>
        </p:txBody>
      </p:sp>
      <p:sp>
        <p:nvSpPr>
          <p:cNvPr id="4" name="Text 2"/>
          <p:cNvSpPr/>
          <p:nvPr/>
        </p:nvSpPr>
        <p:spPr>
          <a:xfrm>
            <a:off x="548640" y="914400"/>
            <a:ext cx="5486400" cy="320040"/>
          </a:xfrm>
          <a:prstGeom prst="rect">
            <a:avLst/>
          </a:prstGeom>
          <a:noFill/>
          <a:ln/>
        </p:spPr>
        <p:txBody>
          <a:bodyPr wrap="square" rtlCol="0" anchor="ctr"/>
          <a:lstStyle/>
          <a:p>
            <a:pPr marL="0" indent="0">
              <a:buNone/>
            </a:pPr>
            <a:r>
              <a:rPr lang="en-US" sz="1200" b="1" kern="0" spc="400" dirty="0">
                <a:solidFill>
                  <a:srgbClr val="06B6D4"/>
                </a:solidFill>
                <a:latin typeface="Calibri" pitchFamily="34" charset="0"/>
                <a:ea typeface="Calibri" pitchFamily="34" charset="-122"/>
                <a:cs typeface="Calibri" pitchFamily="34" charset="-120"/>
              </a:rPr>
              <a:t>03 · OBJECTIFS</a:t>
            </a:r>
            <a:endParaRPr lang="en-US" sz="1200" dirty="0"/>
          </a:p>
        </p:txBody>
      </p:sp>
      <p:sp>
        <p:nvSpPr>
          <p:cNvPr id="5" name="Text 3"/>
          <p:cNvSpPr/>
          <p:nvPr/>
        </p:nvSpPr>
        <p:spPr>
          <a:xfrm>
            <a:off x="548640" y="1234440"/>
            <a:ext cx="10972800" cy="822960"/>
          </a:xfrm>
          <a:prstGeom prst="rect">
            <a:avLst/>
          </a:prstGeom>
          <a:noFill/>
          <a:ln/>
        </p:spPr>
        <p:txBody>
          <a:bodyPr wrap="square" lIns="0" tIns="0" rIns="0" bIns="0" rtlCol="0" anchor="ctr"/>
          <a:lstStyle/>
          <a:p>
            <a:pPr marL="0" indent="0">
              <a:buNone/>
            </a:pPr>
            <a:r>
              <a:rPr lang="en-US" sz="3600" b="1" dirty="0">
                <a:solidFill>
                  <a:srgbClr val="0F172A"/>
                </a:solidFill>
                <a:latin typeface="Georgia" pitchFamily="34" charset="0"/>
                <a:ea typeface="Georgia" pitchFamily="34" charset="-122"/>
                <a:cs typeface="Georgia" pitchFamily="34" charset="-120"/>
              </a:rPr>
              <a:t>Ce que le projet doit accomplir</a:t>
            </a:r>
            <a:endParaRPr lang="en-US" sz="3600" dirty="0"/>
          </a:p>
        </p:txBody>
      </p:sp>
      <p:sp>
        <p:nvSpPr>
          <p:cNvPr id="6" name="Shape 4"/>
          <p:cNvSpPr/>
          <p:nvPr/>
        </p:nvSpPr>
        <p:spPr>
          <a:xfrm>
            <a:off x="548640" y="2331720"/>
            <a:ext cx="3703320" cy="2011680"/>
          </a:xfrm>
          <a:prstGeom prst="rect">
            <a:avLst/>
          </a:prstGeom>
          <a:solidFill>
            <a:srgbClr val="FFFFFF"/>
          </a:solidFill>
          <a:ln w="12700">
            <a:solidFill>
              <a:srgbClr val="E2E8F0"/>
            </a:solidFill>
            <a:prstDash val="solid"/>
          </a:ln>
          <a:effectLst>
            <a:outerShdw blurRad="127000" dist="38100" dir="5400000" algn="bl" rotWithShape="0">
              <a:srgbClr val="0F172A">
                <a:alpha val="8000"/>
              </a:srgbClr>
            </a:outerShdw>
          </a:effectLst>
        </p:spPr>
        <p:txBody>
          <a:bodyPr/>
          <a:lstStyle/>
          <a:p>
            <a:endParaRPr lang="fr-FR"/>
          </a:p>
        </p:txBody>
      </p:sp>
      <p:sp>
        <p:nvSpPr>
          <p:cNvPr id="7" name="Shape 5"/>
          <p:cNvSpPr/>
          <p:nvPr/>
        </p:nvSpPr>
        <p:spPr>
          <a:xfrm>
            <a:off x="822960" y="2606040"/>
            <a:ext cx="777240" cy="777240"/>
          </a:xfrm>
          <a:prstGeom prst="roundRect">
            <a:avLst>
              <a:gd name="adj" fmla="val 21176"/>
            </a:avLst>
          </a:prstGeom>
          <a:solidFill>
            <a:srgbClr val="1E3A8A"/>
          </a:solidFill>
          <a:ln w="12700">
            <a:solidFill>
              <a:srgbClr val="1E3A8A"/>
            </a:solidFill>
            <a:prstDash val="solid"/>
          </a:ln>
        </p:spPr>
        <p:txBody>
          <a:bodyPr/>
          <a:lstStyle/>
          <a:p>
            <a:endParaRPr lang="fr-FR"/>
          </a:p>
        </p:txBody>
      </p:sp>
      <p:pic>
        <p:nvPicPr>
          <p:cNvPr id="8" name="Image 0" descr="preencoded.png"/>
          <p:cNvPicPr>
            <a:picLocks noChangeAspect="1"/>
          </p:cNvPicPr>
          <p:nvPr/>
        </p:nvPicPr>
        <p:blipFill>
          <a:blip r:embed="rId3"/>
          <a:stretch>
            <a:fillRect/>
          </a:stretch>
        </p:blipFill>
        <p:spPr>
          <a:xfrm>
            <a:off x="969264" y="2752344"/>
            <a:ext cx="484632" cy="484632"/>
          </a:xfrm>
          <a:prstGeom prst="rect">
            <a:avLst/>
          </a:prstGeom>
        </p:spPr>
      </p:pic>
      <p:sp>
        <p:nvSpPr>
          <p:cNvPr id="9" name="Text 6"/>
          <p:cNvSpPr/>
          <p:nvPr/>
        </p:nvSpPr>
        <p:spPr>
          <a:xfrm>
            <a:off x="1737360" y="2606040"/>
            <a:ext cx="2286000" cy="274320"/>
          </a:xfrm>
          <a:prstGeom prst="rect">
            <a:avLst/>
          </a:prstGeom>
          <a:noFill/>
          <a:ln/>
        </p:spPr>
        <p:txBody>
          <a:bodyPr wrap="square" lIns="0" tIns="0" rIns="0" bIns="0" rtlCol="0" anchor="ctr"/>
          <a:lstStyle/>
          <a:p>
            <a:pPr marL="0" indent="0">
              <a:buNone/>
            </a:pPr>
            <a:r>
              <a:rPr lang="en-US" sz="1000" b="1" kern="0" spc="400" dirty="0">
                <a:solidFill>
                  <a:srgbClr val="06B6D4"/>
                </a:solidFill>
                <a:latin typeface="Calibri" pitchFamily="34" charset="0"/>
                <a:ea typeface="Calibri" pitchFamily="34" charset="-122"/>
                <a:cs typeface="Calibri" pitchFamily="34" charset="-120"/>
              </a:rPr>
              <a:t>Objectif 1</a:t>
            </a:r>
            <a:endParaRPr lang="en-US" sz="1000" dirty="0"/>
          </a:p>
        </p:txBody>
      </p:sp>
      <p:sp>
        <p:nvSpPr>
          <p:cNvPr id="10" name="Text 7"/>
          <p:cNvSpPr/>
          <p:nvPr/>
        </p:nvSpPr>
        <p:spPr>
          <a:xfrm>
            <a:off x="1737360" y="2880360"/>
            <a:ext cx="2331720" cy="502920"/>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Automatiser la réception</a:t>
            </a:r>
            <a:endParaRPr lang="en-US" sz="1700" dirty="0"/>
          </a:p>
        </p:txBody>
      </p:sp>
      <p:sp>
        <p:nvSpPr>
          <p:cNvPr id="11" name="Text 8"/>
          <p:cNvSpPr/>
          <p:nvPr/>
        </p:nvSpPr>
        <p:spPr>
          <a:xfrm>
            <a:off x="822960" y="3566160"/>
            <a:ext cx="3154680" cy="64008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Réclamations captées via WhatsApp en continu.</a:t>
            </a:r>
            <a:endParaRPr lang="en-US" sz="1200" dirty="0"/>
          </a:p>
        </p:txBody>
      </p:sp>
      <p:sp>
        <p:nvSpPr>
          <p:cNvPr id="12" name="Shape 9"/>
          <p:cNvSpPr/>
          <p:nvPr/>
        </p:nvSpPr>
        <p:spPr>
          <a:xfrm>
            <a:off x="4398264" y="2331720"/>
            <a:ext cx="3703320" cy="2011680"/>
          </a:xfrm>
          <a:prstGeom prst="rect">
            <a:avLst/>
          </a:prstGeom>
          <a:solidFill>
            <a:srgbClr val="FFFFFF"/>
          </a:solidFill>
          <a:ln w="12700">
            <a:solidFill>
              <a:srgbClr val="E2E8F0"/>
            </a:solidFill>
            <a:prstDash val="solid"/>
          </a:ln>
          <a:effectLst>
            <a:outerShdw blurRad="127000" dist="38100" dir="5400000" algn="bl" rotWithShape="0">
              <a:srgbClr val="0F172A">
                <a:alpha val="8000"/>
              </a:srgbClr>
            </a:outerShdw>
          </a:effectLst>
        </p:spPr>
        <p:txBody>
          <a:bodyPr/>
          <a:lstStyle/>
          <a:p>
            <a:endParaRPr lang="fr-FR"/>
          </a:p>
        </p:txBody>
      </p:sp>
      <p:sp>
        <p:nvSpPr>
          <p:cNvPr id="13" name="Shape 10"/>
          <p:cNvSpPr/>
          <p:nvPr/>
        </p:nvSpPr>
        <p:spPr>
          <a:xfrm>
            <a:off x="4672584" y="2606040"/>
            <a:ext cx="777240" cy="777240"/>
          </a:xfrm>
          <a:prstGeom prst="roundRect">
            <a:avLst>
              <a:gd name="adj" fmla="val 21176"/>
            </a:avLst>
          </a:prstGeom>
          <a:solidFill>
            <a:srgbClr val="1E3A8A"/>
          </a:solidFill>
          <a:ln w="12700">
            <a:solidFill>
              <a:srgbClr val="1E3A8A"/>
            </a:solidFill>
            <a:prstDash val="solid"/>
          </a:ln>
        </p:spPr>
        <p:txBody>
          <a:bodyPr/>
          <a:lstStyle/>
          <a:p>
            <a:endParaRPr lang="fr-FR"/>
          </a:p>
        </p:txBody>
      </p:sp>
      <p:pic>
        <p:nvPicPr>
          <p:cNvPr id="14" name="Image 1" descr="preencoded.png"/>
          <p:cNvPicPr>
            <a:picLocks noChangeAspect="1"/>
          </p:cNvPicPr>
          <p:nvPr/>
        </p:nvPicPr>
        <p:blipFill>
          <a:blip r:embed="rId4"/>
          <a:stretch>
            <a:fillRect/>
          </a:stretch>
        </p:blipFill>
        <p:spPr>
          <a:xfrm>
            <a:off x="4818888" y="2752344"/>
            <a:ext cx="484632" cy="484632"/>
          </a:xfrm>
          <a:prstGeom prst="rect">
            <a:avLst/>
          </a:prstGeom>
        </p:spPr>
      </p:pic>
      <p:sp>
        <p:nvSpPr>
          <p:cNvPr id="15" name="Text 11"/>
          <p:cNvSpPr/>
          <p:nvPr/>
        </p:nvSpPr>
        <p:spPr>
          <a:xfrm>
            <a:off x="5586984" y="2606040"/>
            <a:ext cx="2286000" cy="274320"/>
          </a:xfrm>
          <a:prstGeom prst="rect">
            <a:avLst/>
          </a:prstGeom>
          <a:noFill/>
          <a:ln/>
        </p:spPr>
        <p:txBody>
          <a:bodyPr wrap="square" lIns="0" tIns="0" rIns="0" bIns="0" rtlCol="0" anchor="ctr"/>
          <a:lstStyle/>
          <a:p>
            <a:pPr marL="0" indent="0">
              <a:buNone/>
            </a:pPr>
            <a:r>
              <a:rPr lang="en-US" sz="1000" b="1" kern="0" spc="400" dirty="0">
                <a:solidFill>
                  <a:srgbClr val="06B6D4"/>
                </a:solidFill>
                <a:latin typeface="Calibri" pitchFamily="34" charset="0"/>
                <a:ea typeface="Calibri" pitchFamily="34" charset="-122"/>
                <a:cs typeface="Calibri" pitchFamily="34" charset="-120"/>
              </a:rPr>
              <a:t>Objectif 2</a:t>
            </a:r>
            <a:endParaRPr lang="en-US" sz="1000" dirty="0"/>
          </a:p>
        </p:txBody>
      </p:sp>
      <p:sp>
        <p:nvSpPr>
          <p:cNvPr id="16" name="Text 12"/>
          <p:cNvSpPr/>
          <p:nvPr/>
        </p:nvSpPr>
        <p:spPr>
          <a:xfrm>
            <a:off x="5586984" y="2880360"/>
            <a:ext cx="2331720" cy="502920"/>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Identifier les résidents</a:t>
            </a:r>
            <a:endParaRPr lang="en-US" sz="1700" dirty="0"/>
          </a:p>
        </p:txBody>
      </p:sp>
      <p:sp>
        <p:nvSpPr>
          <p:cNvPr id="17" name="Text 13"/>
          <p:cNvSpPr/>
          <p:nvPr/>
        </p:nvSpPr>
        <p:spPr>
          <a:xfrm>
            <a:off x="4672584" y="3566160"/>
            <a:ext cx="3154680" cy="64008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Lien automatique téléphone → résidence → unité.</a:t>
            </a:r>
            <a:endParaRPr lang="en-US" sz="1200" dirty="0"/>
          </a:p>
        </p:txBody>
      </p:sp>
      <p:sp>
        <p:nvSpPr>
          <p:cNvPr id="18" name="Shape 14"/>
          <p:cNvSpPr/>
          <p:nvPr/>
        </p:nvSpPr>
        <p:spPr>
          <a:xfrm>
            <a:off x="8247888" y="2331720"/>
            <a:ext cx="3703320" cy="2011680"/>
          </a:xfrm>
          <a:prstGeom prst="rect">
            <a:avLst/>
          </a:prstGeom>
          <a:solidFill>
            <a:srgbClr val="FFFFFF"/>
          </a:solidFill>
          <a:ln w="12700">
            <a:solidFill>
              <a:srgbClr val="E2E8F0"/>
            </a:solidFill>
            <a:prstDash val="solid"/>
          </a:ln>
          <a:effectLst>
            <a:outerShdw blurRad="127000" dist="38100" dir="5400000" algn="bl" rotWithShape="0">
              <a:srgbClr val="0F172A">
                <a:alpha val="8000"/>
              </a:srgbClr>
            </a:outerShdw>
          </a:effectLst>
        </p:spPr>
        <p:txBody>
          <a:bodyPr/>
          <a:lstStyle/>
          <a:p>
            <a:endParaRPr lang="fr-FR"/>
          </a:p>
        </p:txBody>
      </p:sp>
      <p:sp>
        <p:nvSpPr>
          <p:cNvPr id="19" name="Shape 15"/>
          <p:cNvSpPr/>
          <p:nvPr/>
        </p:nvSpPr>
        <p:spPr>
          <a:xfrm>
            <a:off x="8522208" y="2606040"/>
            <a:ext cx="777240" cy="777240"/>
          </a:xfrm>
          <a:prstGeom prst="roundRect">
            <a:avLst>
              <a:gd name="adj" fmla="val 21176"/>
            </a:avLst>
          </a:prstGeom>
          <a:solidFill>
            <a:srgbClr val="1E3A8A"/>
          </a:solidFill>
          <a:ln w="12700">
            <a:solidFill>
              <a:srgbClr val="1E3A8A"/>
            </a:solidFill>
            <a:prstDash val="solid"/>
          </a:ln>
        </p:spPr>
        <p:txBody>
          <a:bodyPr/>
          <a:lstStyle/>
          <a:p>
            <a:endParaRPr lang="fr-FR"/>
          </a:p>
        </p:txBody>
      </p:sp>
      <p:pic>
        <p:nvPicPr>
          <p:cNvPr id="20" name="Image 2" descr="preencoded.png"/>
          <p:cNvPicPr>
            <a:picLocks noChangeAspect="1"/>
          </p:cNvPicPr>
          <p:nvPr/>
        </p:nvPicPr>
        <p:blipFill>
          <a:blip r:embed="rId5"/>
          <a:stretch>
            <a:fillRect/>
          </a:stretch>
        </p:blipFill>
        <p:spPr>
          <a:xfrm>
            <a:off x="8668512" y="2752344"/>
            <a:ext cx="484632" cy="484632"/>
          </a:xfrm>
          <a:prstGeom prst="rect">
            <a:avLst/>
          </a:prstGeom>
        </p:spPr>
      </p:pic>
      <p:sp>
        <p:nvSpPr>
          <p:cNvPr id="21" name="Text 16"/>
          <p:cNvSpPr/>
          <p:nvPr/>
        </p:nvSpPr>
        <p:spPr>
          <a:xfrm>
            <a:off x="9436608" y="2606040"/>
            <a:ext cx="2286000" cy="274320"/>
          </a:xfrm>
          <a:prstGeom prst="rect">
            <a:avLst/>
          </a:prstGeom>
          <a:noFill/>
          <a:ln/>
        </p:spPr>
        <p:txBody>
          <a:bodyPr wrap="square" lIns="0" tIns="0" rIns="0" bIns="0" rtlCol="0" anchor="ctr"/>
          <a:lstStyle/>
          <a:p>
            <a:pPr marL="0" indent="0">
              <a:buNone/>
            </a:pPr>
            <a:r>
              <a:rPr lang="en-US" sz="1000" b="1" kern="0" spc="400" dirty="0">
                <a:solidFill>
                  <a:srgbClr val="06B6D4"/>
                </a:solidFill>
                <a:latin typeface="Calibri" pitchFamily="34" charset="0"/>
                <a:ea typeface="Calibri" pitchFamily="34" charset="-122"/>
                <a:cs typeface="Calibri" pitchFamily="34" charset="-120"/>
              </a:rPr>
              <a:t>Objectif 3</a:t>
            </a:r>
            <a:endParaRPr lang="en-US" sz="1000" dirty="0"/>
          </a:p>
        </p:txBody>
      </p:sp>
      <p:sp>
        <p:nvSpPr>
          <p:cNvPr id="22" name="Text 17"/>
          <p:cNvSpPr/>
          <p:nvPr/>
        </p:nvSpPr>
        <p:spPr>
          <a:xfrm>
            <a:off x="9436608" y="2880360"/>
            <a:ext cx="2331720" cy="502920"/>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Classifier les demandes</a:t>
            </a:r>
            <a:endParaRPr lang="en-US" sz="1700" dirty="0"/>
          </a:p>
        </p:txBody>
      </p:sp>
      <p:sp>
        <p:nvSpPr>
          <p:cNvPr id="23" name="Text 18"/>
          <p:cNvSpPr/>
          <p:nvPr/>
        </p:nvSpPr>
        <p:spPr>
          <a:xfrm>
            <a:off x="8522208" y="3566160"/>
            <a:ext cx="3154680" cy="64008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Catégorie, sous-catégorie, sentiment, action.</a:t>
            </a:r>
            <a:endParaRPr lang="en-US" sz="1200" dirty="0"/>
          </a:p>
        </p:txBody>
      </p:sp>
      <p:sp>
        <p:nvSpPr>
          <p:cNvPr id="24" name="Shape 19"/>
          <p:cNvSpPr/>
          <p:nvPr/>
        </p:nvSpPr>
        <p:spPr>
          <a:xfrm>
            <a:off x="548640" y="4572000"/>
            <a:ext cx="3703320" cy="2011680"/>
          </a:xfrm>
          <a:prstGeom prst="rect">
            <a:avLst/>
          </a:prstGeom>
          <a:solidFill>
            <a:srgbClr val="FFFFFF"/>
          </a:solidFill>
          <a:ln w="12700">
            <a:solidFill>
              <a:srgbClr val="E2E8F0"/>
            </a:solidFill>
            <a:prstDash val="solid"/>
          </a:ln>
          <a:effectLst>
            <a:outerShdw blurRad="127000" dist="38100" dir="5400000" algn="bl" rotWithShape="0">
              <a:srgbClr val="0F172A">
                <a:alpha val="8000"/>
              </a:srgbClr>
            </a:outerShdw>
          </a:effectLst>
        </p:spPr>
        <p:txBody>
          <a:bodyPr/>
          <a:lstStyle/>
          <a:p>
            <a:endParaRPr lang="fr-FR"/>
          </a:p>
        </p:txBody>
      </p:sp>
      <p:sp>
        <p:nvSpPr>
          <p:cNvPr id="25" name="Shape 20"/>
          <p:cNvSpPr/>
          <p:nvPr/>
        </p:nvSpPr>
        <p:spPr>
          <a:xfrm>
            <a:off x="822960" y="4846320"/>
            <a:ext cx="777240" cy="777240"/>
          </a:xfrm>
          <a:prstGeom prst="roundRect">
            <a:avLst>
              <a:gd name="adj" fmla="val 21176"/>
            </a:avLst>
          </a:prstGeom>
          <a:solidFill>
            <a:srgbClr val="1E3A8A"/>
          </a:solidFill>
          <a:ln w="12700">
            <a:solidFill>
              <a:srgbClr val="1E3A8A"/>
            </a:solidFill>
            <a:prstDash val="solid"/>
          </a:ln>
        </p:spPr>
        <p:txBody>
          <a:bodyPr/>
          <a:lstStyle/>
          <a:p>
            <a:endParaRPr lang="fr-FR"/>
          </a:p>
        </p:txBody>
      </p:sp>
      <p:pic>
        <p:nvPicPr>
          <p:cNvPr id="26" name="Image 3" descr="preencoded.png"/>
          <p:cNvPicPr>
            <a:picLocks noChangeAspect="1"/>
          </p:cNvPicPr>
          <p:nvPr/>
        </p:nvPicPr>
        <p:blipFill>
          <a:blip r:embed="rId6"/>
          <a:stretch>
            <a:fillRect/>
          </a:stretch>
        </p:blipFill>
        <p:spPr>
          <a:xfrm>
            <a:off x="969264" y="4992624"/>
            <a:ext cx="484632" cy="484632"/>
          </a:xfrm>
          <a:prstGeom prst="rect">
            <a:avLst/>
          </a:prstGeom>
        </p:spPr>
      </p:pic>
      <p:sp>
        <p:nvSpPr>
          <p:cNvPr id="27" name="Text 21"/>
          <p:cNvSpPr/>
          <p:nvPr/>
        </p:nvSpPr>
        <p:spPr>
          <a:xfrm>
            <a:off x="1737360" y="4846320"/>
            <a:ext cx="2286000" cy="274320"/>
          </a:xfrm>
          <a:prstGeom prst="rect">
            <a:avLst/>
          </a:prstGeom>
          <a:noFill/>
          <a:ln/>
        </p:spPr>
        <p:txBody>
          <a:bodyPr wrap="square" lIns="0" tIns="0" rIns="0" bIns="0" rtlCol="0" anchor="ctr"/>
          <a:lstStyle/>
          <a:p>
            <a:pPr marL="0" indent="0">
              <a:buNone/>
            </a:pPr>
            <a:r>
              <a:rPr lang="en-US" sz="1000" b="1" kern="0" spc="400" dirty="0">
                <a:solidFill>
                  <a:srgbClr val="06B6D4"/>
                </a:solidFill>
                <a:latin typeface="Calibri" pitchFamily="34" charset="0"/>
                <a:ea typeface="Calibri" pitchFamily="34" charset="-122"/>
                <a:cs typeface="Calibri" pitchFamily="34" charset="-120"/>
              </a:rPr>
              <a:t>Objectif 4</a:t>
            </a:r>
            <a:endParaRPr lang="en-US" sz="1000" dirty="0"/>
          </a:p>
        </p:txBody>
      </p:sp>
      <p:sp>
        <p:nvSpPr>
          <p:cNvPr id="28" name="Text 22"/>
          <p:cNvSpPr/>
          <p:nvPr/>
        </p:nvSpPr>
        <p:spPr>
          <a:xfrm>
            <a:off x="1737360" y="5120640"/>
            <a:ext cx="2331720" cy="502920"/>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Détecter les urgences</a:t>
            </a:r>
            <a:endParaRPr lang="en-US" sz="1700" dirty="0"/>
          </a:p>
        </p:txBody>
      </p:sp>
      <p:sp>
        <p:nvSpPr>
          <p:cNvPr id="29" name="Text 23"/>
          <p:cNvSpPr/>
          <p:nvPr/>
        </p:nvSpPr>
        <p:spPr>
          <a:xfrm>
            <a:off x="822960" y="5806440"/>
            <a:ext cx="3154680" cy="64008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P0 à P3 : gaz, incendie, ascenseur bloqué.</a:t>
            </a:r>
            <a:endParaRPr lang="en-US" sz="1200" dirty="0"/>
          </a:p>
        </p:txBody>
      </p:sp>
      <p:sp>
        <p:nvSpPr>
          <p:cNvPr id="30" name="Shape 24"/>
          <p:cNvSpPr/>
          <p:nvPr/>
        </p:nvSpPr>
        <p:spPr>
          <a:xfrm>
            <a:off x="4398264" y="4572000"/>
            <a:ext cx="3703320" cy="2011680"/>
          </a:xfrm>
          <a:prstGeom prst="rect">
            <a:avLst/>
          </a:prstGeom>
          <a:solidFill>
            <a:srgbClr val="FFFFFF"/>
          </a:solidFill>
          <a:ln w="12700">
            <a:solidFill>
              <a:srgbClr val="E2E8F0"/>
            </a:solidFill>
            <a:prstDash val="solid"/>
          </a:ln>
          <a:effectLst>
            <a:outerShdw blurRad="127000" dist="38100" dir="5400000" algn="bl" rotWithShape="0">
              <a:srgbClr val="0F172A">
                <a:alpha val="8000"/>
              </a:srgbClr>
            </a:outerShdw>
          </a:effectLst>
        </p:spPr>
        <p:txBody>
          <a:bodyPr/>
          <a:lstStyle/>
          <a:p>
            <a:endParaRPr lang="fr-FR"/>
          </a:p>
        </p:txBody>
      </p:sp>
      <p:sp>
        <p:nvSpPr>
          <p:cNvPr id="31" name="Shape 25"/>
          <p:cNvSpPr/>
          <p:nvPr/>
        </p:nvSpPr>
        <p:spPr>
          <a:xfrm>
            <a:off x="4672584" y="4846320"/>
            <a:ext cx="777240" cy="777240"/>
          </a:xfrm>
          <a:prstGeom prst="roundRect">
            <a:avLst>
              <a:gd name="adj" fmla="val 21176"/>
            </a:avLst>
          </a:prstGeom>
          <a:solidFill>
            <a:srgbClr val="1E3A8A"/>
          </a:solidFill>
          <a:ln w="12700">
            <a:solidFill>
              <a:srgbClr val="1E3A8A"/>
            </a:solidFill>
            <a:prstDash val="solid"/>
          </a:ln>
        </p:spPr>
        <p:txBody>
          <a:bodyPr/>
          <a:lstStyle/>
          <a:p>
            <a:endParaRPr lang="fr-FR"/>
          </a:p>
        </p:txBody>
      </p:sp>
      <p:pic>
        <p:nvPicPr>
          <p:cNvPr id="32" name="Image 4" descr="preencoded.png"/>
          <p:cNvPicPr>
            <a:picLocks noChangeAspect="1"/>
          </p:cNvPicPr>
          <p:nvPr/>
        </p:nvPicPr>
        <p:blipFill>
          <a:blip r:embed="rId7"/>
          <a:stretch>
            <a:fillRect/>
          </a:stretch>
        </p:blipFill>
        <p:spPr>
          <a:xfrm>
            <a:off x="4818888" y="4992624"/>
            <a:ext cx="484632" cy="484632"/>
          </a:xfrm>
          <a:prstGeom prst="rect">
            <a:avLst/>
          </a:prstGeom>
        </p:spPr>
      </p:pic>
      <p:sp>
        <p:nvSpPr>
          <p:cNvPr id="33" name="Text 26"/>
          <p:cNvSpPr/>
          <p:nvPr/>
        </p:nvSpPr>
        <p:spPr>
          <a:xfrm>
            <a:off x="5586984" y="4846320"/>
            <a:ext cx="2286000" cy="274320"/>
          </a:xfrm>
          <a:prstGeom prst="rect">
            <a:avLst/>
          </a:prstGeom>
          <a:noFill/>
          <a:ln/>
        </p:spPr>
        <p:txBody>
          <a:bodyPr wrap="square" lIns="0" tIns="0" rIns="0" bIns="0" rtlCol="0" anchor="ctr"/>
          <a:lstStyle/>
          <a:p>
            <a:pPr marL="0" indent="0">
              <a:buNone/>
            </a:pPr>
            <a:r>
              <a:rPr lang="en-US" sz="1000" b="1" kern="0" spc="400" dirty="0">
                <a:solidFill>
                  <a:srgbClr val="06B6D4"/>
                </a:solidFill>
                <a:latin typeface="Calibri" pitchFamily="34" charset="0"/>
                <a:ea typeface="Calibri" pitchFamily="34" charset="-122"/>
                <a:cs typeface="Calibri" pitchFamily="34" charset="-120"/>
              </a:rPr>
              <a:t>Objectif 5</a:t>
            </a:r>
            <a:endParaRPr lang="en-US" sz="1000" dirty="0"/>
          </a:p>
        </p:txBody>
      </p:sp>
      <p:sp>
        <p:nvSpPr>
          <p:cNvPr id="34" name="Text 27"/>
          <p:cNvSpPr/>
          <p:nvPr/>
        </p:nvSpPr>
        <p:spPr>
          <a:xfrm>
            <a:off x="5586984" y="5120640"/>
            <a:ext cx="2331720" cy="502920"/>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Centraliser le suivi</a:t>
            </a:r>
            <a:endParaRPr lang="en-US" sz="1700" dirty="0"/>
          </a:p>
        </p:txBody>
      </p:sp>
      <p:sp>
        <p:nvSpPr>
          <p:cNvPr id="35" name="Text 28"/>
          <p:cNvSpPr/>
          <p:nvPr/>
        </p:nvSpPr>
        <p:spPr>
          <a:xfrm>
            <a:off x="4672584" y="5806440"/>
            <a:ext cx="3154680" cy="64008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Historique unique, statuts, satisfaction.</a:t>
            </a:r>
            <a:endParaRPr lang="en-US" sz="1200" dirty="0"/>
          </a:p>
        </p:txBody>
      </p:sp>
      <p:sp>
        <p:nvSpPr>
          <p:cNvPr id="36" name="Shape 29"/>
          <p:cNvSpPr/>
          <p:nvPr/>
        </p:nvSpPr>
        <p:spPr>
          <a:xfrm>
            <a:off x="8247888" y="4572000"/>
            <a:ext cx="3703320" cy="2011680"/>
          </a:xfrm>
          <a:prstGeom prst="rect">
            <a:avLst/>
          </a:prstGeom>
          <a:solidFill>
            <a:srgbClr val="FFFFFF"/>
          </a:solidFill>
          <a:ln w="12700">
            <a:solidFill>
              <a:srgbClr val="E2E8F0"/>
            </a:solidFill>
            <a:prstDash val="solid"/>
          </a:ln>
          <a:effectLst>
            <a:outerShdw blurRad="127000" dist="38100" dir="5400000" algn="bl" rotWithShape="0">
              <a:srgbClr val="0F172A">
                <a:alpha val="8000"/>
              </a:srgbClr>
            </a:outerShdw>
          </a:effectLst>
        </p:spPr>
        <p:txBody>
          <a:bodyPr/>
          <a:lstStyle/>
          <a:p>
            <a:endParaRPr lang="fr-FR"/>
          </a:p>
        </p:txBody>
      </p:sp>
      <p:sp>
        <p:nvSpPr>
          <p:cNvPr id="37" name="Shape 30"/>
          <p:cNvSpPr/>
          <p:nvPr/>
        </p:nvSpPr>
        <p:spPr>
          <a:xfrm>
            <a:off x="8522208" y="4846320"/>
            <a:ext cx="777240" cy="777240"/>
          </a:xfrm>
          <a:prstGeom prst="roundRect">
            <a:avLst>
              <a:gd name="adj" fmla="val 21176"/>
            </a:avLst>
          </a:prstGeom>
          <a:solidFill>
            <a:srgbClr val="1E3A8A"/>
          </a:solidFill>
          <a:ln w="12700">
            <a:solidFill>
              <a:srgbClr val="1E3A8A"/>
            </a:solidFill>
            <a:prstDash val="solid"/>
          </a:ln>
        </p:spPr>
        <p:txBody>
          <a:bodyPr/>
          <a:lstStyle/>
          <a:p>
            <a:endParaRPr lang="fr-FR"/>
          </a:p>
        </p:txBody>
      </p:sp>
      <p:pic>
        <p:nvPicPr>
          <p:cNvPr id="38" name="Image 5" descr="preencoded.png"/>
          <p:cNvPicPr>
            <a:picLocks noChangeAspect="1"/>
          </p:cNvPicPr>
          <p:nvPr/>
        </p:nvPicPr>
        <p:blipFill>
          <a:blip r:embed="rId8"/>
          <a:stretch>
            <a:fillRect/>
          </a:stretch>
        </p:blipFill>
        <p:spPr>
          <a:xfrm>
            <a:off x="8668512" y="4992624"/>
            <a:ext cx="484632" cy="484632"/>
          </a:xfrm>
          <a:prstGeom prst="rect">
            <a:avLst/>
          </a:prstGeom>
        </p:spPr>
      </p:pic>
      <p:sp>
        <p:nvSpPr>
          <p:cNvPr id="39" name="Text 31"/>
          <p:cNvSpPr/>
          <p:nvPr/>
        </p:nvSpPr>
        <p:spPr>
          <a:xfrm>
            <a:off x="9436608" y="4846320"/>
            <a:ext cx="2286000" cy="274320"/>
          </a:xfrm>
          <a:prstGeom prst="rect">
            <a:avLst/>
          </a:prstGeom>
          <a:noFill/>
          <a:ln/>
        </p:spPr>
        <p:txBody>
          <a:bodyPr wrap="square" lIns="0" tIns="0" rIns="0" bIns="0" rtlCol="0" anchor="ctr"/>
          <a:lstStyle/>
          <a:p>
            <a:pPr marL="0" indent="0">
              <a:buNone/>
            </a:pPr>
            <a:r>
              <a:rPr lang="en-US" sz="1000" b="1" kern="0" spc="400" dirty="0">
                <a:solidFill>
                  <a:srgbClr val="06B6D4"/>
                </a:solidFill>
                <a:latin typeface="Calibri" pitchFamily="34" charset="0"/>
                <a:ea typeface="Calibri" pitchFamily="34" charset="-122"/>
                <a:cs typeface="Calibri" pitchFamily="34" charset="-120"/>
              </a:rPr>
              <a:t>Objectif 6</a:t>
            </a:r>
            <a:endParaRPr lang="en-US" sz="1000" dirty="0"/>
          </a:p>
        </p:txBody>
      </p:sp>
      <p:sp>
        <p:nvSpPr>
          <p:cNvPr id="40" name="Text 32"/>
          <p:cNvSpPr/>
          <p:nvPr/>
        </p:nvSpPr>
        <p:spPr>
          <a:xfrm>
            <a:off x="9436608" y="5120640"/>
            <a:ext cx="2331720" cy="502920"/>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Aider l'administrateur</a:t>
            </a:r>
            <a:endParaRPr lang="en-US" sz="1700" dirty="0"/>
          </a:p>
        </p:txBody>
      </p:sp>
      <p:sp>
        <p:nvSpPr>
          <p:cNvPr id="41" name="Text 33"/>
          <p:cNvSpPr/>
          <p:nvPr/>
        </p:nvSpPr>
        <p:spPr>
          <a:xfrm>
            <a:off x="8522208" y="5806440"/>
            <a:ext cx="3154680" cy="64008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Validation rapide, notifications, analytics.</a:t>
            </a:r>
            <a:endParaRPr lang="en-US" sz="1200" dirty="0"/>
          </a:p>
        </p:txBody>
      </p:sp>
      <p:sp>
        <p:nvSpPr>
          <p:cNvPr id="42" name="Text 34"/>
          <p:cNvSpPr/>
          <p:nvPr/>
        </p:nvSpPr>
        <p:spPr>
          <a:xfrm>
            <a:off x="10911535" y="6446520"/>
            <a:ext cx="914400" cy="274320"/>
          </a:xfrm>
          <a:prstGeom prst="rect">
            <a:avLst/>
          </a:prstGeom>
          <a:noFill/>
          <a:ln/>
        </p:spPr>
        <p:txBody>
          <a:bodyPr wrap="square" rtlCol="0" anchor="ctr"/>
          <a:lstStyle/>
          <a:p>
            <a:pPr marL="0" indent="0" algn="r">
              <a:buNone/>
            </a:pPr>
            <a:r>
              <a:rPr lang="en-US" sz="1000" dirty="0">
                <a:solidFill>
                  <a:srgbClr val="475569"/>
                </a:solidFill>
                <a:latin typeface="Calibri" pitchFamily="34" charset="0"/>
                <a:ea typeface="Calibri" pitchFamily="34" charset="-122"/>
                <a:cs typeface="Calibri" pitchFamily="34" charset="-120"/>
              </a:rPr>
              <a:t>03 / 24</a:t>
            </a:r>
            <a:endParaRPr lang="en-US" sz="1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1+#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1+#ppt_w/2"/>
                                          </p:val>
                                        </p:tav>
                                        <p:tav tm="100000">
                                          <p:val>
                                            <p:strVal val="#ppt_x"/>
                                          </p:val>
                                        </p:tav>
                                      </p:tavLst>
                                    </p:anim>
                                    <p:anim calcmode="lin" valueType="num">
                                      <p:cBhvr additive="base">
                                        <p:cTn id="16" dur="500" fill="hold"/>
                                        <p:tgtEl>
                                          <p:spTgt spid="8"/>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1+#ppt_w/2"/>
                                          </p:val>
                                        </p:tav>
                                        <p:tav tm="100000">
                                          <p:val>
                                            <p:strVal val="#ppt_x"/>
                                          </p:val>
                                        </p:tav>
                                      </p:tavLst>
                                    </p:anim>
                                    <p:anim calcmode="lin" valueType="num">
                                      <p:cBhvr additive="base">
                                        <p:cTn id="20" dur="500" fill="hold"/>
                                        <p:tgtEl>
                                          <p:spTgt spid="9"/>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500" fill="hold"/>
                                        <p:tgtEl>
                                          <p:spTgt spid="10"/>
                                        </p:tgtEl>
                                        <p:attrNameLst>
                                          <p:attrName>ppt_x</p:attrName>
                                        </p:attrNameLst>
                                      </p:cBhvr>
                                      <p:tavLst>
                                        <p:tav tm="0">
                                          <p:val>
                                            <p:strVal val="1+#ppt_w/2"/>
                                          </p:val>
                                        </p:tav>
                                        <p:tav tm="100000">
                                          <p:val>
                                            <p:strVal val="#ppt_x"/>
                                          </p:val>
                                        </p:tav>
                                      </p:tavLst>
                                    </p:anim>
                                    <p:anim calcmode="lin" valueType="num">
                                      <p:cBhvr additive="base">
                                        <p:cTn id="24" dur="500" fill="hold"/>
                                        <p:tgtEl>
                                          <p:spTgt spid="10"/>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1+#ppt_w/2"/>
                                          </p:val>
                                        </p:tav>
                                        <p:tav tm="100000">
                                          <p:val>
                                            <p:strVal val="#ppt_x"/>
                                          </p:val>
                                        </p:tav>
                                      </p:tavLst>
                                    </p:anim>
                                    <p:anim calcmode="lin" valueType="num">
                                      <p:cBhvr additive="base">
                                        <p:cTn id="28" dur="500" fill="hold"/>
                                        <p:tgtEl>
                                          <p:spTgt spid="11"/>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1+#ppt_w/2"/>
                                          </p:val>
                                        </p:tav>
                                        <p:tav tm="100000">
                                          <p:val>
                                            <p:strVal val="#ppt_x"/>
                                          </p:val>
                                        </p:tav>
                                      </p:tavLst>
                                    </p:anim>
                                    <p:anim calcmode="lin" valueType="num">
                                      <p:cBhvr additive="base">
                                        <p:cTn id="32" dur="500" fill="hold"/>
                                        <p:tgtEl>
                                          <p:spTgt spid="12"/>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 calcmode="lin" valueType="num">
                                      <p:cBhvr additive="base">
                                        <p:cTn id="35" dur="500" fill="hold"/>
                                        <p:tgtEl>
                                          <p:spTgt spid="13"/>
                                        </p:tgtEl>
                                        <p:attrNameLst>
                                          <p:attrName>ppt_x</p:attrName>
                                        </p:attrNameLst>
                                      </p:cBhvr>
                                      <p:tavLst>
                                        <p:tav tm="0">
                                          <p:val>
                                            <p:strVal val="1+#ppt_w/2"/>
                                          </p:val>
                                        </p:tav>
                                        <p:tav tm="100000">
                                          <p:val>
                                            <p:strVal val="#ppt_x"/>
                                          </p:val>
                                        </p:tav>
                                      </p:tavLst>
                                    </p:anim>
                                    <p:anim calcmode="lin" valueType="num">
                                      <p:cBhvr additive="base">
                                        <p:cTn id="36" dur="500" fill="hold"/>
                                        <p:tgtEl>
                                          <p:spTgt spid="13"/>
                                        </p:tgtEl>
                                        <p:attrNameLst>
                                          <p:attrName>ppt_y</p:attrName>
                                        </p:attrNameLst>
                                      </p:cBhvr>
                                      <p:tavLst>
                                        <p:tav tm="0">
                                          <p:val>
                                            <p:strVal val="#ppt_y"/>
                                          </p:val>
                                        </p:tav>
                                        <p:tav tm="100000">
                                          <p:val>
                                            <p:strVal val="#ppt_y"/>
                                          </p:val>
                                        </p:tav>
                                      </p:tavLst>
                                    </p:anim>
                                  </p:childTnLst>
                                </p:cTn>
                              </p:par>
                              <p:par>
                                <p:cTn id="37" presetID="2" presetClass="entr" presetSubtype="2"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additive="base">
                                        <p:cTn id="39" dur="500" fill="hold"/>
                                        <p:tgtEl>
                                          <p:spTgt spid="14"/>
                                        </p:tgtEl>
                                        <p:attrNameLst>
                                          <p:attrName>ppt_x</p:attrName>
                                        </p:attrNameLst>
                                      </p:cBhvr>
                                      <p:tavLst>
                                        <p:tav tm="0">
                                          <p:val>
                                            <p:strVal val="1+#ppt_w/2"/>
                                          </p:val>
                                        </p:tav>
                                        <p:tav tm="100000">
                                          <p:val>
                                            <p:strVal val="#ppt_x"/>
                                          </p:val>
                                        </p:tav>
                                      </p:tavLst>
                                    </p:anim>
                                    <p:anim calcmode="lin" valueType="num">
                                      <p:cBhvr additive="base">
                                        <p:cTn id="40" dur="500" fill="hold"/>
                                        <p:tgtEl>
                                          <p:spTgt spid="14"/>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500" fill="hold"/>
                                        <p:tgtEl>
                                          <p:spTgt spid="15"/>
                                        </p:tgtEl>
                                        <p:attrNameLst>
                                          <p:attrName>ppt_x</p:attrName>
                                        </p:attrNameLst>
                                      </p:cBhvr>
                                      <p:tavLst>
                                        <p:tav tm="0">
                                          <p:val>
                                            <p:strVal val="1+#ppt_w/2"/>
                                          </p:val>
                                        </p:tav>
                                        <p:tav tm="100000">
                                          <p:val>
                                            <p:strVal val="#ppt_x"/>
                                          </p:val>
                                        </p:tav>
                                      </p:tavLst>
                                    </p:anim>
                                    <p:anim calcmode="lin" valueType="num">
                                      <p:cBhvr additive="base">
                                        <p:cTn id="44" dur="500" fill="hold"/>
                                        <p:tgtEl>
                                          <p:spTgt spid="15"/>
                                        </p:tgtEl>
                                        <p:attrNameLst>
                                          <p:attrName>ppt_y</p:attrName>
                                        </p:attrNameLst>
                                      </p:cBhvr>
                                      <p:tavLst>
                                        <p:tav tm="0">
                                          <p:val>
                                            <p:strVal val="#ppt_y"/>
                                          </p:val>
                                        </p:tav>
                                        <p:tav tm="100000">
                                          <p:val>
                                            <p:strVal val="#ppt_y"/>
                                          </p:val>
                                        </p:tav>
                                      </p:tavLst>
                                    </p:anim>
                                  </p:childTnLst>
                                </p:cTn>
                              </p:par>
                              <p:par>
                                <p:cTn id="45" presetID="2" presetClass="entr" presetSubtype="2"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1+#ppt_w/2"/>
                                          </p:val>
                                        </p:tav>
                                        <p:tav tm="100000">
                                          <p:val>
                                            <p:strVal val="#ppt_x"/>
                                          </p:val>
                                        </p:tav>
                                      </p:tavLst>
                                    </p:anim>
                                    <p:anim calcmode="lin" valueType="num">
                                      <p:cBhvr additive="base">
                                        <p:cTn id="48" dur="500" fill="hold"/>
                                        <p:tgtEl>
                                          <p:spTgt spid="16"/>
                                        </p:tgtEl>
                                        <p:attrNameLst>
                                          <p:attrName>ppt_y</p:attrName>
                                        </p:attrNameLst>
                                      </p:cBhvr>
                                      <p:tavLst>
                                        <p:tav tm="0">
                                          <p:val>
                                            <p:strVal val="#ppt_y"/>
                                          </p:val>
                                        </p:tav>
                                        <p:tav tm="100000">
                                          <p:val>
                                            <p:strVal val="#ppt_y"/>
                                          </p:val>
                                        </p:tav>
                                      </p:tavLst>
                                    </p:anim>
                                  </p:childTnLst>
                                </p:cTn>
                              </p:par>
                              <p:par>
                                <p:cTn id="49" presetID="2" presetClass="entr" presetSubtype="2"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 calcmode="lin" valueType="num">
                                      <p:cBhvr additive="base">
                                        <p:cTn id="51" dur="500" fill="hold"/>
                                        <p:tgtEl>
                                          <p:spTgt spid="17"/>
                                        </p:tgtEl>
                                        <p:attrNameLst>
                                          <p:attrName>ppt_x</p:attrName>
                                        </p:attrNameLst>
                                      </p:cBhvr>
                                      <p:tavLst>
                                        <p:tav tm="0">
                                          <p:val>
                                            <p:strVal val="1+#ppt_w/2"/>
                                          </p:val>
                                        </p:tav>
                                        <p:tav tm="100000">
                                          <p:val>
                                            <p:strVal val="#ppt_x"/>
                                          </p:val>
                                        </p:tav>
                                      </p:tavLst>
                                    </p:anim>
                                    <p:anim calcmode="lin" valueType="num">
                                      <p:cBhvr additive="base">
                                        <p:cTn id="52" dur="500" fill="hold"/>
                                        <p:tgtEl>
                                          <p:spTgt spid="17"/>
                                        </p:tgtEl>
                                        <p:attrNameLst>
                                          <p:attrName>ppt_y</p:attrName>
                                        </p:attrNameLst>
                                      </p:cBhvr>
                                      <p:tavLst>
                                        <p:tav tm="0">
                                          <p:val>
                                            <p:strVal val="#ppt_y"/>
                                          </p:val>
                                        </p:tav>
                                        <p:tav tm="100000">
                                          <p:val>
                                            <p:strVal val="#ppt_y"/>
                                          </p:val>
                                        </p:tav>
                                      </p:tavLst>
                                    </p:anim>
                                  </p:childTnLst>
                                </p:cTn>
                              </p:par>
                              <p:par>
                                <p:cTn id="53" presetID="2" presetClass="entr" presetSubtype="2"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 calcmode="lin" valueType="num">
                                      <p:cBhvr additive="base">
                                        <p:cTn id="55" dur="500" fill="hold"/>
                                        <p:tgtEl>
                                          <p:spTgt spid="18"/>
                                        </p:tgtEl>
                                        <p:attrNameLst>
                                          <p:attrName>ppt_x</p:attrName>
                                        </p:attrNameLst>
                                      </p:cBhvr>
                                      <p:tavLst>
                                        <p:tav tm="0">
                                          <p:val>
                                            <p:strVal val="1+#ppt_w/2"/>
                                          </p:val>
                                        </p:tav>
                                        <p:tav tm="100000">
                                          <p:val>
                                            <p:strVal val="#ppt_x"/>
                                          </p:val>
                                        </p:tav>
                                      </p:tavLst>
                                    </p:anim>
                                    <p:anim calcmode="lin" valueType="num">
                                      <p:cBhvr additive="base">
                                        <p:cTn id="56" dur="500" fill="hold"/>
                                        <p:tgtEl>
                                          <p:spTgt spid="18"/>
                                        </p:tgtEl>
                                        <p:attrNameLst>
                                          <p:attrName>ppt_y</p:attrName>
                                        </p:attrNameLst>
                                      </p:cBhvr>
                                      <p:tavLst>
                                        <p:tav tm="0">
                                          <p:val>
                                            <p:strVal val="#ppt_y"/>
                                          </p:val>
                                        </p:tav>
                                        <p:tav tm="100000">
                                          <p:val>
                                            <p:strVal val="#ppt_y"/>
                                          </p:val>
                                        </p:tav>
                                      </p:tavLst>
                                    </p:anim>
                                  </p:childTnLst>
                                </p:cTn>
                              </p:par>
                              <p:par>
                                <p:cTn id="57" presetID="2" presetClass="entr" presetSubtype="2" fill="hold" grpId="0" nodeType="withEffect">
                                  <p:stCondLst>
                                    <p:cond delay="0"/>
                                  </p:stCondLst>
                                  <p:childTnLst>
                                    <p:set>
                                      <p:cBhvr>
                                        <p:cTn id="58" dur="1" fill="hold">
                                          <p:stCondLst>
                                            <p:cond delay="0"/>
                                          </p:stCondLst>
                                        </p:cTn>
                                        <p:tgtEl>
                                          <p:spTgt spid="19"/>
                                        </p:tgtEl>
                                        <p:attrNameLst>
                                          <p:attrName>style.visibility</p:attrName>
                                        </p:attrNameLst>
                                      </p:cBhvr>
                                      <p:to>
                                        <p:strVal val="visible"/>
                                      </p:to>
                                    </p:set>
                                    <p:anim calcmode="lin" valueType="num">
                                      <p:cBhvr additive="base">
                                        <p:cTn id="59" dur="500" fill="hold"/>
                                        <p:tgtEl>
                                          <p:spTgt spid="19"/>
                                        </p:tgtEl>
                                        <p:attrNameLst>
                                          <p:attrName>ppt_x</p:attrName>
                                        </p:attrNameLst>
                                      </p:cBhvr>
                                      <p:tavLst>
                                        <p:tav tm="0">
                                          <p:val>
                                            <p:strVal val="1+#ppt_w/2"/>
                                          </p:val>
                                        </p:tav>
                                        <p:tav tm="100000">
                                          <p:val>
                                            <p:strVal val="#ppt_x"/>
                                          </p:val>
                                        </p:tav>
                                      </p:tavLst>
                                    </p:anim>
                                    <p:anim calcmode="lin" valueType="num">
                                      <p:cBhvr additive="base">
                                        <p:cTn id="60" dur="500" fill="hold"/>
                                        <p:tgtEl>
                                          <p:spTgt spid="19"/>
                                        </p:tgtEl>
                                        <p:attrNameLst>
                                          <p:attrName>ppt_y</p:attrName>
                                        </p:attrNameLst>
                                      </p:cBhvr>
                                      <p:tavLst>
                                        <p:tav tm="0">
                                          <p:val>
                                            <p:strVal val="#ppt_y"/>
                                          </p:val>
                                        </p:tav>
                                        <p:tav tm="100000">
                                          <p:val>
                                            <p:strVal val="#ppt_y"/>
                                          </p:val>
                                        </p:tav>
                                      </p:tavLst>
                                    </p:anim>
                                  </p:childTnLst>
                                </p:cTn>
                              </p:par>
                              <p:par>
                                <p:cTn id="61" presetID="2" presetClass="entr" presetSubtype="2" fill="hold" nodeType="withEffect">
                                  <p:stCondLst>
                                    <p:cond delay="0"/>
                                  </p:stCondLst>
                                  <p:childTnLst>
                                    <p:set>
                                      <p:cBhvr>
                                        <p:cTn id="62" dur="1" fill="hold">
                                          <p:stCondLst>
                                            <p:cond delay="0"/>
                                          </p:stCondLst>
                                        </p:cTn>
                                        <p:tgtEl>
                                          <p:spTgt spid="20"/>
                                        </p:tgtEl>
                                        <p:attrNameLst>
                                          <p:attrName>style.visibility</p:attrName>
                                        </p:attrNameLst>
                                      </p:cBhvr>
                                      <p:to>
                                        <p:strVal val="visible"/>
                                      </p:to>
                                    </p:set>
                                    <p:anim calcmode="lin" valueType="num">
                                      <p:cBhvr additive="base">
                                        <p:cTn id="63" dur="500" fill="hold"/>
                                        <p:tgtEl>
                                          <p:spTgt spid="20"/>
                                        </p:tgtEl>
                                        <p:attrNameLst>
                                          <p:attrName>ppt_x</p:attrName>
                                        </p:attrNameLst>
                                      </p:cBhvr>
                                      <p:tavLst>
                                        <p:tav tm="0">
                                          <p:val>
                                            <p:strVal val="1+#ppt_w/2"/>
                                          </p:val>
                                        </p:tav>
                                        <p:tav tm="100000">
                                          <p:val>
                                            <p:strVal val="#ppt_x"/>
                                          </p:val>
                                        </p:tav>
                                      </p:tavLst>
                                    </p:anim>
                                    <p:anim calcmode="lin" valueType="num">
                                      <p:cBhvr additive="base">
                                        <p:cTn id="64" dur="500" fill="hold"/>
                                        <p:tgtEl>
                                          <p:spTgt spid="20"/>
                                        </p:tgtEl>
                                        <p:attrNameLst>
                                          <p:attrName>ppt_y</p:attrName>
                                        </p:attrNameLst>
                                      </p:cBhvr>
                                      <p:tavLst>
                                        <p:tav tm="0">
                                          <p:val>
                                            <p:strVal val="#ppt_y"/>
                                          </p:val>
                                        </p:tav>
                                        <p:tav tm="100000">
                                          <p:val>
                                            <p:strVal val="#ppt_y"/>
                                          </p:val>
                                        </p:tav>
                                      </p:tavLst>
                                    </p:anim>
                                  </p:childTnLst>
                                </p:cTn>
                              </p:par>
                              <p:par>
                                <p:cTn id="65" presetID="2" presetClass="entr" presetSubtype="2" fill="hold" grpId="0" nodeType="withEffect">
                                  <p:stCondLst>
                                    <p:cond delay="0"/>
                                  </p:stCondLst>
                                  <p:childTnLst>
                                    <p:set>
                                      <p:cBhvr>
                                        <p:cTn id="66" dur="1" fill="hold">
                                          <p:stCondLst>
                                            <p:cond delay="0"/>
                                          </p:stCondLst>
                                        </p:cTn>
                                        <p:tgtEl>
                                          <p:spTgt spid="21"/>
                                        </p:tgtEl>
                                        <p:attrNameLst>
                                          <p:attrName>style.visibility</p:attrName>
                                        </p:attrNameLst>
                                      </p:cBhvr>
                                      <p:to>
                                        <p:strVal val="visible"/>
                                      </p:to>
                                    </p:set>
                                    <p:anim calcmode="lin" valueType="num">
                                      <p:cBhvr additive="base">
                                        <p:cTn id="67" dur="500" fill="hold"/>
                                        <p:tgtEl>
                                          <p:spTgt spid="21"/>
                                        </p:tgtEl>
                                        <p:attrNameLst>
                                          <p:attrName>ppt_x</p:attrName>
                                        </p:attrNameLst>
                                      </p:cBhvr>
                                      <p:tavLst>
                                        <p:tav tm="0">
                                          <p:val>
                                            <p:strVal val="1+#ppt_w/2"/>
                                          </p:val>
                                        </p:tav>
                                        <p:tav tm="100000">
                                          <p:val>
                                            <p:strVal val="#ppt_x"/>
                                          </p:val>
                                        </p:tav>
                                      </p:tavLst>
                                    </p:anim>
                                    <p:anim calcmode="lin" valueType="num">
                                      <p:cBhvr additive="base">
                                        <p:cTn id="68" dur="500" fill="hold"/>
                                        <p:tgtEl>
                                          <p:spTgt spid="21"/>
                                        </p:tgtEl>
                                        <p:attrNameLst>
                                          <p:attrName>ppt_y</p:attrName>
                                        </p:attrNameLst>
                                      </p:cBhvr>
                                      <p:tavLst>
                                        <p:tav tm="0">
                                          <p:val>
                                            <p:strVal val="#ppt_y"/>
                                          </p:val>
                                        </p:tav>
                                        <p:tav tm="100000">
                                          <p:val>
                                            <p:strVal val="#ppt_y"/>
                                          </p:val>
                                        </p:tav>
                                      </p:tavLst>
                                    </p:anim>
                                  </p:childTnLst>
                                </p:cTn>
                              </p:par>
                              <p:par>
                                <p:cTn id="69" presetID="2" presetClass="entr" presetSubtype="2" fill="hold" grpId="0" nodeType="withEffect">
                                  <p:stCondLst>
                                    <p:cond delay="0"/>
                                  </p:stCondLst>
                                  <p:childTnLst>
                                    <p:set>
                                      <p:cBhvr>
                                        <p:cTn id="70" dur="1" fill="hold">
                                          <p:stCondLst>
                                            <p:cond delay="0"/>
                                          </p:stCondLst>
                                        </p:cTn>
                                        <p:tgtEl>
                                          <p:spTgt spid="22"/>
                                        </p:tgtEl>
                                        <p:attrNameLst>
                                          <p:attrName>style.visibility</p:attrName>
                                        </p:attrNameLst>
                                      </p:cBhvr>
                                      <p:to>
                                        <p:strVal val="visible"/>
                                      </p:to>
                                    </p:set>
                                    <p:anim calcmode="lin" valueType="num">
                                      <p:cBhvr additive="base">
                                        <p:cTn id="71" dur="500" fill="hold"/>
                                        <p:tgtEl>
                                          <p:spTgt spid="22"/>
                                        </p:tgtEl>
                                        <p:attrNameLst>
                                          <p:attrName>ppt_x</p:attrName>
                                        </p:attrNameLst>
                                      </p:cBhvr>
                                      <p:tavLst>
                                        <p:tav tm="0">
                                          <p:val>
                                            <p:strVal val="1+#ppt_w/2"/>
                                          </p:val>
                                        </p:tav>
                                        <p:tav tm="100000">
                                          <p:val>
                                            <p:strVal val="#ppt_x"/>
                                          </p:val>
                                        </p:tav>
                                      </p:tavLst>
                                    </p:anim>
                                    <p:anim calcmode="lin" valueType="num">
                                      <p:cBhvr additive="base">
                                        <p:cTn id="72" dur="500" fill="hold"/>
                                        <p:tgtEl>
                                          <p:spTgt spid="22"/>
                                        </p:tgtEl>
                                        <p:attrNameLst>
                                          <p:attrName>ppt_y</p:attrName>
                                        </p:attrNameLst>
                                      </p:cBhvr>
                                      <p:tavLst>
                                        <p:tav tm="0">
                                          <p:val>
                                            <p:strVal val="#ppt_y"/>
                                          </p:val>
                                        </p:tav>
                                        <p:tav tm="100000">
                                          <p:val>
                                            <p:strVal val="#ppt_y"/>
                                          </p:val>
                                        </p:tav>
                                      </p:tavLst>
                                    </p:anim>
                                  </p:childTnLst>
                                </p:cTn>
                              </p:par>
                              <p:par>
                                <p:cTn id="73" presetID="2" presetClass="entr" presetSubtype="2" fill="hold" grpId="0" nodeType="withEffect">
                                  <p:stCondLst>
                                    <p:cond delay="0"/>
                                  </p:stCondLst>
                                  <p:childTnLst>
                                    <p:set>
                                      <p:cBhvr>
                                        <p:cTn id="74" dur="1" fill="hold">
                                          <p:stCondLst>
                                            <p:cond delay="0"/>
                                          </p:stCondLst>
                                        </p:cTn>
                                        <p:tgtEl>
                                          <p:spTgt spid="23"/>
                                        </p:tgtEl>
                                        <p:attrNameLst>
                                          <p:attrName>style.visibility</p:attrName>
                                        </p:attrNameLst>
                                      </p:cBhvr>
                                      <p:to>
                                        <p:strVal val="visible"/>
                                      </p:to>
                                    </p:set>
                                    <p:anim calcmode="lin" valueType="num">
                                      <p:cBhvr additive="base">
                                        <p:cTn id="75" dur="500" fill="hold"/>
                                        <p:tgtEl>
                                          <p:spTgt spid="23"/>
                                        </p:tgtEl>
                                        <p:attrNameLst>
                                          <p:attrName>ppt_x</p:attrName>
                                        </p:attrNameLst>
                                      </p:cBhvr>
                                      <p:tavLst>
                                        <p:tav tm="0">
                                          <p:val>
                                            <p:strVal val="1+#ppt_w/2"/>
                                          </p:val>
                                        </p:tav>
                                        <p:tav tm="100000">
                                          <p:val>
                                            <p:strVal val="#ppt_x"/>
                                          </p:val>
                                        </p:tav>
                                      </p:tavLst>
                                    </p:anim>
                                    <p:anim calcmode="lin" valueType="num">
                                      <p:cBhvr additive="base">
                                        <p:cTn id="76"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2" presetClass="entr" presetSubtype="2" fill="hold" grpId="0" nodeType="clickEffect">
                                  <p:stCondLst>
                                    <p:cond delay="0"/>
                                  </p:stCondLst>
                                  <p:childTnLst>
                                    <p:set>
                                      <p:cBhvr>
                                        <p:cTn id="80" dur="1" fill="hold">
                                          <p:stCondLst>
                                            <p:cond delay="0"/>
                                          </p:stCondLst>
                                        </p:cTn>
                                        <p:tgtEl>
                                          <p:spTgt spid="24"/>
                                        </p:tgtEl>
                                        <p:attrNameLst>
                                          <p:attrName>style.visibility</p:attrName>
                                        </p:attrNameLst>
                                      </p:cBhvr>
                                      <p:to>
                                        <p:strVal val="visible"/>
                                      </p:to>
                                    </p:set>
                                    <p:anim calcmode="lin" valueType="num">
                                      <p:cBhvr additive="base">
                                        <p:cTn id="81" dur="500" fill="hold"/>
                                        <p:tgtEl>
                                          <p:spTgt spid="24"/>
                                        </p:tgtEl>
                                        <p:attrNameLst>
                                          <p:attrName>ppt_x</p:attrName>
                                        </p:attrNameLst>
                                      </p:cBhvr>
                                      <p:tavLst>
                                        <p:tav tm="0">
                                          <p:val>
                                            <p:strVal val="1+#ppt_w/2"/>
                                          </p:val>
                                        </p:tav>
                                        <p:tav tm="100000">
                                          <p:val>
                                            <p:strVal val="#ppt_x"/>
                                          </p:val>
                                        </p:tav>
                                      </p:tavLst>
                                    </p:anim>
                                    <p:anim calcmode="lin" valueType="num">
                                      <p:cBhvr additive="base">
                                        <p:cTn id="82" dur="500" fill="hold"/>
                                        <p:tgtEl>
                                          <p:spTgt spid="24"/>
                                        </p:tgtEl>
                                        <p:attrNameLst>
                                          <p:attrName>ppt_y</p:attrName>
                                        </p:attrNameLst>
                                      </p:cBhvr>
                                      <p:tavLst>
                                        <p:tav tm="0">
                                          <p:val>
                                            <p:strVal val="#ppt_y"/>
                                          </p:val>
                                        </p:tav>
                                        <p:tav tm="100000">
                                          <p:val>
                                            <p:strVal val="#ppt_y"/>
                                          </p:val>
                                        </p:tav>
                                      </p:tavLst>
                                    </p:anim>
                                  </p:childTnLst>
                                </p:cTn>
                              </p:par>
                              <p:par>
                                <p:cTn id="83" presetID="2" presetClass="entr" presetSubtype="2" fill="hold" grpId="0" nodeType="withEffect">
                                  <p:stCondLst>
                                    <p:cond delay="0"/>
                                  </p:stCondLst>
                                  <p:childTnLst>
                                    <p:set>
                                      <p:cBhvr>
                                        <p:cTn id="84" dur="1" fill="hold">
                                          <p:stCondLst>
                                            <p:cond delay="0"/>
                                          </p:stCondLst>
                                        </p:cTn>
                                        <p:tgtEl>
                                          <p:spTgt spid="25"/>
                                        </p:tgtEl>
                                        <p:attrNameLst>
                                          <p:attrName>style.visibility</p:attrName>
                                        </p:attrNameLst>
                                      </p:cBhvr>
                                      <p:to>
                                        <p:strVal val="visible"/>
                                      </p:to>
                                    </p:set>
                                    <p:anim calcmode="lin" valueType="num">
                                      <p:cBhvr additive="base">
                                        <p:cTn id="85" dur="500" fill="hold"/>
                                        <p:tgtEl>
                                          <p:spTgt spid="25"/>
                                        </p:tgtEl>
                                        <p:attrNameLst>
                                          <p:attrName>ppt_x</p:attrName>
                                        </p:attrNameLst>
                                      </p:cBhvr>
                                      <p:tavLst>
                                        <p:tav tm="0">
                                          <p:val>
                                            <p:strVal val="1+#ppt_w/2"/>
                                          </p:val>
                                        </p:tav>
                                        <p:tav tm="100000">
                                          <p:val>
                                            <p:strVal val="#ppt_x"/>
                                          </p:val>
                                        </p:tav>
                                      </p:tavLst>
                                    </p:anim>
                                    <p:anim calcmode="lin" valueType="num">
                                      <p:cBhvr additive="base">
                                        <p:cTn id="86" dur="500" fill="hold"/>
                                        <p:tgtEl>
                                          <p:spTgt spid="25"/>
                                        </p:tgtEl>
                                        <p:attrNameLst>
                                          <p:attrName>ppt_y</p:attrName>
                                        </p:attrNameLst>
                                      </p:cBhvr>
                                      <p:tavLst>
                                        <p:tav tm="0">
                                          <p:val>
                                            <p:strVal val="#ppt_y"/>
                                          </p:val>
                                        </p:tav>
                                        <p:tav tm="100000">
                                          <p:val>
                                            <p:strVal val="#ppt_y"/>
                                          </p:val>
                                        </p:tav>
                                      </p:tavLst>
                                    </p:anim>
                                  </p:childTnLst>
                                </p:cTn>
                              </p:par>
                              <p:par>
                                <p:cTn id="87" presetID="2" presetClass="entr" presetSubtype="2" fill="hold" nodeType="withEffect">
                                  <p:stCondLst>
                                    <p:cond delay="0"/>
                                  </p:stCondLst>
                                  <p:childTnLst>
                                    <p:set>
                                      <p:cBhvr>
                                        <p:cTn id="88" dur="1" fill="hold">
                                          <p:stCondLst>
                                            <p:cond delay="0"/>
                                          </p:stCondLst>
                                        </p:cTn>
                                        <p:tgtEl>
                                          <p:spTgt spid="26"/>
                                        </p:tgtEl>
                                        <p:attrNameLst>
                                          <p:attrName>style.visibility</p:attrName>
                                        </p:attrNameLst>
                                      </p:cBhvr>
                                      <p:to>
                                        <p:strVal val="visible"/>
                                      </p:to>
                                    </p:set>
                                    <p:anim calcmode="lin" valueType="num">
                                      <p:cBhvr additive="base">
                                        <p:cTn id="89" dur="500" fill="hold"/>
                                        <p:tgtEl>
                                          <p:spTgt spid="26"/>
                                        </p:tgtEl>
                                        <p:attrNameLst>
                                          <p:attrName>ppt_x</p:attrName>
                                        </p:attrNameLst>
                                      </p:cBhvr>
                                      <p:tavLst>
                                        <p:tav tm="0">
                                          <p:val>
                                            <p:strVal val="1+#ppt_w/2"/>
                                          </p:val>
                                        </p:tav>
                                        <p:tav tm="100000">
                                          <p:val>
                                            <p:strVal val="#ppt_x"/>
                                          </p:val>
                                        </p:tav>
                                      </p:tavLst>
                                    </p:anim>
                                    <p:anim calcmode="lin" valueType="num">
                                      <p:cBhvr additive="base">
                                        <p:cTn id="90" dur="500" fill="hold"/>
                                        <p:tgtEl>
                                          <p:spTgt spid="26"/>
                                        </p:tgtEl>
                                        <p:attrNameLst>
                                          <p:attrName>ppt_y</p:attrName>
                                        </p:attrNameLst>
                                      </p:cBhvr>
                                      <p:tavLst>
                                        <p:tav tm="0">
                                          <p:val>
                                            <p:strVal val="#ppt_y"/>
                                          </p:val>
                                        </p:tav>
                                        <p:tav tm="100000">
                                          <p:val>
                                            <p:strVal val="#ppt_y"/>
                                          </p:val>
                                        </p:tav>
                                      </p:tavLst>
                                    </p:anim>
                                  </p:childTnLst>
                                </p:cTn>
                              </p:par>
                              <p:par>
                                <p:cTn id="91" presetID="2" presetClass="entr" presetSubtype="2" fill="hold" grpId="0" nodeType="withEffect">
                                  <p:stCondLst>
                                    <p:cond delay="0"/>
                                  </p:stCondLst>
                                  <p:childTnLst>
                                    <p:set>
                                      <p:cBhvr>
                                        <p:cTn id="92" dur="1" fill="hold">
                                          <p:stCondLst>
                                            <p:cond delay="0"/>
                                          </p:stCondLst>
                                        </p:cTn>
                                        <p:tgtEl>
                                          <p:spTgt spid="27"/>
                                        </p:tgtEl>
                                        <p:attrNameLst>
                                          <p:attrName>style.visibility</p:attrName>
                                        </p:attrNameLst>
                                      </p:cBhvr>
                                      <p:to>
                                        <p:strVal val="visible"/>
                                      </p:to>
                                    </p:set>
                                    <p:anim calcmode="lin" valueType="num">
                                      <p:cBhvr additive="base">
                                        <p:cTn id="93" dur="500" fill="hold"/>
                                        <p:tgtEl>
                                          <p:spTgt spid="27"/>
                                        </p:tgtEl>
                                        <p:attrNameLst>
                                          <p:attrName>ppt_x</p:attrName>
                                        </p:attrNameLst>
                                      </p:cBhvr>
                                      <p:tavLst>
                                        <p:tav tm="0">
                                          <p:val>
                                            <p:strVal val="1+#ppt_w/2"/>
                                          </p:val>
                                        </p:tav>
                                        <p:tav tm="100000">
                                          <p:val>
                                            <p:strVal val="#ppt_x"/>
                                          </p:val>
                                        </p:tav>
                                      </p:tavLst>
                                    </p:anim>
                                    <p:anim calcmode="lin" valueType="num">
                                      <p:cBhvr additive="base">
                                        <p:cTn id="94" dur="500" fill="hold"/>
                                        <p:tgtEl>
                                          <p:spTgt spid="27"/>
                                        </p:tgtEl>
                                        <p:attrNameLst>
                                          <p:attrName>ppt_y</p:attrName>
                                        </p:attrNameLst>
                                      </p:cBhvr>
                                      <p:tavLst>
                                        <p:tav tm="0">
                                          <p:val>
                                            <p:strVal val="#ppt_y"/>
                                          </p:val>
                                        </p:tav>
                                        <p:tav tm="100000">
                                          <p:val>
                                            <p:strVal val="#ppt_y"/>
                                          </p:val>
                                        </p:tav>
                                      </p:tavLst>
                                    </p:anim>
                                  </p:childTnLst>
                                </p:cTn>
                              </p:par>
                              <p:par>
                                <p:cTn id="95" presetID="2" presetClass="entr" presetSubtype="2" fill="hold" grpId="0" nodeType="withEffect">
                                  <p:stCondLst>
                                    <p:cond delay="0"/>
                                  </p:stCondLst>
                                  <p:childTnLst>
                                    <p:set>
                                      <p:cBhvr>
                                        <p:cTn id="96" dur="1" fill="hold">
                                          <p:stCondLst>
                                            <p:cond delay="0"/>
                                          </p:stCondLst>
                                        </p:cTn>
                                        <p:tgtEl>
                                          <p:spTgt spid="28"/>
                                        </p:tgtEl>
                                        <p:attrNameLst>
                                          <p:attrName>style.visibility</p:attrName>
                                        </p:attrNameLst>
                                      </p:cBhvr>
                                      <p:to>
                                        <p:strVal val="visible"/>
                                      </p:to>
                                    </p:set>
                                    <p:anim calcmode="lin" valueType="num">
                                      <p:cBhvr additive="base">
                                        <p:cTn id="97" dur="500" fill="hold"/>
                                        <p:tgtEl>
                                          <p:spTgt spid="28"/>
                                        </p:tgtEl>
                                        <p:attrNameLst>
                                          <p:attrName>ppt_x</p:attrName>
                                        </p:attrNameLst>
                                      </p:cBhvr>
                                      <p:tavLst>
                                        <p:tav tm="0">
                                          <p:val>
                                            <p:strVal val="1+#ppt_w/2"/>
                                          </p:val>
                                        </p:tav>
                                        <p:tav tm="100000">
                                          <p:val>
                                            <p:strVal val="#ppt_x"/>
                                          </p:val>
                                        </p:tav>
                                      </p:tavLst>
                                    </p:anim>
                                    <p:anim calcmode="lin" valueType="num">
                                      <p:cBhvr additive="base">
                                        <p:cTn id="98" dur="500" fill="hold"/>
                                        <p:tgtEl>
                                          <p:spTgt spid="28"/>
                                        </p:tgtEl>
                                        <p:attrNameLst>
                                          <p:attrName>ppt_y</p:attrName>
                                        </p:attrNameLst>
                                      </p:cBhvr>
                                      <p:tavLst>
                                        <p:tav tm="0">
                                          <p:val>
                                            <p:strVal val="#ppt_y"/>
                                          </p:val>
                                        </p:tav>
                                        <p:tav tm="100000">
                                          <p:val>
                                            <p:strVal val="#ppt_y"/>
                                          </p:val>
                                        </p:tav>
                                      </p:tavLst>
                                    </p:anim>
                                  </p:childTnLst>
                                </p:cTn>
                              </p:par>
                              <p:par>
                                <p:cTn id="99" presetID="2" presetClass="entr" presetSubtype="2" fill="hold" grpId="0" nodeType="withEffect">
                                  <p:stCondLst>
                                    <p:cond delay="0"/>
                                  </p:stCondLst>
                                  <p:childTnLst>
                                    <p:set>
                                      <p:cBhvr>
                                        <p:cTn id="100" dur="1" fill="hold">
                                          <p:stCondLst>
                                            <p:cond delay="0"/>
                                          </p:stCondLst>
                                        </p:cTn>
                                        <p:tgtEl>
                                          <p:spTgt spid="29"/>
                                        </p:tgtEl>
                                        <p:attrNameLst>
                                          <p:attrName>style.visibility</p:attrName>
                                        </p:attrNameLst>
                                      </p:cBhvr>
                                      <p:to>
                                        <p:strVal val="visible"/>
                                      </p:to>
                                    </p:set>
                                    <p:anim calcmode="lin" valueType="num">
                                      <p:cBhvr additive="base">
                                        <p:cTn id="101" dur="500" fill="hold"/>
                                        <p:tgtEl>
                                          <p:spTgt spid="29"/>
                                        </p:tgtEl>
                                        <p:attrNameLst>
                                          <p:attrName>ppt_x</p:attrName>
                                        </p:attrNameLst>
                                      </p:cBhvr>
                                      <p:tavLst>
                                        <p:tav tm="0">
                                          <p:val>
                                            <p:strVal val="1+#ppt_w/2"/>
                                          </p:val>
                                        </p:tav>
                                        <p:tav tm="100000">
                                          <p:val>
                                            <p:strVal val="#ppt_x"/>
                                          </p:val>
                                        </p:tav>
                                      </p:tavLst>
                                    </p:anim>
                                    <p:anim calcmode="lin" valueType="num">
                                      <p:cBhvr additive="base">
                                        <p:cTn id="102" dur="500" fill="hold"/>
                                        <p:tgtEl>
                                          <p:spTgt spid="29"/>
                                        </p:tgtEl>
                                        <p:attrNameLst>
                                          <p:attrName>ppt_y</p:attrName>
                                        </p:attrNameLst>
                                      </p:cBhvr>
                                      <p:tavLst>
                                        <p:tav tm="0">
                                          <p:val>
                                            <p:strVal val="#ppt_y"/>
                                          </p:val>
                                        </p:tav>
                                        <p:tav tm="100000">
                                          <p:val>
                                            <p:strVal val="#ppt_y"/>
                                          </p:val>
                                        </p:tav>
                                      </p:tavLst>
                                    </p:anim>
                                  </p:childTnLst>
                                </p:cTn>
                              </p:par>
                              <p:par>
                                <p:cTn id="103" presetID="2" presetClass="entr" presetSubtype="2" fill="hold" grpId="0" nodeType="withEffect">
                                  <p:stCondLst>
                                    <p:cond delay="0"/>
                                  </p:stCondLst>
                                  <p:childTnLst>
                                    <p:set>
                                      <p:cBhvr>
                                        <p:cTn id="104" dur="1" fill="hold">
                                          <p:stCondLst>
                                            <p:cond delay="0"/>
                                          </p:stCondLst>
                                        </p:cTn>
                                        <p:tgtEl>
                                          <p:spTgt spid="30"/>
                                        </p:tgtEl>
                                        <p:attrNameLst>
                                          <p:attrName>style.visibility</p:attrName>
                                        </p:attrNameLst>
                                      </p:cBhvr>
                                      <p:to>
                                        <p:strVal val="visible"/>
                                      </p:to>
                                    </p:set>
                                    <p:anim calcmode="lin" valueType="num">
                                      <p:cBhvr additive="base">
                                        <p:cTn id="105" dur="500" fill="hold"/>
                                        <p:tgtEl>
                                          <p:spTgt spid="30"/>
                                        </p:tgtEl>
                                        <p:attrNameLst>
                                          <p:attrName>ppt_x</p:attrName>
                                        </p:attrNameLst>
                                      </p:cBhvr>
                                      <p:tavLst>
                                        <p:tav tm="0">
                                          <p:val>
                                            <p:strVal val="1+#ppt_w/2"/>
                                          </p:val>
                                        </p:tav>
                                        <p:tav tm="100000">
                                          <p:val>
                                            <p:strVal val="#ppt_x"/>
                                          </p:val>
                                        </p:tav>
                                      </p:tavLst>
                                    </p:anim>
                                    <p:anim calcmode="lin" valueType="num">
                                      <p:cBhvr additive="base">
                                        <p:cTn id="106" dur="500" fill="hold"/>
                                        <p:tgtEl>
                                          <p:spTgt spid="30"/>
                                        </p:tgtEl>
                                        <p:attrNameLst>
                                          <p:attrName>ppt_y</p:attrName>
                                        </p:attrNameLst>
                                      </p:cBhvr>
                                      <p:tavLst>
                                        <p:tav tm="0">
                                          <p:val>
                                            <p:strVal val="#ppt_y"/>
                                          </p:val>
                                        </p:tav>
                                        <p:tav tm="100000">
                                          <p:val>
                                            <p:strVal val="#ppt_y"/>
                                          </p:val>
                                        </p:tav>
                                      </p:tavLst>
                                    </p:anim>
                                  </p:childTnLst>
                                </p:cTn>
                              </p:par>
                              <p:par>
                                <p:cTn id="107" presetID="2" presetClass="entr" presetSubtype="2" fill="hold" grpId="0" nodeType="withEffect">
                                  <p:stCondLst>
                                    <p:cond delay="0"/>
                                  </p:stCondLst>
                                  <p:childTnLst>
                                    <p:set>
                                      <p:cBhvr>
                                        <p:cTn id="108" dur="1" fill="hold">
                                          <p:stCondLst>
                                            <p:cond delay="0"/>
                                          </p:stCondLst>
                                        </p:cTn>
                                        <p:tgtEl>
                                          <p:spTgt spid="31"/>
                                        </p:tgtEl>
                                        <p:attrNameLst>
                                          <p:attrName>style.visibility</p:attrName>
                                        </p:attrNameLst>
                                      </p:cBhvr>
                                      <p:to>
                                        <p:strVal val="visible"/>
                                      </p:to>
                                    </p:set>
                                    <p:anim calcmode="lin" valueType="num">
                                      <p:cBhvr additive="base">
                                        <p:cTn id="109" dur="500" fill="hold"/>
                                        <p:tgtEl>
                                          <p:spTgt spid="31"/>
                                        </p:tgtEl>
                                        <p:attrNameLst>
                                          <p:attrName>ppt_x</p:attrName>
                                        </p:attrNameLst>
                                      </p:cBhvr>
                                      <p:tavLst>
                                        <p:tav tm="0">
                                          <p:val>
                                            <p:strVal val="1+#ppt_w/2"/>
                                          </p:val>
                                        </p:tav>
                                        <p:tav tm="100000">
                                          <p:val>
                                            <p:strVal val="#ppt_x"/>
                                          </p:val>
                                        </p:tav>
                                      </p:tavLst>
                                    </p:anim>
                                    <p:anim calcmode="lin" valueType="num">
                                      <p:cBhvr additive="base">
                                        <p:cTn id="110" dur="500" fill="hold"/>
                                        <p:tgtEl>
                                          <p:spTgt spid="31"/>
                                        </p:tgtEl>
                                        <p:attrNameLst>
                                          <p:attrName>ppt_y</p:attrName>
                                        </p:attrNameLst>
                                      </p:cBhvr>
                                      <p:tavLst>
                                        <p:tav tm="0">
                                          <p:val>
                                            <p:strVal val="#ppt_y"/>
                                          </p:val>
                                        </p:tav>
                                        <p:tav tm="100000">
                                          <p:val>
                                            <p:strVal val="#ppt_y"/>
                                          </p:val>
                                        </p:tav>
                                      </p:tavLst>
                                    </p:anim>
                                  </p:childTnLst>
                                </p:cTn>
                              </p:par>
                              <p:par>
                                <p:cTn id="111" presetID="2" presetClass="entr" presetSubtype="2" fill="hold" nodeType="withEffect">
                                  <p:stCondLst>
                                    <p:cond delay="0"/>
                                  </p:stCondLst>
                                  <p:childTnLst>
                                    <p:set>
                                      <p:cBhvr>
                                        <p:cTn id="112" dur="1" fill="hold">
                                          <p:stCondLst>
                                            <p:cond delay="0"/>
                                          </p:stCondLst>
                                        </p:cTn>
                                        <p:tgtEl>
                                          <p:spTgt spid="32"/>
                                        </p:tgtEl>
                                        <p:attrNameLst>
                                          <p:attrName>style.visibility</p:attrName>
                                        </p:attrNameLst>
                                      </p:cBhvr>
                                      <p:to>
                                        <p:strVal val="visible"/>
                                      </p:to>
                                    </p:set>
                                    <p:anim calcmode="lin" valueType="num">
                                      <p:cBhvr additive="base">
                                        <p:cTn id="113" dur="500" fill="hold"/>
                                        <p:tgtEl>
                                          <p:spTgt spid="32"/>
                                        </p:tgtEl>
                                        <p:attrNameLst>
                                          <p:attrName>ppt_x</p:attrName>
                                        </p:attrNameLst>
                                      </p:cBhvr>
                                      <p:tavLst>
                                        <p:tav tm="0">
                                          <p:val>
                                            <p:strVal val="1+#ppt_w/2"/>
                                          </p:val>
                                        </p:tav>
                                        <p:tav tm="100000">
                                          <p:val>
                                            <p:strVal val="#ppt_x"/>
                                          </p:val>
                                        </p:tav>
                                      </p:tavLst>
                                    </p:anim>
                                    <p:anim calcmode="lin" valueType="num">
                                      <p:cBhvr additive="base">
                                        <p:cTn id="114" dur="500" fill="hold"/>
                                        <p:tgtEl>
                                          <p:spTgt spid="32"/>
                                        </p:tgtEl>
                                        <p:attrNameLst>
                                          <p:attrName>ppt_y</p:attrName>
                                        </p:attrNameLst>
                                      </p:cBhvr>
                                      <p:tavLst>
                                        <p:tav tm="0">
                                          <p:val>
                                            <p:strVal val="#ppt_y"/>
                                          </p:val>
                                        </p:tav>
                                        <p:tav tm="100000">
                                          <p:val>
                                            <p:strVal val="#ppt_y"/>
                                          </p:val>
                                        </p:tav>
                                      </p:tavLst>
                                    </p:anim>
                                  </p:childTnLst>
                                </p:cTn>
                              </p:par>
                              <p:par>
                                <p:cTn id="115" presetID="2" presetClass="entr" presetSubtype="2" fill="hold" grpId="0" nodeType="withEffect">
                                  <p:stCondLst>
                                    <p:cond delay="0"/>
                                  </p:stCondLst>
                                  <p:childTnLst>
                                    <p:set>
                                      <p:cBhvr>
                                        <p:cTn id="116" dur="1" fill="hold">
                                          <p:stCondLst>
                                            <p:cond delay="0"/>
                                          </p:stCondLst>
                                        </p:cTn>
                                        <p:tgtEl>
                                          <p:spTgt spid="33"/>
                                        </p:tgtEl>
                                        <p:attrNameLst>
                                          <p:attrName>style.visibility</p:attrName>
                                        </p:attrNameLst>
                                      </p:cBhvr>
                                      <p:to>
                                        <p:strVal val="visible"/>
                                      </p:to>
                                    </p:set>
                                    <p:anim calcmode="lin" valueType="num">
                                      <p:cBhvr additive="base">
                                        <p:cTn id="117" dur="500" fill="hold"/>
                                        <p:tgtEl>
                                          <p:spTgt spid="33"/>
                                        </p:tgtEl>
                                        <p:attrNameLst>
                                          <p:attrName>ppt_x</p:attrName>
                                        </p:attrNameLst>
                                      </p:cBhvr>
                                      <p:tavLst>
                                        <p:tav tm="0">
                                          <p:val>
                                            <p:strVal val="1+#ppt_w/2"/>
                                          </p:val>
                                        </p:tav>
                                        <p:tav tm="100000">
                                          <p:val>
                                            <p:strVal val="#ppt_x"/>
                                          </p:val>
                                        </p:tav>
                                      </p:tavLst>
                                    </p:anim>
                                    <p:anim calcmode="lin" valueType="num">
                                      <p:cBhvr additive="base">
                                        <p:cTn id="118" dur="500" fill="hold"/>
                                        <p:tgtEl>
                                          <p:spTgt spid="33"/>
                                        </p:tgtEl>
                                        <p:attrNameLst>
                                          <p:attrName>ppt_y</p:attrName>
                                        </p:attrNameLst>
                                      </p:cBhvr>
                                      <p:tavLst>
                                        <p:tav tm="0">
                                          <p:val>
                                            <p:strVal val="#ppt_y"/>
                                          </p:val>
                                        </p:tav>
                                        <p:tav tm="100000">
                                          <p:val>
                                            <p:strVal val="#ppt_y"/>
                                          </p:val>
                                        </p:tav>
                                      </p:tavLst>
                                    </p:anim>
                                  </p:childTnLst>
                                </p:cTn>
                              </p:par>
                              <p:par>
                                <p:cTn id="119" presetID="2" presetClass="entr" presetSubtype="2" fill="hold" grpId="0" nodeType="withEffect">
                                  <p:stCondLst>
                                    <p:cond delay="0"/>
                                  </p:stCondLst>
                                  <p:childTnLst>
                                    <p:set>
                                      <p:cBhvr>
                                        <p:cTn id="120" dur="1" fill="hold">
                                          <p:stCondLst>
                                            <p:cond delay="0"/>
                                          </p:stCondLst>
                                        </p:cTn>
                                        <p:tgtEl>
                                          <p:spTgt spid="34"/>
                                        </p:tgtEl>
                                        <p:attrNameLst>
                                          <p:attrName>style.visibility</p:attrName>
                                        </p:attrNameLst>
                                      </p:cBhvr>
                                      <p:to>
                                        <p:strVal val="visible"/>
                                      </p:to>
                                    </p:set>
                                    <p:anim calcmode="lin" valueType="num">
                                      <p:cBhvr additive="base">
                                        <p:cTn id="121" dur="500" fill="hold"/>
                                        <p:tgtEl>
                                          <p:spTgt spid="34"/>
                                        </p:tgtEl>
                                        <p:attrNameLst>
                                          <p:attrName>ppt_x</p:attrName>
                                        </p:attrNameLst>
                                      </p:cBhvr>
                                      <p:tavLst>
                                        <p:tav tm="0">
                                          <p:val>
                                            <p:strVal val="1+#ppt_w/2"/>
                                          </p:val>
                                        </p:tav>
                                        <p:tav tm="100000">
                                          <p:val>
                                            <p:strVal val="#ppt_x"/>
                                          </p:val>
                                        </p:tav>
                                      </p:tavLst>
                                    </p:anim>
                                    <p:anim calcmode="lin" valueType="num">
                                      <p:cBhvr additive="base">
                                        <p:cTn id="122" dur="500" fill="hold"/>
                                        <p:tgtEl>
                                          <p:spTgt spid="34"/>
                                        </p:tgtEl>
                                        <p:attrNameLst>
                                          <p:attrName>ppt_y</p:attrName>
                                        </p:attrNameLst>
                                      </p:cBhvr>
                                      <p:tavLst>
                                        <p:tav tm="0">
                                          <p:val>
                                            <p:strVal val="#ppt_y"/>
                                          </p:val>
                                        </p:tav>
                                        <p:tav tm="100000">
                                          <p:val>
                                            <p:strVal val="#ppt_y"/>
                                          </p:val>
                                        </p:tav>
                                      </p:tavLst>
                                    </p:anim>
                                  </p:childTnLst>
                                </p:cTn>
                              </p:par>
                              <p:par>
                                <p:cTn id="123" presetID="2" presetClass="entr" presetSubtype="2" fill="hold" grpId="0" nodeType="withEffect">
                                  <p:stCondLst>
                                    <p:cond delay="0"/>
                                  </p:stCondLst>
                                  <p:childTnLst>
                                    <p:set>
                                      <p:cBhvr>
                                        <p:cTn id="124" dur="1" fill="hold">
                                          <p:stCondLst>
                                            <p:cond delay="0"/>
                                          </p:stCondLst>
                                        </p:cTn>
                                        <p:tgtEl>
                                          <p:spTgt spid="35"/>
                                        </p:tgtEl>
                                        <p:attrNameLst>
                                          <p:attrName>style.visibility</p:attrName>
                                        </p:attrNameLst>
                                      </p:cBhvr>
                                      <p:to>
                                        <p:strVal val="visible"/>
                                      </p:to>
                                    </p:set>
                                    <p:anim calcmode="lin" valueType="num">
                                      <p:cBhvr additive="base">
                                        <p:cTn id="125" dur="500" fill="hold"/>
                                        <p:tgtEl>
                                          <p:spTgt spid="35"/>
                                        </p:tgtEl>
                                        <p:attrNameLst>
                                          <p:attrName>ppt_x</p:attrName>
                                        </p:attrNameLst>
                                      </p:cBhvr>
                                      <p:tavLst>
                                        <p:tav tm="0">
                                          <p:val>
                                            <p:strVal val="1+#ppt_w/2"/>
                                          </p:val>
                                        </p:tav>
                                        <p:tav tm="100000">
                                          <p:val>
                                            <p:strVal val="#ppt_x"/>
                                          </p:val>
                                        </p:tav>
                                      </p:tavLst>
                                    </p:anim>
                                    <p:anim calcmode="lin" valueType="num">
                                      <p:cBhvr additive="base">
                                        <p:cTn id="126" dur="500" fill="hold"/>
                                        <p:tgtEl>
                                          <p:spTgt spid="35"/>
                                        </p:tgtEl>
                                        <p:attrNameLst>
                                          <p:attrName>ppt_y</p:attrName>
                                        </p:attrNameLst>
                                      </p:cBhvr>
                                      <p:tavLst>
                                        <p:tav tm="0">
                                          <p:val>
                                            <p:strVal val="#ppt_y"/>
                                          </p:val>
                                        </p:tav>
                                        <p:tav tm="100000">
                                          <p:val>
                                            <p:strVal val="#ppt_y"/>
                                          </p:val>
                                        </p:tav>
                                      </p:tavLst>
                                    </p:anim>
                                  </p:childTnLst>
                                </p:cTn>
                              </p:par>
                              <p:par>
                                <p:cTn id="127" presetID="2" presetClass="entr" presetSubtype="2" fill="hold" grpId="0" nodeType="withEffect">
                                  <p:stCondLst>
                                    <p:cond delay="0"/>
                                  </p:stCondLst>
                                  <p:childTnLst>
                                    <p:set>
                                      <p:cBhvr>
                                        <p:cTn id="128" dur="1" fill="hold">
                                          <p:stCondLst>
                                            <p:cond delay="0"/>
                                          </p:stCondLst>
                                        </p:cTn>
                                        <p:tgtEl>
                                          <p:spTgt spid="36"/>
                                        </p:tgtEl>
                                        <p:attrNameLst>
                                          <p:attrName>style.visibility</p:attrName>
                                        </p:attrNameLst>
                                      </p:cBhvr>
                                      <p:to>
                                        <p:strVal val="visible"/>
                                      </p:to>
                                    </p:set>
                                    <p:anim calcmode="lin" valueType="num">
                                      <p:cBhvr additive="base">
                                        <p:cTn id="129" dur="500" fill="hold"/>
                                        <p:tgtEl>
                                          <p:spTgt spid="36"/>
                                        </p:tgtEl>
                                        <p:attrNameLst>
                                          <p:attrName>ppt_x</p:attrName>
                                        </p:attrNameLst>
                                      </p:cBhvr>
                                      <p:tavLst>
                                        <p:tav tm="0">
                                          <p:val>
                                            <p:strVal val="1+#ppt_w/2"/>
                                          </p:val>
                                        </p:tav>
                                        <p:tav tm="100000">
                                          <p:val>
                                            <p:strVal val="#ppt_x"/>
                                          </p:val>
                                        </p:tav>
                                      </p:tavLst>
                                    </p:anim>
                                    <p:anim calcmode="lin" valueType="num">
                                      <p:cBhvr additive="base">
                                        <p:cTn id="130" dur="500" fill="hold"/>
                                        <p:tgtEl>
                                          <p:spTgt spid="36"/>
                                        </p:tgtEl>
                                        <p:attrNameLst>
                                          <p:attrName>ppt_y</p:attrName>
                                        </p:attrNameLst>
                                      </p:cBhvr>
                                      <p:tavLst>
                                        <p:tav tm="0">
                                          <p:val>
                                            <p:strVal val="#ppt_y"/>
                                          </p:val>
                                        </p:tav>
                                        <p:tav tm="100000">
                                          <p:val>
                                            <p:strVal val="#ppt_y"/>
                                          </p:val>
                                        </p:tav>
                                      </p:tavLst>
                                    </p:anim>
                                  </p:childTnLst>
                                </p:cTn>
                              </p:par>
                              <p:par>
                                <p:cTn id="131" presetID="2" presetClass="entr" presetSubtype="2" fill="hold" grpId="0" nodeType="withEffect">
                                  <p:stCondLst>
                                    <p:cond delay="0"/>
                                  </p:stCondLst>
                                  <p:childTnLst>
                                    <p:set>
                                      <p:cBhvr>
                                        <p:cTn id="132" dur="1" fill="hold">
                                          <p:stCondLst>
                                            <p:cond delay="0"/>
                                          </p:stCondLst>
                                        </p:cTn>
                                        <p:tgtEl>
                                          <p:spTgt spid="37"/>
                                        </p:tgtEl>
                                        <p:attrNameLst>
                                          <p:attrName>style.visibility</p:attrName>
                                        </p:attrNameLst>
                                      </p:cBhvr>
                                      <p:to>
                                        <p:strVal val="visible"/>
                                      </p:to>
                                    </p:set>
                                    <p:anim calcmode="lin" valueType="num">
                                      <p:cBhvr additive="base">
                                        <p:cTn id="133" dur="500" fill="hold"/>
                                        <p:tgtEl>
                                          <p:spTgt spid="37"/>
                                        </p:tgtEl>
                                        <p:attrNameLst>
                                          <p:attrName>ppt_x</p:attrName>
                                        </p:attrNameLst>
                                      </p:cBhvr>
                                      <p:tavLst>
                                        <p:tav tm="0">
                                          <p:val>
                                            <p:strVal val="1+#ppt_w/2"/>
                                          </p:val>
                                        </p:tav>
                                        <p:tav tm="100000">
                                          <p:val>
                                            <p:strVal val="#ppt_x"/>
                                          </p:val>
                                        </p:tav>
                                      </p:tavLst>
                                    </p:anim>
                                    <p:anim calcmode="lin" valueType="num">
                                      <p:cBhvr additive="base">
                                        <p:cTn id="134" dur="500" fill="hold"/>
                                        <p:tgtEl>
                                          <p:spTgt spid="37"/>
                                        </p:tgtEl>
                                        <p:attrNameLst>
                                          <p:attrName>ppt_y</p:attrName>
                                        </p:attrNameLst>
                                      </p:cBhvr>
                                      <p:tavLst>
                                        <p:tav tm="0">
                                          <p:val>
                                            <p:strVal val="#ppt_y"/>
                                          </p:val>
                                        </p:tav>
                                        <p:tav tm="100000">
                                          <p:val>
                                            <p:strVal val="#ppt_y"/>
                                          </p:val>
                                        </p:tav>
                                      </p:tavLst>
                                    </p:anim>
                                  </p:childTnLst>
                                </p:cTn>
                              </p:par>
                              <p:par>
                                <p:cTn id="135" presetID="2" presetClass="entr" presetSubtype="2" fill="hold" nodeType="withEffect">
                                  <p:stCondLst>
                                    <p:cond delay="0"/>
                                  </p:stCondLst>
                                  <p:childTnLst>
                                    <p:set>
                                      <p:cBhvr>
                                        <p:cTn id="136" dur="1" fill="hold">
                                          <p:stCondLst>
                                            <p:cond delay="0"/>
                                          </p:stCondLst>
                                        </p:cTn>
                                        <p:tgtEl>
                                          <p:spTgt spid="38"/>
                                        </p:tgtEl>
                                        <p:attrNameLst>
                                          <p:attrName>style.visibility</p:attrName>
                                        </p:attrNameLst>
                                      </p:cBhvr>
                                      <p:to>
                                        <p:strVal val="visible"/>
                                      </p:to>
                                    </p:set>
                                    <p:anim calcmode="lin" valueType="num">
                                      <p:cBhvr additive="base">
                                        <p:cTn id="137" dur="500" fill="hold"/>
                                        <p:tgtEl>
                                          <p:spTgt spid="38"/>
                                        </p:tgtEl>
                                        <p:attrNameLst>
                                          <p:attrName>ppt_x</p:attrName>
                                        </p:attrNameLst>
                                      </p:cBhvr>
                                      <p:tavLst>
                                        <p:tav tm="0">
                                          <p:val>
                                            <p:strVal val="1+#ppt_w/2"/>
                                          </p:val>
                                        </p:tav>
                                        <p:tav tm="100000">
                                          <p:val>
                                            <p:strVal val="#ppt_x"/>
                                          </p:val>
                                        </p:tav>
                                      </p:tavLst>
                                    </p:anim>
                                    <p:anim calcmode="lin" valueType="num">
                                      <p:cBhvr additive="base">
                                        <p:cTn id="138" dur="500" fill="hold"/>
                                        <p:tgtEl>
                                          <p:spTgt spid="38"/>
                                        </p:tgtEl>
                                        <p:attrNameLst>
                                          <p:attrName>ppt_y</p:attrName>
                                        </p:attrNameLst>
                                      </p:cBhvr>
                                      <p:tavLst>
                                        <p:tav tm="0">
                                          <p:val>
                                            <p:strVal val="#ppt_y"/>
                                          </p:val>
                                        </p:tav>
                                        <p:tav tm="100000">
                                          <p:val>
                                            <p:strVal val="#ppt_y"/>
                                          </p:val>
                                        </p:tav>
                                      </p:tavLst>
                                    </p:anim>
                                  </p:childTnLst>
                                </p:cTn>
                              </p:par>
                              <p:par>
                                <p:cTn id="139" presetID="2" presetClass="entr" presetSubtype="2" fill="hold" grpId="0" nodeType="withEffect">
                                  <p:stCondLst>
                                    <p:cond delay="0"/>
                                  </p:stCondLst>
                                  <p:childTnLst>
                                    <p:set>
                                      <p:cBhvr>
                                        <p:cTn id="140" dur="1" fill="hold">
                                          <p:stCondLst>
                                            <p:cond delay="0"/>
                                          </p:stCondLst>
                                        </p:cTn>
                                        <p:tgtEl>
                                          <p:spTgt spid="39"/>
                                        </p:tgtEl>
                                        <p:attrNameLst>
                                          <p:attrName>style.visibility</p:attrName>
                                        </p:attrNameLst>
                                      </p:cBhvr>
                                      <p:to>
                                        <p:strVal val="visible"/>
                                      </p:to>
                                    </p:set>
                                    <p:anim calcmode="lin" valueType="num">
                                      <p:cBhvr additive="base">
                                        <p:cTn id="141" dur="500" fill="hold"/>
                                        <p:tgtEl>
                                          <p:spTgt spid="39"/>
                                        </p:tgtEl>
                                        <p:attrNameLst>
                                          <p:attrName>ppt_x</p:attrName>
                                        </p:attrNameLst>
                                      </p:cBhvr>
                                      <p:tavLst>
                                        <p:tav tm="0">
                                          <p:val>
                                            <p:strVal val="1+#ppt_w/2"/>
                                          </p:val>
                                        </p:tav>
                                        <p:tav tm="100000">
                                          <p:val>
                                            <p:strVal val="#ppt_x"/>
                                          </p:val>
                                        </p:tav>
                                      </p:tavLst>
                                    </p:anim>
                                    <p:anim calcmode="lin" valueType="num">
                                      <p:cBhvr additive="base">
                                        <p:cTn id="142" dur="500" fill="hold"/>
                                        <p:tgtEl>
                                          <p:spTgt spid="39"/>
                                        </p:tgtEl>
                                        <p:attrNameLst>
                                          <p:attrName>ppt_y</p:attrName>
                                        </p:attrNameLst>
                                      </p:cBhvr>
                                      <p:tavLst>
                                        <p:tav tm="0">
                                          <p:val>
                                            <p:strVal val="#ppt_y"/>
                                          </p:val>
                                        </p:tav>
                                        <p:tav tm="100000">
                                          <p:val>
                                            <p:strVal val="#ppt_y"/>
                                          </p:val>
                                        </p:tav>
                                      </p:tavLst>
                                    </p:anim>
                                  </p:childTnLst>
                                </p:cTn>
                              </p:par>
                              <p:par>
                                <p:cTn id="143" presetID="2" presetClass="entr" presetSubtype="2" fill="hold" grpId="0" nodeType="withEffect">
                                  <p:stCondLst>
                                    <p:cond delay="0"/>
                                  </p:stCondLst>
                                  <p:childTnLst>
                                    <p:set>
                                      <p:cBhvr>
                                        <p:cTn id="144" dur="1" fill="hold">
                                          <p:stCondLst>
                                            <p:cond delay="0"/>
                                          </p:stCondLst>
                                        </p:cTn>
                                        <p:tgtEl>
                                          <p:spTgt spid="40"/>
                                        </p:tgtEl>
                                        <p:attrNameLst>
                                          <p:attrName>style.visibility</p:attrName>
                                        </p:attrNameLst>
                                      </p:cBhvr>
                                      <p:to>
                                        <p:strVal val="visible"/>
                                      </p:to>
                                    </p:set>
                                    <p:anim calcmode="lin" valueType="num">
                                      <p:cBhvr additive="base">
                                        <p:cTn id="145" dur="500" fill="hold"/>
                                        <p:tgtEl>
                                          <p:spTgt spid="40"/>
                                        </p:tgtEl>
                                        <p:attrNameLst>
                                          <p:attrName>ppt_x</p:attrName>
                                        </p:attrNameLst>
                                      </p:cBhvr>
                                      <p:tavLst>
                                        <p:tav tm="0">
                                          <p:val>
                                            <p:strVal val="1+#ppt_w/2"/>
                                          </p:val>
                                        </p:tav>
                                        <p:tav tm="100000">
                                          <p:val>
                                            <p:strVal val="#ppt_x"/>
                                          </p:val>
                                        </p:tav>
                                      </p:tavLst>
                                    </p:anim>
                                    <p:anim calcmode="lin" valueType="num">
                                      <p:cBhvr additive="base">
                                        <p:cTn id="146" dur="500" fill="hold"/>
                                        <p:tgtEl>
                                          <p:spTgt spid="40"/>
                                        </p:tgtEl>
                                        <p:attrNameLst>
                                          <p:attrName>ppt_y</p:attrName>
                                        </p:attrNameLst>
                                      </p:cBhvr>
                                      <p:tavLst>
                                        <p:tav tm="0">
                                          <p:val>
                                            <p:strVal val="#ppt_y"/>
                                          </p:val>
                                        </p:tav>
                                        <p:tav tm="100000">
                                          <p:val>
                                            <p:strVal val="#ppt_y"/>
                                          </p:val>
                                        </p:tav>
                                      </p:tavLst>
                                    </p:anim>
                                  </p:childTnLst>
                                </p:cTn>
                              </p:par>
                              <p:par>
                                <p:cTn id="147" presetID="2" presetClass="entr" presetSubtype="2" fill="hold" grpId="0" nodeType="withEffect">
                                  <p:stCondLst>
                                    <p:cond delay="0"/>
                                  </p:stCondLst>
                                  <p:childTnLst>
                                    <p:set>
                                      <p:cBhvr>
                                        <p:cTn id="148" dur="1" fill="hold">
                                          <p:stCondLst>
                                            <p:cond delay="0"/>
                                          </p:stCondLst>
                                        </p:cTn>
                                        <p:tgtEl>
                                          <p:spTgt spid="41"/>
                                        </p:tgtEl>
                                        <p:attrNameLst>
                                          <p:attrName>style.visibility</p:attrName>
                                        </p:attrNameLst>
                                      </p:cBhvr>
                                      <p:to>
                                        <p:strVal val="visible"/>
                                      </p:to>
                                    </p:set>
                                    <p:anim calcmode="lin" valueType="num">
                                      <p:cBhvr additive="base">
                                        <p:cTn id="149" dur="500" fill="hold"/>
                                        <p:tgtEl>
                                          <p:spTgt spid="41"/>
                                        </p:tgtEl>
                                        <p:attrNameLst>
                                          <p:attrName>ppt_x</p:attrName>
                                        </p:attrNameLst>
                                      </p:cBhvr>
                                      <p:tavLst>
                                        <p:tav tm="0">
                                          <p:val>
                                            <p:strVal val="1+#ppt_w/2"/>
                                          </p:val>
                                        </p:tav>
                                        <p:tav tm="100000">
                                          <p:val>
                                            <p:strVal val="#ppt_x"/>
                                          </p:val>
                                        </p:tav>
                                      </p:tavLst>
                                    </p:anim>
                                    <p:anim calcmode="lin" valueType="num">
                                      <p:cBhvr additive="base">
                                        <p:cTn id="150" dur="500" fill="hold"/>
                                        <p:tgtEl>
                                          <p:spTgt spid="41"/>
                                        </p:tgtEl>
                                        <p:attrNameLst>
                                          <p:attrName>ppt_y</p:attrName>
                                        </p:attrNameLst>
                                      </p:cBhvr>
                                      <p:tavLst>
                                        <p:tav tm="0">
                                          <p:val>
                                            <p:strVal val="#ppt_y"/>
                                          </p:val>
                                        </p:tav>
                                        <p:tav tm="100000">
                                          <p:val>
                                            <p:strVal val="#ppt_y"/>
                                          </p:val>
                                        </p:tav>
                                      </p:tavLst>
                                    </p:anim>
                                  </p:childTnLst>
                                </p:cTn>
                              </p:par>
                              <p:par>
                                <p:cTn id="151" presetID="2" presetClass="entr" presetSubtype="2" fill="hold" grpId="0" nodeType="withEffect">
                                  <p:stCondLst>
                                    <p:cond delay="0"/>
                                  </p:stCondLst>
                                  <p:childTnLst>
                                    <p:set>
                                      <p:cBhvr>
                                        <p:cTn id="152" dur="1" fill="hold">
                                          <p:stCondLst>
                                            <p:cond delay="0"/>
                                          </p:stCondLst>
                                        </p:cTn>
                                        <p:tgtEl>
                                          <p:spTgt spid="42"/>
                                        </p:tgtEl>
                                        <p:attrNameLst>
                                          <p:attrName>style.visibility</p:attrName>
                                        </p:attrNameLst>
                                      </p:cBhvr>
                                      <p:to>
                                        <p:strVal val="visible"/>
                                      </p:to>
                                    </p:set>
                                    <p:anim calcmode="lin" valueType="num">
                                      <p:cBhvr additive="base">
                                        <p:cTn id="153" dur="500" fill="hold"/>
                                        <p:tgtEl>
                                          <p:spTgt spid="42"/>
                                        </p:tgtEl>
                                        <p:attrNameLst>
                                          <p:attrName>ppt_x</p:attrName>
                                        </p:attrNameLst>
                                      </p:cBhvr>
                                      <p:tavLst>
                                        <p:tav tm="0">
                                          <p:val>
                                            <p:strVal val="1+#ppt_w/2"/>
                                          </p:val>
                                        </p:tav>
                                        <p:tav tm="100000">
                                          <p:val>
                                            <p:strVal val="#ppt_x"/>
                                          </p:val>
                                        </p:tav>
                                      </p:tavLst>
                                    </p:anim>
                                    <p:anim calcmode="lin" valueType="num">
                                      <p:cBhvr additive="base">
                                        <p:cTn id="154" dur="500" fill="hold"/>
                                        <p:tgtEl>
                                          <p:spTgt spid="4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P spid="11" grpId="0" animBg="1"/>
      <p:bldP spid="12" grpId="0" animBg="1"/>
      <p:bldP spid="13" grpId="0" animBg="1"/>
      <p:bldP spid="15" grpId="0" animBg="1"/>
      <p:bldP spid="16" grpId="0" animBg="1"/>
      <p:bldP spid="17" grpId="0" animBg="1"/>
      <p:bldP spid="18" grpId="0" animBg="1"/>
      <p:bldP spid="19" grpId="0" animBg="1"/>
      <p:bldP spid="21" grpId="0" animBg="1"/>
      <p:bldP spid="22" grpId="0" animBg="1"/>
      <p:bldP spid="23" grpId="0" animBg="1"/>
      <p:bldP spid="24" grpId="0" animBg="1"/>
      <p:bldP spid="25" grpId="0" animBg="1"/>
      <p:bldP spid="27" grpId="0" animBg="1"/>
      <p:bldP spid="28" grpId="0" animBg="1"/>
      <p:bldP spid="29" grpId="0" animBg="1"/>
      <p:bldP spid="30" grpId="0" animBg="1"/>
      <p:bldP spid="31" grpId="0" animBg="1"/>
      <p:bldP spid="33" grpId="0" animBg="1"/>
      <p:bldP spid="34" grpId="0" animBg="1"/>
      <p:bldP spid="35" grpId="0" animBg="1"/>
      <p:bldP spid="36" grpId="0" animBg="1"/>
      <p:bldP spid="37" grpId="0" animBg="1"/>
      <p:bldP spid="39" grpId="0" animBg="1"/>
      <p:bldP spid="40" grpId="0" animBg="1"/>
      <p:bldP spid="41" grpId="0" animBg="1"/>
      <p:bldP spid="4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0">
          <a:extLst>
            <a:ext uri="{FF2B5EF4-FFF2-40B4-BE49-F238E27FC236}">
              <a16:creationId xmlns:a16="http://schemas.microsoft.com/office/drawing/2014/main" id="{477BA736-E892-5F53-3DA8-C12EB79A1EB4}"/>
            </a:ext>
          </a:extLst>
        </p:cNvPr>
        <p:cNvGrpSpPr/>
        <p:nvPr/>
      </p:nvGrpSpPr>
      <p:grpSpPr>
        <a:xfrm>
          <a:off x="0" y="0"/>
          <a:ext cx="0" cy="0"/>
          <a:chOff x="0" y="0"/>
          <a:chExt cx="0" cy="0"/>
        </a:xfrm>
      </p:grpSpPr>
      <p:sp>
        <p:nvSpPr>
          <p:cNvPr id="105" name="Google Shape;105;p27">
            <a:extLst>
              <a:ext uri="{FF2B5EF4-FFF2-40B4-BE49-F238E27FC236}">
                <a16:creationId xmlns:a16="http://schemas.microsoft.com/office/drawing/2014/main" id="{876DD6DB-EECB-1EDE-2B0D-55F990144E25}"/>
              </a:ext>
            </a:extLst>
          </p:cNvPr>
          <p:cNvSpPr/>
          <p:nvPr/>
        </p:nvSpPr>
        <p:spPr>
          <a:xfrm rot="5400000">
            <a:off x="1652259" y="-1666129"/>
            <a:ext cx="5220048" cy="8524571"/>
          </a:xfrm>
          <a:prstGeom prst="triangle">
            <a:avLst>
              <a:gd name="adj" fmla="val 50411"/>
            </a:avLst>
          </a:prstGeom>
          <a:solidFill>
            <a:schemeClr val="accent1">
              <a:lumMod val="75000"/>
            </a:schemeClr>
          </a:solidFill>
          <a:ln/>
        </p:spPr>
        <p:style>
          <a:lnRef idx="2">
            <a:schemeClr val="accent1"/>
          </a:lnRef>
          <a:fillRef idx="1">
            <a:schemeClr val="lt1"/>
          </a:fillRef>
          <a:effectRef idx="0">
            <a:schemeClr val="accent1"/>
          </a:effectRef>
          <a:fontRef idx="minor">
            <a:schemeClr val="dk1"/>
          </a:fontRef>
        </p:style>
        <p:txBody>
          <a:bodyPr spcFirstLastPara="1" wrap="square" lIns="121900" tIns="121900" rIns="121900" bIns="121900" anchor="ctr" anchorCtr="0">
            <a:noAutofit/>
          </a:bodyPr>
          <a:lstStyle/>
          <a:p>
            <a:endParaRPr sz="2400"/>
          </a:p>
        </p:txBody>
      </p:sp>
      <p:sp>
        <p:nvSpPr>
          <p:cNvPr id="2" name="Google Shape;105;p27">
            <a:extLst>
              <a:ext uri="{FF2B5EF4-FFF2-40B4-BE49-F238E27FC236}">
                <a16:creationId xmlns:a16="http://schemas.microsoft.com/office/drawing/2014/main" id="{C0524222-26C5-7C04-F158-353A8AB2446E}"/>
              </a:ext>
            </a:extLst>
          </p:cNvPr>
          <p:cNvSpPr/>
          <p:nvPr/>
        </p:nvSpPr>
        <p:spPr>
          <a:xfrm rot="16200000">
            <a:off x="5137501" y="-182043"/>
            <a:ext cx="5692586" cy="8416413"/>
          </a:xfrm>
          <a:prstGeom prst="triangle">
            <a:avLst>
              <a:gd name="adj" fmla="val 50411"/>
            </a:avLst>
          </a:prstGeom>
          <a:solidFill>
            <a:schemeClr val="accent1">
              <a:lumMod val="75000"/>
            </a:schemeClr>
          </a:solidFill>
          <a:ln>
            <a:solidFill>
              <a:schemeClr val="accent1"/>
            </a:solidFill>
          </a:ln>
        </p:spPr>
        <p:txBody>
          <a:bodyPr spcFirstLastPara="1" wrap="square" lIns="121900" tIns="121900" rIns="121900" bIns="121900" anchor="ctr" anchorCtr="0">
            <a:noAutofit/>
          </a:bodyPr>
          <a:lstStyle/>
          <a:p>
            <a:endParaRPr sz="2400" dirty="0"/>
          </a:p>
        </p:txBody>
      </p:sp>
      <p:sp>
        <p:nvSpPr>
          <p:cNvPr id="4" name="Text 7">
            <a:extLst>
              <a:ext uri="{FF2B5EF4-FFF2-40B4-BE49-F238E27FC236}">
                <a16:creationId xmlns:a16="http://schemas.microsoft.com/office/drawing/2014/main" id="{59EB10D0-4312-5C58-4BCF-BCDDCE41C8CA}"/>
              </a:ext>
            </a:extLst>
          </p:cNvPr>
          <p:cNvSpPr/>
          <p:nvPr/>
        </p:nvSpPr>
        <p:spPr>
          <a:xfrm>
            <a:off x="4992329" y="2924015"/>
            <a:ext cx="2514600" cy="615598"/>
          </a:xfrm>
          <a:prstGeom prst="rect">
            <a:avLst/>
          </a:prstGeom>
          <a:noFill/>
          <a:ln/>
        </p:spPr>
        <p:txBody>
          <a:bodyPr wrap="square" lIns="0" tIns="0" rIns="0" bIns="0" rtlCol="0" anchor="ctr"/>
          <a:lstStyle/>
          <a:p>
            <a:pPr marL="0" indent="0">
              <a:buNone/>
            </a:pPr>
            <a:r>
              <a:rPr lang="en-US" sz="4000" b="1" kern="0" spc="400" dirty="0">
                <a:solidFill>
                  <a:srgbClr val="06B6D4"/>
                </a:solidFill>
                <a:latin typeface="Calibri" pitchFamily="34" charset="0"/>
                <a:ea typeface="Calibri" pitchFamily="34" charset="-122"/>
                <a:cs typeface="Calibri" pitchFamily="34" charset="-120"/>
              </a:rPr>
              <a:t>PARTIE 2</a:t>
            </a:r>
            <a:endParaRPr lang="en-US" sz="4000" dirty="0"/>
          </a:p>
        </p:txBody>
      </p:sp>
      <p:sp>
        <p:nvSpPr>
          <p:cNvPr id="5" name="Text 8">
            <a:extLst>
              <a:ext uri="{FF2B5EF4-FFF2-40B4-BE49-F238E27FC236}">
                <a16:creationId xmlns:a16="http://schemas.microsoft.com/office/drawing/2014/main" id="{26C418FB-1F65-F184-273E-CBA22CF08AA8}"/>
              </a:ext>
            </a:extLst>
          </p:cNvPr>
          <p:cNvSpPr/>
          <p:nvPr/>
        </p:nvSpPr>
        <p:spPr>
          <a:xfrm>
            <a:off x="4992328" y="3539613"/>
            <a:ext cx="4549877" cy="1017638"/>
          </a:xfrm>
          <a:prstGeom prst="rect">
            <a:avLst/>
          </a:prstGeom>
          <a:noFill/>
          <a:ln/>
        </p:spPr>
        <p:txBody>
          <a:bodyPr wrap="square" lIns="0" tIns="0" rIns="0" bIns="0" rtlCol="0" anchor="ctr"/>
          <a:lstStyle/>
          <a:p>
            <a:r>
              <a:rPr lang="en-US" sz="4000" b="1" dirty="0">
                <a:solidFill>
                  <a:schemeClr val="bg1"/>
                </a:solidFill>
                <a:latin typeface="Calibri" pitchFamily="34" charset="0"/>
                <a:ea typeface="Calibri" pitchFamily="34" charset="-122"/>
                <a:cs typeface="Calibri" pitchFamily="34" charset="-120"/>
              </a:rPr>
              <a:t>Solution </a:t>
            </a:r>
            <a:r>
              <a:rPr lang="en-US" sz="4000" b="1" dirty="0" err="1">
                <a:solidFill>
                  <a:schemeClr val="bg1"/>
                </a:solidFill>
                <a:latin typeface="Calibri" pitchFamily="34" charset="0"/>
                <a:ea typeface="Calibri" pitchFamily="34" charset="-122"/>
                <a:cs typeface="Calibri" pitchFamily="34" charset="-120"/>
              </a:rPr>
              <a:t>proposée</a:t>
            </a:r>
            <a:endParaRPr lang="en-US" sz="4000" dirty="0">
              <a:solidFill>
                <a:schemeClr val="bg1"/>
              </a:solidFill>
            </a:endParaRPr>
          </a:p>
        </p:txBody>
      </p:sp>
      <p:sp>
        <p:nvSpPr>
          <p:cNvPr id="7" name="Shape 14">
            <a:extLst>
              <a:ext uri="{FF2B5EF4-FFF2-40B4-BE49-F238E27FC236}">
                <a16:creationId xmlns:a16="http://schemas.microsoft.com/office/drawing/2014/main" id="{107F7F9D-D168-01DC-424C-DD6C50F2ABCB}"/>
              </a:ext>
            </a:extLst>
          </p:cNvPr>
          <p:cNvSpPr/>
          <p:nvPr/>
        </p:nvSpPr>
        <p:spPr>
          <a:xfrm>
            <a:off x="3362633" y="2995533"/>
            <a:ext cx="1281660" cy="1279275"/>
          </a:xfrm>
          <a:prstGeom prst="ellipse">
            <a:avLst/>
          </a:prstGeom>
          <a:solidFill>
            <a:srgbClr val="1E3A8A"/>
          </a:solidFill>
          <a:ln w="12700">
            <a:solidFill>
              <a:srgbClr val="1E3A8A"/>
            </a:solidFill>
            <a:prstDash val="solid"/>
          </a:ln>
        </p:spPr>
        <p:txBody>
          <a:bodyPr/>
          <a:lstStyle/>
          <a:p>
            <a:endParaRPr lang="fr-FR"/>
          </a:p>
        </p:txBody>
      </p:sp>
      <p:pic>
        <p:nvPicPr>
          <p:cNvPr id="8" name="Image 1" descr="preencoded.png">
            <a:extLst>
              <a:ext uri="{FF2B5EF4-FFF2-40B4-BE49-F238E27FC236}">
                <a16:creationId xmlns:a16="http://schemas.microsoft.com/office/drawing/2014/main" id="{5AE27EEB-0AED-D19A-CE36-FF0A63168DD1}"/>
              </a:ext>
            </a:extLst>
          </p:cNvPr>
          <p:cNvPicPr>
            <a:picLocks noChangeAspect="1"/>
          </p:cNvPicPr>
          <p:nvPr/>
        </p:nvPicPr>
        <p:blipFill>
          <a:blip r:embed="rId3"/>
          <a:stretch>
            <a:fillRect/>
          </a:stretch>
        </p:blipFill>
        <p:spPr>
          <a:xfrm>
            <a:off x="3506067" y="3137774"/>
            <a:ext cx="994792" cy="994792"/>
          </a:xfrm>
          <a:prstGeom prst="rect">
            <a:avLst/>
          </a:prstGeom>
        </p:spPr>
      </p:pic>
    </p:spTree>
    <p:extLst>
      <p:ext uri="{BB962C8B-B14F-4D97-AF65-F5344CB8AC3E}">
        <p14:creationId xmlns:p14="http://schemas.microsoft.com/office/powerpoint/2010/main" val="6730877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1+#ppt_w/2"/>
                                          </p:val>
                                        </p:tav>
                                        <p:tav tm="100000">
                                          <p:val>
                                            <p:strVal val="#ppt_x"/>
                                          </p:val>
                                        </p:tav>
                                      </p:tavLst>
                                    </p:anim>
                                    <p:anim calcmode="lin" valueType="num">
                                      <p:cBhvr additive="base">
                                        <p:cTn id="12" dur="500" fill="hold"/>
                                        <p:tgtEl>
                                          <p:spTgt spid="5"/>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1+#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1+#ppt_w/2"/>
                                          </p:val>
                                        </p:tav>
                                        <p:tav tm="100000">
                                          <p:val>
                                            <p:strVal val="#ppt_x"/>
                                          </p:val>
                                        </p:tav>
                                      </p:tavLst>
                                    </p:anim>
                                    <p:anim calcmode="lin" valueType="num">
                                      <p:cBhvr additive="base">
                                        <p:cTn id="20"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0F172A"/>
        </a:solidFill>
        <a:effectLst/>
      </p:bgPr>
    </p:bg>
    <p:spTree>
      <p:nvGrpSpPr>
        <p:cNvPr id="1" name=""/>
        <p:cNvGrpSpPr/>
        <p:nvPr/>
      </p:nvGrpSpPr>
      <p:grpSpPr>
        <a:xfrm>
          <a:off x="0" y="0"/>
          <a:ext cx="0" cy="0"/>
          <a:chOff x="0" y="0"/>
          <a:chExt cx="0" cy="0"/>
        </a:xfrm>
      </p:grpSpPr>
      <p:sp>
        <p:nvSpPr>
          <p:cNvPr id="51" name="Google Shape;105;p27">
            <a:extLst>
              <a:ext uri="{FF2B5EF4-FFF2-40B4-BE49-F238E27FC236}">
                <a16:creationId xmlns:a16="http://schemas.microsoft.com/office/drawing/2014/main" id="{FF725B51-452B-E059-C387-DAAEEB15DFEC}"/>
              </a:ext>
            </a:extLst>
          </p:cNvPr>
          <p:cNvSpPr/>
          <p:nvPr/>
        </p:nvSpPr>
        <p:spPr>
          <a:xfrm rot="5400000">
            <a:off x="-660076" y="646210"/>
            <a:ext cx="2201895" cy="881743"/>
          </a:xfrm>
          <a:prstGeom prst="triangle">
            <a:avLst>
              <a:gd name="adj" fmla="val 50411"/>
            </a:avLst>
          </a:prstGeom>
          <a:solidFill>
            <a:schemeClr val="accent1">
              <a:lumMod val="75000"/>
            </a:schemeClr>
          </a:solidFill>
          <a:ln/>
        </p:spPr>
        <p:style>
          <a:lnRef idx="2">
            <a:schemeClr val="accent1"/>
          </a:lnRef>
          <a:fillRef idx="1">
            <a:schemeClr val="lt1"/>
          </a:fillRef>
          <a:effectRef idx="0">
            <a:schemeClr val="accent1"/>
          </a:effectRef>
          <a:fontRef idx="minor">
            <a:schemeClr val="dk1"/>
          </a:fontRef>
        </p:style>
        <p:txBody>
          <a:bodyPr spcFirstLastPara="1" wrap="square" lIns="121900" tIns="121900" rIns="121900" bIns="121900" anchor="ctr" anchorCtr="0">
            <a:noAutofit/>
          </a:bodyPr>
          <a:lstStyle/>
          <a:p>
            <a:endParaRPr sz="2400"/>
          </a:p>
        </p:txBody>
      </p:sp>
      <p:sp>
        <p:nvSpPr>
          <p:cNvPr id="52" name="Google Shape;105;p27">
            <a:extLst>
              <a:ext uri="{FF2B5EF4-FFF2-40B4-BE49-F238E27FC236}">
                <a16:creationId xmlns:a16="http://schemas.microsoft.com/office/drawing/2014/main" id="{6EA98A18-C97C-8168-0D67-F70B50A9AE14}"/>
              </a:ext>
            </a:extLst>
          </p:cNvPr>
          <p:cNvSpPr/>
          <p:nvPr/>
        </p:nvSpPr>
        <p:spPr>
          <a:xfrm rot="16200000">
            <a:off x="10650181" y="5330638"/>
            <a:ext cx="2201895" cy="881743"/>
          </a:xfrm>
          <a:prstGeom prst="triangle">
            <a:avLst>
              <a:gd name="adj" fmla="val 50411"/>
            </a:avLst>
          </a:prstGeom>
          <a:solidFill>
            <a:schemeClr val="accent1">
              <a:lumMod val="75000"/>
            </a:schemeClr>
          </a:solidFill>
          <a:ln>
            <a:solidFill>
              <a:schemeClr val="accent1"/>
            </a:solidFill>
          </a:ln>
        </p:spPr>
        <p:txBody>
          <a:bodyPr spcFirstLastPara="1" wrap="square" lIns="121900" tIns="121900" rIns="121900" bIns="121900" anchor="ctr" anchorCtr="0">
            <a:noAutofit/>
          </a:bodyPr>
          <a:lstStyle/>
          <a:p>
            <a:endParaRPr sz="2400"/>
          </a:p>
        </p:txBody>
      </p:sp>
      <p:sp>
        <p:nvSpPr>
          <p:cNvPr id="2" name="Shape 0"/>
          <p:cNvSpPr/>
          <p:nvPr/>
        </p:nvSpPr>
        <p:spPr>
          <a:xfrm>
            <a:off x="548640" y="502920"/>
            <a:ext cx="164592" cy="164592"/>
          </a:xfrm>
          <a:prstGeom prst="rect">
            <a:avLst/>
          </a:prstGeom>
          <a:solidFill>
            <a:srgbClr val="06B6D4"/>
          </a:solidFill>
          <a:ln w="12700">
            <a:solidFill>
              <a:srgbClr val="06B6D4"/>
            </a:solidFill>
            <a:prstDash val="solid"/>
          </a:ln>
        </p:spPr>
        <p:txBody>
          <a:bodyPr/>
          <a:lstStyle/>
          <a:p>
            <a:endParaRPr lang="fr-FR"/>
          </a:p>
        </p:txBody>
      </p:sp>
      <p:sp>
        <p:nvSpPr>
          <p:cNvPr id="3" name="Text 1"/>
          <p:cNvSpPr/>
          <p:nvPr/>
        </p:nvSpPr>
        <p:spPr>
          <a:xfrm>
            <a:off x="777240" y="411480"/>
            <a:ext cx="2011680" cy="320040"/>
          </a:xfrm>
          <a:prstGeom prst="rect">
            <a:avLst/>
          </a:prstGeom>
          <a:noFill/>
          <a:ln/>
        </p:spPr>
        <p:txBody>
          <a:bodyPr wrap="square" rtlCol="0" anchor="ctr"/>
          <a:lstStyle/>
          <a:p>
            <a:pPr marL="0" indent="0">
              <a:buNone/>
            </a:pPr>
            <a:r>
              <a:rPr lang="en-US" sz="1100" b="1" kern="0" spc="200" dirty="0">
                <a:solidFill>
                  <a:srgbClr val="FFFFFF"/>
                </a:solidFill>
                <a:latin typeface="Calibri" pitchFamily="34" charset="0"/>
                <a:ea typeface="Calibri" pitchFamily="34" charset="-122"/>
                <a:cs typeface="Calibri" pitchFamily="34" charset="-120"/>
              </a:rPr>
              <a:t>Syndic IA</a:t>
            </a:r>
            <a:endParaRPr lang="en-US" sz="1100" dirty="0"/>
          </a:p>
        </p:txBody>
      </p:sp>
      <p:sp>
        <p:nvSpPr>
          <p:cNvPr id="4" name="Text 2"/>
          <p:cNvSpPr/>
          <p:nvPr/>
        </p:nvSpPr>
        <p:spPr>
          <a:xfrm>
            <a:off x="548640" y="914400"/>
            <a:ext cx="5486400" cy="320040"/>
          </a:xfrm>
          <a:prstGeom prst="rect">
            <a:avLst/>
          </a:prstGeom>
          <a:noFill/>
          <a:ln/>
        </p:spPr>
        <p:txBody>
          <a:bodyPr wrap="square" rtlCol="0" anchor="ctr"/>
          <a:lstStyle/>
          <a:p>
            <a:pPr marL="0" indent="0">
              <a:buNone/>
            </a:pPr>
            <a:r>
              <a:rPr lang="en-US" sz="1200" b="1" kern="0" spc="400" dirty="0">
                <a:solidFill>
                  <a:srgbClr val="06B6D4"/>
                </a:solidFill>
                <a:latin typeface="Calibri" pitchFamily="34" charset="0"/>
                <a:ea typeface="Calibri" pitchFamily="34" charset="-122"/>
                <a:cs typeface="Calibri" pitchFamily="34" charset="-120"/>
              </a:rPr>
              <a:t>04 · SOLUTION</a:t>
            </a:r>
            <a:endParaRPr lang="en-US" sz="1200" dirty="0"/>
          </a:p>
        </p:txBody>
      </p:sp>
      <p:sp>
        <p:nvSpPr>
          <p:cNvPr id="5" name="Text 3"/>
          <p:cNvSpPr/>
          <p:nvPr/>
        </p:nvSpPr>
        <p:spPr>
          <a:xfrm>
            <a:off x="548640" y="1234440"/>
            <a:ext cx="10972800" cy="82296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Une plateforme intégrée de bout en bout</a:t>
            </a:r>
            <a:endParaRPr lang="en-US" sz="3600" dirty="0"/>
          </a:p>
        </p:txBody>
      </p:sp>
      <p:sp>
        <p:nvSpPr>
          <p:cNvPr id="6" name="Text 4"/>
          <p:cNvSpPr/>
          <p:nvPr/>
        </p:nvSpPr>
        <p:spPr>
          <a:xfrm>
            <a:off x="548640" y="2103120"/>
            <a:ext cx="10058400" cy="365760"/>
          </a:xfrm>
          <a:prstGeom prst="rect">
            <a:avLst/>
          </a:prstGeom>
          <a:noFill/>
          <a:ln/>
        </p:spPr>
        <p:txBody>
          <a:bodyPr wrap="square" lIns="0" tIns="0" rIns="0" bIns="0" rtlCol="0" anchor="ctr"/>
          <a:lstStyle/>
          <a:p>
            <a:pPr marL="0" indent="0">
              <a:buNone/>
            </a:pPr>
            <a:r>
              <a:rPr lang="en-US" sz="1500" i="1" dirty="0">
                <a:solidFill>
                  <a:srgbClr val="CBD5E1"/>
                </a:solidFill>
                <a:latin typeface="Calibri" pitchFamily="34" charset="0"/>
                <a:ea typeface="Calibri" pitchFamily="34" charset="-122"/>
                <a:cs typeface="Calibri" pitchFamily="34" charset="-120"/>
              </a:rPr>
              <a:t>WhatsApp comme canal d'entrée, IA comme cerveau, Flutter comme tour de contrôle.</a:t>
            </a:r>
            <a:endParaRPr lang="en-US" sz="1500" dirty="0"/>
          </a:p>
        </p:txBody>
      </p:sp>
      <p:sp>
        <p:nvSpPr>
          <p:cNvPr id="7" name="Shape 5"/>
          <p:cNvSpPr/>
          <p:nvPr/>
        </p:nvSpPr>
        <p:spPr>
          <a:xfrm>
            <a:off x="548640" y="2743200"/>
            <a:ext cx="1489166" cy="1554480"/>
          </a:xfrm>
          <a:prstGeom prst="roundRect">
            <a:avLst>
              <a:gd name="adj" fmla="val 9211"/>
            </a:avLst>
          </a:prstGeom>
          <a:solidFill>
            <a:srgbClr val="1E293B"/>
          </a:solidFill>
          <a:ln w="12700">
            <a:solidFill>
              <a:srgbClr val="334155"/>
            </a:solidFill>
            <a:prstDash val="solid"/>
          </a:ln>
        </p:spPr>
        <p:txBody>
          <a:bodyPr/>
          <a:lstStyle/>
          <a:p>
            <a:endParaRPr lang="fr-FR"/>
          </a:p>
        </p:txBody>
      </p:sp>
      <p:sp>
        <p:nvSpPr>
          <p:cNvPr id="8" name="Shape 6"/>
          <p:cNvSpPr/>
          <p:nvPr/>
        </p:nvSpPr>
        <p:spPr>
          <a:xfrm>
            <a:off x="927463" y="3017520"/>
            <a:ext cx="731520" cy="731520"/>
          </a:xfrm>
          <a:prstGeom prst="ellipse">
            <a:avLst/>
          </a:prstGeom>
          <a:solidFill>
            <a:srgbClr val="0F172A"/>
          </a:solidFill>
          <a:ln w="25400">
            <a:solidFill>
              <a:srgbClr val="25D366"/>
            </a:solidFill>
            <a:prstDash val="solid"/>
          </a:ln>
        </p:spPr>
        <p:txBody>
          <a:bodyPr/>
          <a:lstStyle/>
          <a:p>
            <a:endParaRPr lang="fr-FR"/>
          </a:p>
        </p:txBody>
      </p:sp>
      <p:pic>
        <p:nvPicPr>
          <p:cNvPr id="9" name="Image 0" descr="preencoded.png"/>
          <p:cNvPicPr>
            <a:picLocks noChangeAspect="1"/>
          </p:cNvPicPr>
          <p:nvPr/>
        </p:nvPicPr>
        <p:blipFill>
          <a:blip r:embed="rId3"/>
          <a:stretch>
            <a:fillRect/>
          </a:stretch>
        </p:blipFill>
        <p:spPr>
          <a:xfrm>
            <a:off x="1046335" y="3136392"/>
            <a:ext cx="493776" cy="493776"/>
          </a:xfrm>
          <a:prstGeom prst="rect">
            <a:avLst/>
          </a:prstGeom>
        </p:spPr>
      </p:pic>
      <p:sp>
        <p:nvSpPr>
          <p:cNvPr id="10" name="Text 7"/>
          <p:cNvSpPr/>
          <p:nvPr/>
        </p:nvSpPr>
        <p:spPr>
          <a:xfrm>
            <a:off x="548640" y="3840480"/>
            <a:ext cx="1489166"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WhatsApp</a:t>
            </a:r>
            <a:endParaRPr lang="en-US" sz="1200" dirty="0"/>
          </a:p>
        </p:txBody>
      </p:sp>
      <p:sp>
        <p:nvSpPr>
          <p:cNvPr id="11" name="Shape 8"/>
          <p:cNvSpPr/>
          <p:nvPr/>
        </p:nvSpPr>
        <p:spPr>
          <a:xfrm>
            <a:off x="2129246" y="2743200"/>
            <a:ext cx="1489166" cy="1554480"/>
          </a:xfrm>
          <a:prstGeom prst="roundRect">
            <a:avLst>
              <a:gd name="adj" fmla="val 9211"/>
            </a:avLst>
          </a:prstGeom>
          <a:solidFill>
            <a:srgbClr val="1E293B"/>
          </a:solidFill>
          <a:ln w="12700">
            <a:solidFill>
              <a:srgbClr val="334155"/>
            </a:solidFill>
            <a:prstDash val="solid"/>
          </a:ln>
        </p:spPr>
        <p:txBody>
          <a:bodyPr/>
          <a:lstStyle/>
          <a:p>
            <a:endParaRPr lang="fr-FR"/>
          </a:p>
        </p:txBody>
      </p:sp>
      <p:sp>
        <p:nvSpPr>
          <p:cNvPr id="12" name="Shape 9"/>
          <p:cNvSpPr/>
          <p:nvPr/>
        </p:nvSpPr>
        <p:spPr>
          <a:xfrm>
            <a:off x="2508069" y="3017520"/>
            <a:ext cx="731520" cy="731520"/>
          </a:xfrm>
          <a:prstGeom prst="ellipse">
            <a:avLst/>
          </a:prstGeom>
          <a:solidFill>
            <a:srgbClr val="0F172A"/>
          </a:solidFill>
          <a:ln w="25400">
            <a:solidFill>
              <a:srgbClr val="F22F46"/>
            </a:solidFill>
            <a:prstDash val="solid"/>
          </a:ln>
        </p:spPr>
        <p:txBody>
          <a:bodyPr/>
          <a:lstStyle/>
          <a:p>
            <a:endParaRPr lang="fr-FR"/>
          </a:p>
        </p:txBody>
      </p:sp>
      <p:pic>
        <p:nvPicPr>
          <p:cNvPr id="13" name="Image 1" descr="preencoded.png"/>
          <p:cNvPicPr>
            <a:picLocks noChangeAspect="1"/>
          </p:cNvPicPr>
          <p:nvPr/>
        </p:nvPicPr>
        <p:blipFill>
          <a:blip r:embed="rId4"/>
          <a:stretch>
            <a:fillRect/>
          </a:stretch>
        </p:blipFill>
        <p:spPr>
          <a:xfrm>
            <a:off x="2626941" y="3136392"/>
            <a:ext cx="493776" cy="493776"/>
          </a:xfrm>
          <a:prstGeom prst="rect">
            <a:avLst/>
          </a:prstGeom>
        </p:spPr>
      </p:pic>
      <p:sp>
        <p:nvSpPr>
          <p:cNvPr id="14" name="Text 10"/>
          <p:cNvSpPr/>
          <p:nvPr/>
        </p:nvSpPr>
        <p:spPr>
          <a:xfrm>
            <a:off x="2129246" y="3840480"/>
            <a:ext cx="1489166"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Twilio</a:t>
            </a:r>
            <a:endParaRPr lang="en-US" sz="1200" dirty="0"/>
          </a:p>
        </p:txBody>
      </p:sp>
      <p:sp>
        <p:nvSpPr>
          <p:cNvPr id="15" name="Shape 11"/>
          <p:cNvSpPr/>
          <p:nvPr/>
        </p:nvSpPr>
        <p:spPr>
          <a:xfrm>
            <a:off x="3709851" y="2743200"/>
            <a:ext cx="1489166" cy="1554480"/>
          </a:xfrm>
          <a:prstGeom prst="roundRect">
            <a:avLst>
              <a:gd name="adj" fmla="val 9211"/>
            </a:avLst>
          </a:prstGeom>
          <a:solidFill>
            <a:srgbClr val="1E293B"/>
          </a:solidFill>
          <a:ln w="12700">
            <a:solidFill>
              <a:srgbClr val="334155"/>
            </a:solidFill>
            <a:prstDash val="solid"/>
          </a:ln>
        </p:spPr>
        <p:txBody>
          <a:bodyPr/>
          <a:lstStyle/>
          <a:p>
            <a:endParaRPr lang="fr-FR"/>
          </a:p>
        </p:txBody>
      </p:sp>
      <p:sp>
        <p:nvSpPr>
          <p:cNvPr id="16" name="Shape 12"/>
          <p:cNvSpPr/>
          <p:nvPr/>
        </p:nvSpPr>
        <p:spPr>
          <a:xfrm>
            <a:off x="4088674" y="3017520"/>
            <a:ext cx="731520" cy="731520"/>
          </a:xfrm>
          <a:prstGeom prst="ellipse">
            <a:avLst/>
          </a:prstGeom>
          <a:solidFill>
            <a:srgbClr val="0F172A"/>
          </a:solidFill>
          <a:ln w="25400">
            <a:solidFill>
              <a:srgbClr val="06B6D4"/>
            </a:solidFill>
            <a:prstDash val="solid"/>
          </a:ln>
        </p:spPr>
        <p:txBody>
          <a:bodyPr/>
          <a:lstStyle/>
          <a:p>
            <a:endParaRPr lang="fr-FR"/>
          </a:p>
        </p:txBody>
      </p:sp>
      <p:pic>
        <p:nvPicPr>
          <p:cNvPr id="17" name="Image 2" descr="preencoded.png"/>
          <p:cNvPicPr>
            <a:picLocks noChangeAspect="1"/>
          </p:cNvPicPr>
          <p:nvPr/>
        </p:nvPicPr>
        <p:blipFill>
          <a:blip r:embed="rId5"/>
          <a:stretch>
            <a:fillRect/>
          </a:stretch>
        </p:blipFill>
        <p:spPr>
          <a:xfrm>
            <a:off x="4207546" y="3136392"/>
            <a:ext cx="493776" cy="493776"/>
          </a:xfrm>
          <a:prstGeom prst="rect">
            <a:avLst/>
          </a:prstGeom>
        </p:spPr>
      </p:pic>
      <p:sp>
        <p:nvSpPr>
          <p:cNvPr id="18" name="Text 13"/>
          <p:cNvSpPr/>
          <p:nvPr/>
        </p:nvSpPr>
        <p:spPr>
          <a:xfrm>
            <a:off x="3709851" y="3840480"/>
            <a:ext cx="1489166"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FastAPI</a:t>
            </a:r>
            <a:endParaRPr lang="en-US" sz="1200" dirty="0"/>
          </a:p>
        </p:txBody>
      </p:sp>
      <p:sp>
        <p:nvSpPr>
          <p:cNvPr id="19" name="Shape 14"/>
          <p:cNvSpPr/>
          <p:nvPr/>
        </p:nvSpPr>
        <p:spPr>
          <a:xfrm>
            <a:off x="5290457" y="2743200"/>
            <a:ext cx="1489166" cy="1554480"/>
          </a:xfrm>
          <a:prstGeom prst="roundRect">
            <a:avLst>
              <a:gd name="adj" fmla="val 9211"/>
            </a:avLst>
          </a:prstGeom>
          <a:solidFill>
            <a:srgbClr val="1E293B"/>
          </a:solidFill>
          <a:ln w="12700">
            <a:solidFill>
              <a:srgbClr val="334155"/>
            </a:solidFill>
            <a:prstDash val="solid"/>
          </a:ln>
        </p:spPr>
        <p:txBody>
          <a:bodyPr/>
          <a:lstStyle/>
          <a:p>
            <a:endParaRPr lang="fr-FR"/>
          </a:p>
        </p:txBody>
      </p:sp>
      <p:sp>
        <p:nvSpPr>
          <p:cNvPr id="20" name="Shape 15"/>
          <p:cNvSpPr/>
          <p:nvPr/>
        </p:nvSpPr>
        <p:spPr>
          <a:xfrm>
            <a:off x="5669280" y="3017520"/>
            <a:ext cx="731520" cy="731520"/>
          </a:xfrm>
          <a:prstGeom prst="ellipse">
            <a:avLst/>
          </a:prstGeom>
          <a:solidFill>
            <a:srgbClr val="0F172A"/>
          </a:solidFill>
          <a:ln w="25400">
            <a:solidFill>
              <a:srgbClr val="22C55E"/>
            </a:solidFill>
            <a:prstDash val="solid"/>
          </a:ln>
        </p:spPr>
        <p:txBody>
          <a:bodyPr/>
          <a:lstStyle/>
          <a:p>
            <a:endParaRPr lang="fr-FR"/>
          </a:p>
        </p:txBody>
      </p:sp>
      <p:pic>
        <p:nvPicPr>
          <p:cNvPr id="21" name="Image 3" descr="preencoded.png"/>
          <p:cNvPicPr>
            <a:picLocks noChangeAspect="1"/>
          </p:cNvPicPr>
          <p:nvPr/>
        </p:nvPicPr>
        <p:blipFill>
          <a:blip r:embed="rId6"/>
          <a:stretch>
            <a:fillRect/>
          </a:stretch>
        </p:blipFill>
        <p:spPr>
          <a:xfrm>
            <a:off x="5788152" y="3136392"/>
            <a:ext cx="493776" cy="493776"/>
          </a:xfrm>
          <a:prstGeom prst="rect">
            <a:avLst/>
          </a:prstGeom>
        </p:spPr>
      </p:pic>
      <p:sp>
        <p:nvSpPr>
          <p:cNvPr id="22" name="Text 16"/>
          <p:cNvSpPr/>
          <p:nvPr/>
        </p:nvSpPr>
        <p:spPr>
          <a:xfrm>
            <a:off x="5290457" y="3840480"/>
            <a:ext cx="1489166"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IA Groq</a:t>
            </a:r>
            <a:endParaRPr lang="en-US" sz="1200" dirty="0"/>
          </a:p>
        </p:txBody>
      </p:sp>
      <p:sp>
        <p:nvSpPr>
          <p:cNvPr id="23" name="Shape 17"/>
          <p:cNvSpPr/>
          <p:nvPr/>
        </p:nvSpPr>
        <p:spPr>
          <a:xfrm>
            <a:off x="6871063" y="2743200"/>
            <a:ext cx="1489166" cy="1554480"/>
          </a:xfrm>
          <a:prstGeom prst="roundRect">
            <a:avLst>
              <a:gd name="adj" fmla="val 9211"/>
            </a:avLst>
          </a:prstGeom>
          <a:solidFill>
            <a:srgbClr val="1E293B"/>
          </a:solidFill>
          <a:ln w="12700">
            <a:solidFill>
              <a:srgbClr val="334155"/>
            </a:solidFill>
            <a:prstDash val="solid"/>
          </a:ln>
        </p:spPr>
        <p:txBody>
          <a:bodyPr/>
          <a:lstStyle/>
          <a:p>
            <a:endParaRPr lang="fr-FR"/>
          </a:p>
        </p:txBody>
      </p:sp>
      <p:sp>
        <p:nvSpPr>
          <p:cNvPr id="24" name="Shape 18"/>
          <p:cNvSpPr/>
          <p:nvPr/>
        </p:nvSpPr>
        <p:spPr>
          <a:xfrm>
            <a:off x="7249886" y="3017520"/>
            <a:ext cx="731520" cy="731520"/>
          </a:xfrm>
          <a:prstGeom prst="ellipse">
            <a:avLst/>
          </a:prstGeom>
          <a:solidFill>
            <a:srgbClr val="0F172A"/>
          </a:solidFill>
          <a:ln w="25400">
            <a:solidFill>
              <a:srgbClr val="06B6D4"/>
            </a:solidFill>
            <a:prstDash val="solid"/>
          </a:ln>
        </p:spPr>
        <p:txBody>
          <a:bodyPr/>
          <a:lstStyle/>
          <a:p>
            <a:endParaRPr lang="fr-FR"/>
          </a:p>
        </p:txBody>
      </p:sp>
      <p:pic>
        <p:nvPicPr>
          <p:cNvPr id="25" name="Image 4" descr="preencoded.png"/>
          <p:cNvPicPr>
            <a:picLocks noChangeAspect="1"/>
          </p:cNvPicPr>
          <p:nvPr/>
        </p:nvPicPr>
        <p:blipFill>
          <a:blip r:embed="rId7"/>
          <a:stretch>
            <a:fillRect/>
          </a:stretch>
        </p:blipFill>
        <p:spPr>
          <a:xfrm>
            <a:off x="7368758" y="3136392"/>
            <a:ext cx="493776" cy="493776"/>
          </a:xfrm>
          <a:prstGeom prst="rect">
            <a:avLst/>
          </a:prstGeom>
        </p:spPr>
      </p:pic>
      <p:sp>
        <p:nvSpPr>
          <p:cNvPr id="26" name="Text 19"/>
          <p:cNvSpPr/>
          <p:nvPr/>
        </p:nvSpPr>
        <p:spPr>
          <a:xfrm>
            <a:off x="6871063" y="3840480"/>
            <a:ext cx="1489166"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PostgreSQL</a:t>
            </a:r>
            <a:endParaRPr lang="en-US" sz="1200" dirty="0"/>
          </a:p>
        </p:txBody>
      </p:sp>
      <p:sp>
        <p:nvSpPr>
          <p:cNvPr id="27" name="Shape 20"/>
          <p:cNvSpPr/>
          <p:nvPr/>
        </p:nvSpPr>
        <p:spPr>
          <a:xfrm>
            <a:off x="8451669" y="2743200"/>
            <a:ext cx="1489166" cy="1554480"/>
          </a:xfrm>
          <a:prstGeom prst="roundRect">
            <a:avLst>
              <a:gd name="adj" fmla="val 9211"/>
            </a:avLst>
          </a:prstGeom>
          <a:solidFill>
            <a:srgbClr val="1E293B"/>
          </a:solidFill>
          <a:ln w="12700">
            <a:solidFill>
              <a:srgbClr val="334155"/>
            </a:solidFill>
            <a:prstDash val="solid"/>
          </a:ln>
        </p:spPr>
        <p:txBody>
          <a:bodyPr/>
          <a:lstStyle/>
          <a:p>
            <a:endParaRPr lang="fr-FR"/>
          </a:p>
        </p:txBody>
      </p:sp>
      <p:sp>
        <p:nvSpPr>
          <p:cNvPr id="28" name="Shape 21"/>
          <p:cNvSpPr/>
          <p:nvPr/>
        </p:nvSpPr>
        <p:spPr>
          <a:xfrm>
            <a:off x="8830491" y="3017520"/>
            <a:ext cx="731520" cy="731520"/>
          </a:xfrm>
          <a:prstGeom prst="ellipse">
            <a:avLst/>
          </a:prstGeom>
          <a:solidFill>
            <a:srgbClr val="0F172A"/>
          </a:solidFill>
          <a:ln w="25400">
            <a:solidFill>
              <a:srgbClr val="F59E0B"/>
            </a:solidFill>
            <a:prstDash val="solid"/>
          </a:ln>
        </p:spPr>
        <p:txBody>
          <a:bodyPr/>
          <a:lstStyle/>
          <a:p>
            <a:endParaRPr lang="fr-FR"/>
          </a:p>
        </p:txBody>
      </p:sp>
      <p:pic>
        <p:nvPicPr>
          <p:cNvPr id="29" name="Image 5" descr="preencoded.png"/>
          <p:cNvPicPr>
            <a:picLocks noChangeAspect="1"/>
          </p:cNvPicPr>
          <p:nvPr/>
        </p:nvPicPr>
        <p:blipFill>
          <a:blip r:embed="rId8"/>
          <a:stretch>
            <a:fillRect/>
          </a:stretch>
        </p:blipFill>
        <p:spPr>
          <a:xfrm>
            <a:off x="8949363" y="3136392"/>
            <a:ext cx="493776" cy="493776"/>
          </a:xfrm>
          <a:prstGeom prst="rect">
            <a:avLst/>
          </a:prstGeom>
        </p:spPr>
      </p:pic>
      <p:sp>
        <p:nvSpPr>
          <p:cNvPr id="30" name="Text 22"/>
          <p:cNvSpPr/>
          <p:nvPr/>
        </p:nvSpPr>
        <p:spPr>
          <a:xfrm>
            <a:off x="8451669" y="3840480"/>
            <a:ext cx="1489166"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Firebase</a:t>
            </a:r>
            <a:endParaRPr lang="en-US" sz="1200" dirty="0"/>
          </a:p>
        </p:txBody>
      </p:sp>
      <p:sp>
        <p:nvSpPr>
          <p:cNvPr id="31" name="Shape 23"/>
          <p:cNvSpPr/>
          <p:nvPr/>
        </p:nvSpPr>
        <p:spPr>
          <a:xfrm>
            <a:off x="10032274" y="2743200"/>
            <a:ext cx="1489166" cy="1554480"/>
          </a:xfrm>
          <a:prstGeom prst="roundRect">
            <a:avLst>
              <a:gd name="adj" fmla="val 9211"/>
            </a:avLst>
          </a:prstGeom>
          <a:solidFill>
            <a:srgbClr val="1E293B"/>
          </a:solidFill>
          <a:ln w="12700">
            <a:solidFill>
              <a:srgbClr val="334155"/>
            </a:solidFill>
            <a:prstDash val="solid"/>
          </a:ln>
        </p:spPr>
        <p:txBody>
          <a:bodyPr/>
          <a:lstStyle/>
          <a:p>
            <a:endParaRPr lang="fr-FR"/>
          </a:p>
        </p:txBody>
      </p:sp>
      <p:sp>
        <p:nvSpPr>
          <p:cNvPr id="32" name="Shape 24"/>
          <p:cNvSpPr/>
          <p:nvPr/>
        </p:nvSpPr>
        <p:spPr>
          <a:xfrm>
            <a:off x="10411097" y="3017520"/>
            <a:ext cx="731520" cy="731520"/>
          </a:xfrm>
          <a:prstGeom prst="ellipse">
            <a:avLst/>
          </a:prstGeom>
          <a:solidFill>
            <a:srgbClr val="0F172A"/>
          </a:solidFill>
          <a:ln w="25400">
            <a:solidFill>
              <a:srgbClr val="06B6D4"/>
            </a:solidFill>
            <a:prstDash val="solid"/>
          </a:ln>
        </p:spPr>
        <p:txBody>
          <a:bodyPr/>
          <a:lstStyle/>
          <a:p>
            <a:endParaRPr lang="fr-FR"/>
          </a:p>
        </p:txBody>
      </p:sp>
      <p:pic>
        <p:nvPicPr>
          <p:cNvPr id="33" name="Image 6" descr="preencoded.png"/>
          <p:cNvPicPr>
            <a:picLocks noChangeAspect="1"/>
          </p:cNvPicPr>
          <p:nvPr/>
        </p:nvPicPr>
        <p:blipFill>
          <a:blip r:embed="rId9"/>
          <a:stretch>
            <a:fillRect/>
          </a:stretch>
        </p:blipFill>
        <p:spPr>
          <a:xfrm>
            <a:off x="10529969" y="3136392"/>
            <a:ext cx="493776" cy="493776"/>
          </a:xfrm>
          <a:prstGeom prst="rect">
            <a:avLst/>
          </a:prstGeom>
        </p:spPr>
      </p:pic>
      <p:sp>
        <p:nvSpPr>
          <p:cNvPr id="34" name="Text 25"/>
          <p:cNvSpPr/>
          <p:nvPr/>
        </p:nvSpPr>
        <p:spPr>
          <a:xfrm>
            <a:off x="10032274" y="3840480"/>
            <a:ext cx="1489166"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Flutter</a:t>
            </a:r>
            <a:endParaRPr lang="en-US" sz="1200" dirty="0"/>
          </a:p>
        </p:txBody>
      </p:sp>
      <p:sp>
        <p:nvSpPr>
          <p:cNvPr id="35" name="Shape 26"/>
          <p:cNvSpPr/>
          <p:nvPr/>
        </p:nvSpPr>
        <p:spPr>
          <a:xfrm>
            <a:off x="548640" y="4594860"/>
            <a:ext cx="3383280" cy="1554480"/>
          </a:xfrm>
          <a:prstGeom prst="rect">
            <a:avLst/>
          </a:prstGeom>
          <a:solidFill>
            <a:srgbClr val="1E293B"/>
          </a:solidFill>
          <a:ln w="12700">
            <a:solidFill>
              <a:srgbClr val="334155"/>
            </a:solidFill>
            <a:prstDash val="solid"/>
          </a:ln>
        </p:spPr>
        <p:txBody>
          <a:bodyPr/>
          <a:lstStyle/>
          <a:p>
            <a:endParaRPr lang="fr-FR"/>
          </a:p>
        </p:txBody>
      </p:sp>
      <p:sp>
        <p:nvSpPr>
          <p:cNvPr id="36" name="Shape 27"/>
          <p:cNvSpPr/>
          <p:nvPr/>
        </p:nvSpPr>
        <p:spPr>
          <a:xfrm>
            <a:off x="548640" y="4594860"/>
            <a:ext cx="66830" cy="1554480"/>
          </a:xfrm>
          <a:prstGeom prst="rect">
            <a:avLst/>
          </a:prstGeom>
          <a:solidFill>
            <a:srgbClr val="06B6D4"/>
          </a:solidFill>
          <a:ln w="12700">
            <a:solidFill>
              <a:srgbClr val="06B6D4"/>
            </a:solidFill>
            <a:prstDash val="solid"/>
          </a:ln>
        </p:spPr>
        <p:txBody>
          <a:bodyPr/>
          <a:lstStyle/>
          <a:p>
            <a:endParaRPr lang="fr-FR"/>
          </a:p>
        </p:txBody>
      </p:sp>
      <p:pic>
        <p:nvPicPr>
          <p:cNvPr id="37" name="Image 7" descr="preencoded.png"/>
          <p:cNvPicPr>
            <a:picLocks noChangeAspect="1"/>
          </p:cNvPicPr>
          <p:nvPr/>
        </p:nvPicPr>
        <p:blipFill>
          <a:blip r:embed="rId10"/>
          <a:stretch>
            <a:fillRect/>
          </a:stretch>
        </p:blipFill>
        <p:spPr>
          <a:xfrm>
            <a:off x="822960" y="4869180"/>
            <a:ext cx="334151" cy="365760"/>
          </a:xfrm>
          <a:prstGeom prst="rect">
            <a:avLst/>
          </a:prstGeom>
        </p:spPr>
      </p:pic>
      <p:sp>
        <p:nvSpPr>
          <p:cNvPr id="38" name="Text 28"/>
          <p:cNvSpPr/>
          <p:nvPr/>
        </p:nvSpPr>
        <p:spPr>
          <a:xfrm>
            <a:off x="1325880" y="4823460"/>
            <a:ext cx="2547902" cy="41148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Réception 24/7</a:t>
            </a:r>
            <a:endParaRPr lang="en-US" sz="1600" dirty="0"/>
          </a:p>
        </p:txBody>
      </p:sp>
      <p:sp>
        <p:nvSpPr>
          <p:cNvPr id="39" name="Text 29"/>
          <p:cNvSpPr/>
          <p:nvPr/>
        </p:nvSpPr>
        <p:spPr>
          <a:xfrm>
            <a:off x="822960" y="5372100"/>
            <a:ext cx="2965591" cy="640080"/>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Un canal familier, accessible et instantané.</a:t>
            </a:r>
            <a:endParaRPr lang="en-US" sz="1200" dirty="0"/>
          </a:p>
        </p:txBody>
      </p:sp>
      <p:sp>
        <p:nvSpPr>
          <p:cNvPr id="40" name="Shape 30"/>
          <p:cNvSpPr/>
          <p:nvPr/>
        </p:nvSpPr>
        <p:spPr>
          <a:xfrm>
            <a:off x="4343400" y="4594860"/>
            <a:ext cx="3383280" cy="1554480"/>
          </a:xfrm>
          <a:prstGeom prst="rect">
            <a:avLst/>
          </a:prstGeom>
          <a:solidFill>
            <a:srgbClr val="1E293B"/>
          </a:solidFill>
          <a:ln w="12700">
            <a:solidFill>
              <a:srgbClr val="334155"/>
            </a:solidFill>
            <a:prstDash val="solid"/>
          </a:ln>
        </p:spPr>
        <p:txBody>
          <a:bodyPr/>
          <a:lstStyle/>
          <a:p>
            <a:endParaRPr lang="fr-FR"/>
          </a:p>
        </p:txBody>
      </p:sp>
      <p:sp>
        <p:nvSpPr>
          <p:cNvPr id="41" name="Shape 31"/>
          <p:cNvSpPr/>
          <p:nvPr/>
        </p:nvSpPr>
        <p:spPr>
          <a:xfrm>
            <a:off x="4343400" y="4594860"/>
            <a:ext cx="66830" cy="1554480"/>
          </a:xfrm>
          <a:prstGeom prst="rect">
            <a:avLst/>
          </a:prstGeom>
          <a:solidFill>
            <a:srgbClr val="06B6D4"/>
          </a:solidFill>
          <a:ln w="12700">
            <a:solidFill>
              <a:srgbClr val="06B6D4"/>
            </a:solidFill>
            <a:prstDash val="solid"/>
          </a:ln>
        </p:spPr>
        <p:txBody>
          <a:bodyPr/>
          <a:lstStyle/>
          <a:p>
            <a:endParaRPr lang="fr-FR"/>
          </a:p>
        </p:txBody>
      </p:sp>
      <p:pic>
        <p:nvPicPr>
          <p:cNvPr id="42" name="Image 8" descr="preencoded.png"/>
          <p:cNvPicPr>
            <a:picLocks noChangeAspect="1"/>
          </p:cNvPicPr>
          <p:nvPr/>
        </p:nvPicPr>
        <p:blipFill>
          <a:blip r:embed="rId11"/>
          <a:stretch>
            <a:fillRect/>
          </a:stretch>
        </p:blipFill>
        <p:spPr>
          <a:xfrm>
            <a:off x="4617720" y="4869180"/>
            <a:ext cx="334151" cy="365760"/>
          </a:xfrm>
          <a:prstGeom prst="rect">
            <a:avLst/>
          </a:prstGeom>
        </p:spPr>
      </p:pic>
      <p:sp>
        <p:nvSpPr>
          <p:cNvPr id="43" name="Text 32"/>
          <p:cNvSpPr/>
          <p:nvPr/>
        </p:nvSpPr>
        <p:spPr>
          <a:xfrm>
            <a:off x="5120640" y="4823460"/>
            <a:ext cx="2547902" cy="41148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Compréhension IA</a:t>
            </a:r>
            <a:endParaRPr lang="en-US" sz="1600" dirty="0"/>
          </a:p>
        </p:txBody>
      </p:sp>
      <p:sp>
        <p:nvSpPr>
          <p:cNvPr id="44" name="Text 33"/>
          <p:cNvSpPr/>
          <p:nvPr/>
        </p:nvSpPr>
        <p:spPr>
          <a:xfrm>
            <a:off x="4617720" y="5372100"/>
            <a:ext cx="2965591" cy="640080"/>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Texte, audio, image — multilingue, darija incluse.</a:t>
            </a:r>
            <a:endParaRPr lang="en-US" sz="1200" dirty="0"/>
          </a:p>
        </p:txBody>
      </p:sp>
      <p:sp>
        <p:nvSpPr>
          <p:cNvPr id="45" name="Shape 34"/>
          <p:cNvSpPr/>
          <p:nvPr/>
        </p:nvSpPr>
        <p:spPr>
          <a:xfrm>
            <a:off x="8138160" y="4594860"/>
            <a:ext cx="3383280" cy="1554480"/>
          </a:xfrm>
          <a:prstGeom prst="rect">
            <a:avLst/>
          </a:prstGeom>
          <a:solidFill>
            <a:srgbClr val="1E293B"/>
          </a:solidFill>
          <a:ln w="12700">
            <a:solidFill>
              <a:srgbClr val="334155"/>
            </a:solidFill>
            <a:prstDash val="solid"/>
          </a:ln>
        </p:spPr>
        <p:txBody>
          <a:bodyPr/>
          <a:lstStyle/>
          <a:p>
            <a:endParaRPr lang="fr-FR"/>
          </a:p>
        </p:txBody>
      </p:sp>
      <p:sp>
        <p:nvSpPr>
          <p:cNvPr id="46" name="Shape 35"/>
          <p:cNvSpPr/>
          <p:nvPr/>
        </p:nvSpPr>
        <p:spPr>
          <a:xfrm>
            <a:off x="8138160" y="4594860"/>
            <a:ext cx="66830" cy="1554480"/>
          </a:xfrm>
          <a:prstGeom prst="rect">
            <a:avLst/>
          </a:prstGeom>
          <a:solidFill>
            <a:srgbClr val="06B6D4"/>
          </a:solidFill>
          <a:ln w="12700">
            <a:solidFill>
              <a:srgbClr val="06B6D4"/>
            </a:solidFill>
            <a:prstDash val="solid"/>
          </a:ln>
        </p:spPr>
        <p:txBody>
          <a:bodyPr/>
          <a:lstStyle/>
          <a:p>
            <a:endParaRPr lang="fr-FR"/>
          </a:p>
        </p:txBody>
      </p:sp>
      <p:pic>
        <p:nvPicPr>
          <p:cNvPr id="47" name="Image 9" descr="preencoded.png"/>
          <p:cNvPicPr>
            <a:picLocks noChangeAspect="1"/>
          </p:cNvPicPr>
          <p:nvPr/>
        </p:nvPicPr>
        <p:blipFill>
          <a:blip r:embed="rId12"/>
          <a:stretch>
            <a:fillRect/>
          </a:stretch>
        </p:blipFill>
        <p:spPr>
          <a:xfrm>
            <a:off x="8412480" y="4869180"/>
            <a:ext cx="334151" cy="365760"/>
          </a:xfrm>
          <a:prstGeom prst="rect">
            <a:avLst/>
          </a:prstGeom>
        </p:spPr>
      </p:pic>
      <p:sp>
        <p:nvSpPr>
          <p:cNvPr id="48" name="Text 36"/>
          <p:cNvSpPr/>
          <p:nvPr/>
        </p:nvSpPr>
        <p:spPr>
          <a:xfrm>
            <a:off x="8915400" y="4823460"/>
            <a:ext cx="2547902" cy="41148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Pilotage admin</a:t>
            </a:r>
            <a:endParaRPr lang="en-US" sz="1600" dirty="0"/>
          </a:p>
        </p:txBody>
      </p:sp>
      <p:sp>
        <p:nvSpPr>
          <p:cNvPr id="49" name="Text 37"/>
          <p:cNvSpPr/>
          <p:nvPr/>
        </p:nvSpPr>
        <p:spPr>
          <a:xfrm>
            <a:off x="8412480" y="5372100"/>
            <a:ext cx="2965591" cy="640080"/>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Tickets, validation, alertes et analytics.</a:t>
            </a:r>
            <a:endParaRPr lang="en-US" sz="1200" dirty="0"/>
          </a:p>
        </p:txBody>
      </p:sp>
      <p:sp>
        <p:nvSpPr>
          <p:cNvPr id="50" name="Text 38"/>
          <p:cNvSpPr/>
          <p:nvPr/>
        </p:nvSpPr>
        <p:spPr>
          <a:xfrm>
            <a:off x="10911535" y="6446520"/>
            <a:ext cx="914400" cy="27432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04 / 24</a:t>
            </a:r>
            <a:endParaRPr lang="en-US" sz="1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1+#ppt_w/2"/>
                                          </p:val>
                                        </p:tav>
                                        <p:tav tm="100000">
                                          <p:val>
                                            <p:strVal val="#ppt_x"/>
                                          </p:val>
                                        </p:tav>
                                      </p:tavLst>
                                    </p:anim>
                                    <p:anim calcmode="lin" valueType="num">
                                      <p:cBhvr additive="base">
                                        <p:cTn id="12" dur="500" fill="hold"/>
                                        <p:tgtEl>
                                          <p:spTgt spid="8"/>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1+#ppt_w/2"/>
                                          </p:val>
                                        </p:tav>
                                        <p:tav tm="100000">
                                          <p:val>
                                            <p:strVal val="#ppt_x"/>
                                          </p:val>
                                        </p:tav>
                                      </p:tavLst>
                                    </p:anim>
                                    <p:anim calcmode="lin" valueType="num">
                                      <p:cBhvr additive="base">
                                        <p:cTn id="16" dur="500" fill="hold"/>
                                        <p:tgtEl>
                                          <p:spTgt spid="9"/>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1+#ppt_w/2"/>
                                          </p:val>
                                        </p:tav>
                                        <p:tav tm="100000">
                                          <p:val>
                                            <p:strVal val="#ppt_x"/>
                                          </p:val>
                                        </p:tav>
                                      </p:tavLst>
                                    </p:anim>
                                    <p:anim calcmode="lin" valueType="num">
                                      <p:cBhvr additive="base">
                                        <p:cTn id="20" dur="500" fill="hold"/>
                                        <p:tgtEl>
                                          <p:spTgt spid="10"/>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500" fill="hold"/>
                                        <p:tgtEl>
                                          <p:spTgt spid="11"/>
                                        </p:tgtEl>
                                        <p:attrNameLst>
                                          <p:attrName>ppt_x</p:attrName>
                                        </p:attrNameLst>
                                      </p:cBhvr>
                                      <p:tavLst>
                                        <p:tav tm="0">
                                          <p:val>
                                            <p:strVal val="1+#ppt_w/2"/>
                                          </p:val>
                                        </p:tav>
                                        <p:tav tm="100000">
                                          <p:val>
                                            <p:strVal val="#ppt_x"/>
                                          </p:val>
                                        </p:tav>
                                      </p:tavLst>
                                    </p:anim>
                                    <p:anim calcmode="lin" valueType="num">
                                      <p:cBhvr additive="base">
                                        <p:cTn id="24" dur="500" fill="hold"/>
                                        <p:tgtEl>
                                          <p:spTgt spid="11"/>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1+#ppt_w/2"/>
                                          </p:val>
                                        </p:tav>
                                        <p:tav tm="100000">
                                          <p:val>
                                            <p:strVal val="#ppt_x"/>
                                          </p:val>
                                        </p:tav>
                                      </p:tavLst>
                                    </p:anim>
                                    <p:anim calcmode="lin" valueType="num">
                                      <p:cBhvr additive="base">
                                        <p:cTn id="28" dur="500" fill="hold"/>
                                        <p:tgtEl>
                                          <p:spTgt spid="12"/>
                                        </p:tgtEl>
                                        <p:attrNameLst>
                                          <p:attrName>ppt_y</p:attrName>
                                        </p:attrNameLst>
                                      </p:cBhvr>
                                      <p:tavLst>
                                        <p:tav tm="0">
                                          <p:val>
                                            <p:strVal val="#ppt_y"/>
                                          </p:val>
                                        </p:tav>
                                        <p:tav tm="100000">
                                          <p:val>
                                            <p:strVal val="#ppt_y"/>
                                          </p:val>
                                        </p:tav>
                                      </p:tavLst>
                                    </p:anim>
                                  </p:childTnLst>
                                </p:cTn>
                              </p:par>
                              <p:par>
                                <p:cTn id="29" presetID="2" presetClass="entr" presetSubtype="2"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fill="hold"/>
                                        <p:tgtEl>
                                          <p:spTgt spid="13"/>
                                        </p:tgtEl>
                                        <p:attrNameLst>
                                          <p:attrName>ppt_x</p:attrName>
                                        </p:attrNameLst>
                                      </p:cBhvr>
                                      <p:tavLst>
                                        <p:tav tm="0">
                                          <p:val>
                                            <p:strVal val="1+#ppt_w/2"/>
                                          </p:val>
                                        </p:tav>
                                        <p:tav tm="100000">
                                          <p:val>
                                            <p:strVal val="#ppt_x"/>
                                          </p:val>
                                        </p:tav>
                                      </p:tavLst>
                                    </p:anim>
                                    <p:anim calcmode="lin" valueType="num">
                                      <p:cBhvr additive="base">
                                        <p:cTn id="32" dur="500" fill="hold"/>
                                        <p:tgtEl>
                                          <p:spTgt spid="13"/>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 calcmode="lin" valueType="num">
                                      <p:cBhvr additive="base">
                                        <p:cTn id="35" dur="500" fill="hold"/>
                                        <p:tgtEl>
                                          <p:spTgt spid="14"/>
                                        </p:tgtEl>
                                        <p:attrNameLst>
                                          <p:attrName>ppt_x</p:attrName>
                                        </p:attrNameLst>
                                      </p:cBhvr>
                                      <p:tavLst>
                                        <p:tav tm="0">
                                          <p:val>
                                            <p:strVal val="1+#ppt_w/2"/>
                                          </p:val>
                                        </p:tav>
                                        <p:tav tm="100000">
                                          <p:val>
                                            <p:strVal val="#ppt_x"/>
                                          </p:val>
                                        </p:tav>
                                      </p:tavLst>
                                    </p:anim>
                                    <p:anim calcmode="lin" valueType="num">
                                      <p:cBhvr additive="base">
                                        <p:cTn id="36" dur="500" fill="hold"/>
                                        <p:tgtEl>
                                          <p:spTgt spid="14"/>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 calcmode="lin" valueType="num">
                                      <p:cBhvr additive="base">
                                        <p:cTn id="39" dur="500" fill="hold"/>
                                        <p:tgtEl>
                                          <p:spTgt spid="15"/>
                                        </p:tgtEl>
                                        <p:attrNameLst>
                                          <p:attrName>ppt_x</p:attrName>
                                        </p:attrNameLst>
                                      </p:cBhvr>
                                      <p:tavLst>
                                        <p:tav tm="0">
                                          <p:val>
                                            <p:strVal val="1+#ppt_w/2"/>
                                          </p:val>
                                        </p:tav>
                                        <p:tav tm="100000">
                                          <p:val>
                                            <p:strVal val="#ppt_x"/>
                                          </p:val>
                                        </p:tav>
                                      </p:tavLst>
                                    </p:anim>
                                    <p:anim calcmode="lin" valueType="num">
                                      <p:cBhvr additive="base">
                                        <p:cTn id="40" dur="500" fill="hold"/>
                                        <p:tgtEl>
                                          <p:spTgt spid="15"/>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 calcmode="lin" valueType="num">
                                      <p:cBhvr additive="base">
                                        <p:cTn id="43" dur="500" fill="hold"/>
                                        <p:tgtEl>
                                          <p:spTgt spid="16"/>
                                        </p:tgtEl>
                                        <p:attrNameLst>
                                          <p:attrName>ppt_x</p:attrName>
                                        </p:attrNameLst>
                                      </p:cBhvr>
                                      <p:tavLst>
                                        <p:tav tm="0">
                                          <p:val>
                                            <p:strVal val="1+#ppt_w/2"/>
                                          </p:val>
                                        </p:tav>
                                        <p:tav tm="100000">
                                          <p:val>
                                            <p:strVal val="#ppt_x"/>
                                          </p:val>
                                        </p:tav>
                                      </p:tavLst>
                                    </p:anim>
                                    <p:anim calcmode="lin" valueType="num">
                                      <p:cBhvr additive="base">
                                        <p:cTn id="44" dur="500" fill="hold"/>
                                        <p:tgtEl>
                                          <p:spTgt spid="16"/>
                                        </p:tgtEl>
                                        <p:attrNameLst>
                                          <p:attrName>ppt_y</p:attrName>
                                        </p:attrNameLst>
                                      </p:cBhvr>
                                      <p:tavLst>
                                        <p:tav tm="0">
                                          <p:val>
                                            <p:strVal val="#ppt_y"/>
                                          </p:val>
                                        </p:tav>
                                        <p:tav tm="100000">
                                          <p:val>
                                            <p:strVal val="#ppt_y"/>
                                          </p:val>
                                        </p:tav>
                                      </p:tavLst>
                                    </p:anim>
                                  </p:childTnLst>
                                </p:cTn>
                              </p:par>
                              <p:par>
                                <p:cTn id="45" presetID="2" presetClass="entr" presetSubtype="2" fill="hold" nodeType="withEffect">
                                  <p:stCondLst>
                                    <p:cond delay="0"/>
                                  </p:stCondLst>
                                  <p:childTnLst>
                                    <p:set>
                                      <p:cBhvr>
                                        <p:cTn id="46" dur="1" fill="hold">
                                          <p:stCondLst>
                                            <p:cond delay="0"/>
                                          </p:stCondLst>
                                        </p:cTn>
                                        <p:tgtEl>
                                          <p:spTgt spid="17"/>
                                        </p:tgtEl>
                                        <p:attrNameLst>
                                          <p:attrName>style.visibility</p:attrName>
                                        </p:attrNameLst>
                                      </p:cBhvr>
                                      <p:to>
                                        <p:strVal val="visible"/>
                                      </p:to>
                                    </p:set>
                                    <p:anim calcmode="lin" valueType="num">
                                      <p:cBhvr additive="base">
                                        <p:cTn id="47" dur="500" fill="hold"/>
                                        <p:tgtEl>
                                          <p:spTgt spid="17"/>
                                        </p:tgtEl>
                                        <p:attrNameLst>
                                          <p:attrName>ppt_x</p:attrName>
                                        </p:attrNameLst>
                                      </p:cBhvr>
                                      <p:tavLst>
                                        <p:tav tm="0">
                                          <p:val>
                                            <p:strVal val="1+#ppt_w/2"/>
                                          </p:val>
                                        </p:tav>
                                        <p:tav tm="100000">
                                          <p:val>
                                            <p:strVal val="#ppt_x"/>
                                          </p:val>
                                        </p:tav>
                                      </p:tavLst>
                                    </p:anim>
                                    <p:anim calcmode="lin" valueType="num">
                                      <p:cBhvr additive="base">
                                        <p:cTn id="48" dur="500" fill="hold"/>
                                        <p:tgtEl>
                                          <p:spTgt spid="17"/>
                                        </p:tgtEl>
                                        <p:attrNameLst>
                                          <p:attrName>ppt_y</p:attrName>
                                        </p:attrNameLst>
                                      </p:cBhvr>
                                      <p:tavLst>
                                        <p:tav tm="0">
                                          <p:val>
                                            <p:strVal val="#ppt_y"/>
                                          </p:val>
                                        </p:tav>
                                        <p:tav tm="100000">
                                          <p:val>
                                            <p:strVal val="#ppt_y"/>
                                          </p:val>
                                        </p:tav>
                                      </p:tavLst>
                                    </p:anim>
                                  </p:childTnLst>
                                </p:cTn>
                              </p:par>
                              <p:par>
                                <p:cTn id="49" presetID="2" presetClass="entr" presetSubtype="2"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 calcmode="lin" valueType="num">
                                      <p:cBhvr additive="base">
                                        <p:cTn id="51" dur="500" fill="hold"/>
                                        <p:tgtEl>
                                          <p:spTgt spid="18"/>
                                        </p:tgtEl>
                                        <p:attrNameLst>
                                          <p:attrName>ppt_x</p:attrName>
                                        </p:attrNameLst>
                                      </p:cBhvr>
                                      <p:tavLst>
                                        <p:tav tm="0">
                                          <p:val>
                                            <p:strVal val="1+#ppt_w/2"/>
                                          </p:val>
                                        </p:tav>
                                        <p:tav tm="100000">
                                          <p:val>
                                            <p:strVal val="#ppt_x"/>
                                          </p:val>
                                        </p:tav>
                                      </p:tavLst>
                                    </p:anim>
                                    <p:anim calcmode="lin" valueType="num">
                                      <p:cBhvr additive="base">
                                        <p:cTn id="52" dur="500" fill="hold"/>
                                        <p:tgtEl>
                                          <p:spTgt spid="18"/>
                                        </p:tgtEl>
                                        <p:attrNameLst>
                                          <p:attrName>ppt_y</p:attrName>
                                        </p:attrNameLst>
                                      </p:cBhvr>
                                      <p:tavLst>
                                        <p:tav tm="0">
                                          <p:val>
                                            <p:strVal val="#ppt_y"/>
                                          </p:val>
                                        </p:tav>
                                        <p:tav tm="100000">
                                          <p:val>
                                            <p:strVal val="#ppt_y"/>
                                          </p:val>
                                        </p:tav>
                                      </p:tavLst>
                                    </p:anim>
                                  </p:childTnLst>
                                </p:cTn>
                              </p:par>
                              <p:par>
                                <p:cTn id="53" presetID="2" presetClass="entr" presetSubtype="2"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 calcmode="lin" valueType="num">
                                      <p:cBhvr additive="base">
                                        <p:cTn id="55" dur="500" fill="hold"/>
                                        <p:tgtEl>
                                          <p:spTgt spid="19"/>
                                        </p:tgtEl>
                                        <p:attrNameLst>
                                          <p:attrName>ppt_x</p:attrName>
                                        </p:attrNameLst>
                                      </p:cBhvr>
                                      <p:tavLst>
                                        <p:tav tm="0">
                                          <p:val>
                                            <p:strVal val="1+#ppt_w/2"/>
                                          </p:val>
                                        </p:tav>
                                        <p:tav tm="100000">
                                          <p:val>
                                            <p:strVal val="#ppt_x"/>
                                          </p:val>
                                        </p:tav>
                                      </p:tavLst>
                                    </p:anim>
                                    <p:anim calcmode="lin" valueType="num">
                                      <p:cBhvr additive="base">
                                        <p:cTn id="56" dur="500" fill="hold"/>
                                        <p:tgtEl>
                                          <p:spTgt spid="19"/>
                                        </p:tgtEl>
                                        <p:attrNameLst>
                                          <p:attrName>ppt_y</p:attrName>
                                        </p:attrNameLst>
                                      </p:cBhvr>
                                      <p:tavLst>
                                        <p:tav tm="0">
                                          <p:val>
                                            <p:strVal val="#ppt_y"/>
                                          </p:val>
                                        </p:tav>
                                        <p:tav tm="100000">
                                          <p:val>
                                            <p:strVal val="#ppt_y"/>
                                          </p:val>
                                        </p:tav>
                                      </p:tavLst>
                                    </p:anim>
                                  </p:childTnLst>
                                </p:cTn>
                              </p:par>
                              <p:par>
                                <p:cTn id="57" presetID="2" presetClass="entr" presetSubtype="2" fill="hold" grpId="0" nodeType="withEffect">
                                  <p:stCondLst>
                                    <p:cond delay="0"/>
                                  </p:stCondLst>
                                  <p:childTnLst>
                                    <p:set>
                                      <p:cBhvr>
                                        <p:cTn id="58" dur="1" fill="hold">
                                          <p:stCondLst>
                                            <p:cond delay="0"/>
                                          </p:stCondLst>
                                        </p:cTn>
                                        <p:tgtEl>
                                          <p:spTgt spid="20"/>
                                        </p:tgtEl>
                                        <p:attrNameLst>
                                          <p:attrName>style.visibility</p:attrName>
                                        </p:attrNameLst>
                                      </p:cBhvr>
                                      <p:to>
                                        <p:strVal val="visible"/>
                                      </p:to>
                                    </p:set>
                                    <p:anim calcmode="lin" valueType="num">
                                      <p:cBhvr additive="base">
                                        <p:cTn id="59" dur="500" fill="hold"/>
                                        <p:tgtEl>
                                          <p:spTgt spid="20"/>
                                        </p:tgtEl>
                                        <p:attrNameLst>
                                          <p:attrName>ppt_x</p:attrName>
                                        </p:attrNameLst>
                                      </p:cBhvr>
                                      <p:tavLst>
                                        <p:tav tm="0">
                                          <p:val>
                                            <p:strVal val="1+#ppt_w/2"/>
                                          </p:val>
                                        </p:tav>
                                        <p:tav tm="100000">
                                          <p:val>
                                            <p:strVal val="#ppt_x"/>
                                          </p:val>
                                        </p:tav>
                                      </p:tavLst>
                                    </p:anim>
                                    <p:anim calcmode="lin" valueType="num">
                                      <p:cBhvr additive="base">
                                        <p:cTn id="60" dur="500" fill="hold"/>
                                        <p:tgtEl>
                                          <p:spTgt spid="20"/>
                                        </p:tgtEl>
                                        <p:attrNameLst>
                                          <p:attrName>ppt_y</p:attrName>
                                        </p:attrNameLst>
                                      </p:cBhvr>
                                      <p:tavLst>
                                        <p:tav tm="0">
                                          <p:val>
                                            <p:strVal val="#ppt_y"/>
                                          </p:val>
                                        </p:tav>
                                        <p:tav tm="100000">
                                          <p:val>
                                            <p:strVal val="#ppt_y"/>
                                          </p:val>
                                        </p:tav>
                                      </p:tavLst>
                                    </p:anim>
                                  </p:childTnLst>
                                </p:cTn>
                              </p:par>
                              <p:par>
                                <p:cTn id="61" presetID="2" presetClass="entr" presetSubtype="2" fill="hold" nodeType="withEffect">
                                  <p:stCondLst>
                                    <p:cond delay="0"/>
                                  </p:stCondLst>
                                  <p:childTnLst>
                                    <p:set>
                                      <p:cBhvr>
                                        <p:cTn id="62" dur="1" fill="hold">
                                          <p:stCondLst>
                                            <p:cond delay="0"/>
                                          </p:stCondLst>
                                        </p:cTn>
                                        <p:tgtEl>
                                          <p:spTgt spid="21"/>
                                        </p:tgtEl>
                                        <p:attrNameLst>
                                          <p:attrName>style.visibility</p:attrName>
                                        </p:attrNameLst>
                                      </p:cBhvr>
                                      <p:to>
                                        <p:strVal val="visible"/>
                                      </p:to>
                                    </p:set>
                                    <p:anim calcmode="lin" valueType="num">
                                      <p:cBhvr additive="base">
                                        <p:cTn id="63" dur="500" fill="hold"/>
                                        <p:tgtEl>
                                          <p:spTgt spid="21"/>
                                        </p:tgtEl>
                                        <p:attrNameLst>
                                          <p:attrName>ppt_x</p:attrName>
                                        </p:attrNameLst>
                                      </p:cBhvr>
                                      <p:tavLst>
                                        <p:tav tm="0">
                                          <p:val>
                                            <p:strVal val="1+#ppt_w/2"/>
                                          </p:val>
                                        </p:tav>
                                        <p:tav tm="100000">
                                          <p:val>
                                            <p:strVal val="#ppt_x"/>
                                          </p:val>
                                        </p:tav>
                                      </p:tavLst>
                                    </p:anim>
                                    <p:anim calcmode="lin" valueType="num">
                                      <p:cBhvr additive="base">
                                        <p:cTn id="64" dur="500" fill="hold"/>
                                        <p:tgtEl>
                                          <p:spTgt spid="21"/>
                                        </p:tgtEl>
                                        <p:attrNameLst>
                                          <p:attrName>ppt_y</p:attrName>
                                        </p:attrNameLst>
                                      </p:cBhvr>
                                      <p:tavLst>
                                        <p:tav tm="0">
                                          <p:val>
                                            <p:strVal val="#ppt_y"/>
                                          </p:val>
                                        </p:tav>
                                        <p:tav tm="100000">
                                          <p:val>
                                            <p:strVal val="#ppt_y"/>
                                          </p:val>
                                        </p:tav>
                                      </p:tavLst>
                                    </p:anim>
                                  </p:childTnLst>
                                </p:cTn>
                              </p:par>
                              <p:par>
                                <p:cTn id="65" presetID="2" presetClass="entr" presetSubtype="2" fill="hold" grpId="0" nodeType="withEffect">
                                  <p:stCondLst>
                                    <p:cond delay="0"/>
                                  </p:stCondLst>
                                  <p:childTnLst>
                                    <p:set>
                                      <p:cBhvr>
                                        <p:cTn id="66" dur="1" fill="hold">
                                          <p:stCondLst>
                                            <p:cond delay="0"/>
                                          </p:stCondLst>
                                        </p:cTn>
                                        <p:tgtEl>
                                          <p:spTgt spid="22"/>
                                        </p:tgtEl>
                                        <p:attrNameLst>
                                          <p:attrName>style.visibility</p:attrName>
                                        </p:attrNameLst>
                                      </p:cBhvr>
                                      <p:to>
                                        <p:strVal val="visible"/>
                                      </p:to>
                                    </p:set>
                                    <p:anim calcmode="lin" valueType="num">
                                      <p:cBhvr additive="base">
                                        <p:cTn id="67" dur="500" fill="hold"/>
                                        <p:tgtEl>
                                          <p:spTgt spid="22"/>
                                        </p:tgtEl>
                                        <p:attrNameLst>
                                          <p:attrName>ppt_x</p:attrName>
                                        </p:attrNameLst>
                                      </p:cBhvr>
                                      <p:tavLst>
                                        <p:tav tm="0">
                                          <p:val>
                                            <p:strVal val="1+#ppt_w/2"/>
                                          </p:val>
                                        </p:tav>
                                        <p:tav tm="100000">
                                          <p:val>
                                            <p:strVal val="#ppt_x"/>
                                          </p:val>
                                        </p:tav>
                                      </p:tavLst>
                                    </p:anim>
                                    <p:anim calcmode="lin" valueType="num">
                                      <p:cBhvr additive="base">
                                        <p:cTn id="68" dur="500" fill="hold"/>
                                        <p:tgtEl>
                                          <p:spTgt spid="22"/>
                                        </p:tgtEl>
                                        <p:attrNameLst>
                                          <p:attrName>ppt_y</p:attrName>
                                        </p:attrNameLst>
                                      </p:cBhvr>
                                      <p:tavLst>
                                        <p:tav tm="0">
                                          <p:val>
                                            <p:strVal val="#ppt_y"/>
                                          </p:val>
                                        </p:tav>
                                        <p:tav tm="100000">
                                          <p:val>
                                            <p:strVal val="#ppt_y"/>
                                          </p:val>
                                        </p:tav>
                                      </p:tavLst>
                                    </p:anim>
                                  </p:childTnLst>
                                </p:cTn>
                              </p:par>
                              <p:par>
                                <p:cTn id="69" presetID="2" presetClass="entr" presetSubtype="2" fill="hold" grpId="0" nodeType="withEffect">
                                  <p:stCondLst>
                                    <p:cond delay="0"/>
                                  </p:stCondLst>
                                  <p:childTnLst>
                                    <p:set>
                                      <p:cBhvr>
                                        <p:cTn id="70" dur="1" fill="hold">
                                          <p:stCondLst>
                                            <p:cond delay="0"/>
                                          </p:stCondLst>
                                        </p:cTn>
                                        <p:tgtEl>
                                          <p:spTgt spid="23"/>
                                        </p:tgtEl>
                                        <p:attrNameLst>
                                          <p:attrName>style.visibility</p:attrName>
                                        </p:attrNameLst>
                                      </p:cBhvr>
                                      <p:to>
                                        <p:strVal val="visible"/>
                                      </p:to>
                                    </p:set>
                                    <p:anim calcmode="lin" valueType="num">
                                      <p:cBhvr additive="base">
                                        <p:cTn id="71" dur="500" fill="hold"/>
                                        <p:tgtEl>
                                          <p:spTgt spid="23"/>
                                        </p:tgtEl>
                                        <p:attrNameLst>
                                          <p:attrName>ppt_x</p:attrName>
                                        </p:attrNameLst>
                                      </p:cBhvr>
                                      <p:tavLst>
                                        <p:tav tm="0">
                                          <p:val>
                                            <p:strVal val="1+#ppt_w/2"/>
                                          </p:val>
                                        </p:tav>
                                        <p:tav tm="100000">
                                          <p:val>
                                            <p:strVal val="#ppt_x"/>
                                          </p:val>
                                        </p:tav>
                                      </p:tavLst>
                                    </p:anim>
                                    <p:anim calcmode="lin" valueType="num">
                                      <p:cBhvr additive="base">
                                        <p:cTn id="72" dur="500" fill="hold"/>
                                        <p:tgtEl>
                                          <p:spTgt spid="23"/>
                                        </p:tgtEl>
                                        <p:attrNameLst>
                                          <p:attrName>ppt_y</p:attrName>
                                        </p:attrNameLst>
                                      </p:cBhvr>
                                      <p:tavLst>
                                        <p:tav tm="0">
                                          <p:val>
                                            <p:strVal val="#ppt_y"/>
                                          </p:val>
                                        </p:tav>
                                        <p:tav tm="100000">
                                          <p:val>
                                            <p:strVal val="#ppt_y"/>
                                          </p:val>
                                        </p:tav>
                                      </p:tavLst>
                                    </p:anim>
                                  </p:childTnLst>
                                </p:cTn>
                              </p:par>
                              <p:par>
                                <p:cTn id="73" presetID="2" presetClass="entr" presetSubtype="2" fill="hold" grpId="0" nodeType="withEffect">
                                  <p:stCondLst>
                                    <p:cond delay="0"/>
                                  </p:stCondLst>
                                  <p:childTnLst>
                                    <p:set>
                                      <p:cBhvr>
                                        <p:cTn id="74" dur="1" fill="hold">
                                          <p:stCondLst>
                                            <p:cond delay="0"/>
                                          </p:stCondLst>
                                        </p:cTn>
                                        <p:tgtEl>
                                          <p:spTgt spid="24"/>
                                        </p:tgtEl>
                                        <p:attrNameLst>
                                          <p:attrName>style.visibility</p:attrName>
                                        </p:attrNameLst>
                                      </p:cBhvr>
                                      <p:to>
                                        <p:strVal val="visible"/>
                                      </p:to>
                                    </p:set>
                                    <p:anim calcmode="lin" valueType="num">
                                      <p:cBhvr additive="base">
                                        <p:cTn id="75" dur="500" fill="hold"/>
                                        <p:tgtEl>
                                          <p:spTgt spid="24"/>
                                        </p:tgtEl>
                                        <p:attrNameLst>
                                          <p:attrName>ppt_x</p:attrName>
                                        </p:attrNameLst>
                                      </p:cBhvr>
                                      <p:tavLst>
                                        <p:tav tm="0">
                                          <p:val>
                                            <p:strVal val="1+#ppt_w/2"/>
                                          </p:val>
                                        </p:tav>
                                        <p:tav tm="100000">
                                          <p:val>
                                            <p:strVal val="#ppt_x"/>
                                          </p:val>
                                        </p:tav>
                                      </p:tavLst>
                                    </p:anim>
                                    <p:anim calcmode="lin" valueType="num">
                                      <p:cBhvr additive="base">
                                        <p:cTn id="76" dur="500" fill="hold"/>
                                        <p:tgtEl>
                                          <p:spTgt spid="24"/>
                                        </p:tgtEl>
                                        <p:attrNameLst>
                                          <p:attrName>ppt_y</p:attrName>
                                        </p:attrNameLst>
                                      </p:cBhvr>
                                      <p:tavLst>
                                        <p:tav tm="0">
                                          <p:val>
                                            <p:strVal val="#ppt_y"/>
                                          </p:val>
                                        </p:tav>
                                        <p:tav tm="100000">
                                          <p:val>
                                            <p:strVal val="#ppt_y"/>
                                          </p:val>
                                        </p:tav>
                                      </p:tavLst>
                                    </p:anim>
                                  </p:childTnLst>
                                </p:cTn>
                              </p:par>
                              <p:par>
                                <p:cTn id="77" presetID="2" presetClass="entr" presetSubtype="2" fill="hold" nodeType="withEffect">
                                  <p:stCondLst>
                                    <p:cond delay="0"/>
                                  </p:stCondLst>
                                  <p:childTnLst>
                                    <p:set>
                                      <p:cBhvr>
                                        <p:cTn id="78" dur="1" fill="hold">
                                          <p:stCondLst>
                                            <p:cond delay="0"/>
                                          </p:stCondLst>
                                        </p:cTn>
                                        <p:tgtEl>
                                          <p:spTgt spid="25"/>
                                        </p:tgtEl>
                                        <p:attrNameLst>
                                          <p:attrName>style.visibility</p:attrName>
                                        </p:attrNameLst>
                                      </p:cBhvr>
                                      <p:to>
                                        <p:strVal val="visible"/>
                                      </p:to>
                                    </p:set>
                                    <p:anim calcmode="lin" valueType="num">
                                      <p:cBhvr additive="base">
                                        <p:cTn id="79" dur="500" fill="hold"/>
                                        <p:tgtEl>
                                          <p:spTgt spid="25"/>
                                        </p:tgtEl>
                                        <p:attrNameLst>
                                          <p:attrName>ppt_x</p:attrName>
                                        </p:attrNameLst>
                                      </p:cBhvr>
                                      <p:tavLst>
                                        <p:tav tm="0">
                                          <p:val>
                                            <p:strVal val="1+#ppt_w/2"/>
                                          </p:val>
                                        </p:tav>
                                        <p:tav tm="100000">
                                          <p:val>
                                            <p:strVal val="#ppt_x"/>
                                          </p:val>
                                        </p:tav>
                                      </p:tavLst>
                                    </p:anim>
                                    <p:anim calcmode="lin" valueType="num">
                                      <p:cBhvr additive="base">
                                        <p:cTn id="80" dur="500" fill="hold"/>
                                        <p:tgtEl>
                                          <p:spTgt spid="25"/>
                                        </p:tgtEl>
                                        <p:attrNameLst>
                                          <p:attrName>ppt_y</p:attrName>
                                        </p:attrNameLst>
                                      </p:cBhvr>
                                      <p:tavLst>
                                        <p:tav tm="0">
                                          <p:val>
                                            <p:strVal val="#ppt_y"/>
                                          </p:val>
                                        </p:tav>
                                        <p:tav tm="100000">
                                          <p:val>
                                            <p:strVal val="#ppt_y"/>
                                          </p:val>
                                        </p:tav>
                                      </p:tavLst>
                                    </p:anim>
                                  </p:childTnLst>
                                </p:cTn>
                              </p:par>
                              <p:par>
                                <p:cTn id="81" presetID="2" presetClass="entr" presetSubtype="2" fill="hold" grpId="0" nodeType="withEffect">
                                  <p:stCondLst>
                                    <p:cond delay="0"/>
                                  </p:stCondLst>
                                  <p:childTnLst>
                                    <p:set>
                                      <p:cBhvr>
                                        <p:cTn id="82" dur="1" fill="hold">
                                          <p:stCondLst>
                                            <p:cond delay="0"/>
                                          </p:stCondLst>
                                        </p:cTn>
                                        <p:tgtEl>
                                          <p:spTgt spid="26"/>
                                        </p:tgtEl>
                                        <p:attrNameLst>
                                          <p:attrName>style.visibility</p:attrName>
                                        </p:attrNameLst>
                                      </p:cBhvr>
                                      <p:to>
                                        <p:strVal val="visible"/>
                                      </p:to>
                                    </p:set>
                                    <p:anim calcmode="lin" valueType="num">
                                      <p:cBhvr additive="base">
                                        <p:cTn id="83" dur="500" fill="hold"/>
                                        <p:tgtEl>
                                          <p:spTgt spid="26"/>
                                        </p:tgtEl>
                                        <p:attrNameLst>
                                          <p:attrName>ppt_x</p:attrName>
                                        </p:attrNameLst>
                                      </p:cBhvr>
                                      <p:tavLst>
                                        <p:tav tm="0">
                                          <p:val>
                                            <p:strVal val="1+#ppt_w/2"/>
                                          </p:val>
                                        </p:tav>
                                        <p:tav tm="100000">
                                          <p:val>
                                            <p:strVal val="#ppt_x"/>
                                          </p:val>
                                        </p:tav>
                                      </p:tavLst>
                                    </p:anim>
                                    <p:anim calcmode="lin" valueType="num">
                                      <p:cBhvr additive="base">
                                        <p:cTn id="84" dur="500" fill="hold"/>
                                        <p:tgtEl>
                                          <p:spTgt spid="26"/>
                                        </p:tgtEl>
                                        <p:attrNameLst>
                                          <p:attrName>ppt_y</p:attrName>
                                        </p:attrNameLst>
                                      </p:cBhvr>
                                      <p:tavLst>
                                        <p:tav tm="0">
                                          <p:val>
                                            <p:strVal val="#ppt_y"/>
                                          </p:val>
                                        </p:tav>
                                        <p:tav tm="100000">
                                          <p:val>
                                            <p:strVal val="#ppt_y"/>
                                          </p:val>
                                        </p:tav>
                                      </p:tavLst>
                                    </p:anim>
                                  </p:childTnLst>
                                </p:cTn>
                              </p:par>
                              <p:par>
                                <p:cTn id="85" presetID="2" presetClass="entr" presetSubtype="2" fill="hold" grpId="0" nodeType="withEffect">
                                  <p:stCondLst>
                                    <p:cond delay="0"/>
                                  </p:stCondLst>
                                  <p:childTnLst>
                                    <p:set>
                                      <p:cBhvr>
                                        <p:cTn id="86" dur="1" fill="hold">
                                          <p:stCondLst>
                                            <p:cond delay="0"/>
                                          </p:stCondLst>
                                        </p:cTn>
                                        <p:tgtEl>
                                          <p:spTgt spid="27"/>
                                        </p:tgtEl>
                                        <p:attrNameLst>
                                          <p:attrName>style.visibility</p:attrName>
                                        </p:attrNameLst>
                                      </p:cBhvr>
                                      <p:to>
                                        <p:strVal val="visible"/>
                                      </p:to>
                                    </p:set>
                                    <p:anim calcmode="lin" valueType="num">
                                      <p:cBhvr additive="base">
                                        <p:cTn id="87" dur="500" fill="hold"/>
                                        <p:tgtEl>
                                          <p:spTgt spid="27"/>
                                        </p:tgtEl>
                                        <p:attrNameLst>
                                          <p:attrName>ppt_x</p:attrName>
                                        </p:attrNameLst>
                                      </p:cBhvr>
                                      <p:tavLst>
                                        <p:tav tm="0">
                                          <p:val>
                                            <p:strVal val="1+#ppt_w/2"/>
                                          </p:val>
                                        </p:tav>
                                        <p:tav tm="100000">
                                          <p:val>
                                            <p:strVal val="#ppt_x"/>
                                          </p:val>
                                        </p:tav>
                                      </p:tavLst>
                                    </p:anim>
                                    <p:anim calcmode="lin" valueType="num">
                                      <p:cBhvr additive="base">
                                        <p:cTn id="88" dur="500" fill="hold"/>
                                        <p:tgtEl>
                                          <p:spTgt spid="27"/>
                                        </p:tgtEl>
                                        <p:attrNameLst>
                                          <p:attrName>ppt_y</p:attrName>
                                        </p:attrNameLst>
                                      </p:cBhvr>
                                      <p:tavLst>
                                        <p:tav tm="0">
                                          <p:val>
                                            <p:strVal val="#ppt_y"/>
                                          </p:val>
                                        </p:tav>
                                        <p:tav tm="100000">
                                          <p:val>
                                            <p:strVal val="#ppt_y"/>
                                          </p:val>
                                        </p:tav>
                                      </p:tavLst>
                                    </p:anim>
                                  </p:childTnLst>
                                </p:cTn>
                              </p:par>
                              <p:par>
                                <p:cTn id="89" presetID="2" presetClass="entr" presetSubtype="2" fill="hold" grpId="0" nodeType="withEffect">
                                  <p:stCondLst>
                                    <p:cond delay="0"/>
                                  </p:stCondLst>
                                  <p:childTnLst>
                                    <p:set>
                                      <p:cBhvr>
                                        <p:cTn id="90" dur="1" fill="hold">
                                          <p:stCondLst>
                                            <p:cond delay="0"/>
                                          </p:stCondLst>
                                        </p:cTn>
                                        <p:tgtEl>
                                          <p:spTgt spid="28"/>
                                        </p:tgtEl>
                                        <p:attrNameLst>
                                          <p:attrName>style.visibility</p:attrName>
                                        </p:attrNameLst>
                                      </p:cBhvr>
                                      <p:to>
                                        <p:strVal val="visible"/>
                                      </p:to>
                                    </p:set>
                                    <p:anim calcmode="lin" valueType="num">
                                      <p:cBhvr additive="base">
                                        <p:cTn id="91" dur="500" fill="hold"/>
                                        <p:tgtEl>
                                          <p:spTgt spid="28"/>
                                        </p:tgtEl>
                                        <p:attrNameLst>
                                          <p:attrName>ppt_x</p:attrName>
                                        </p:attrNameLst>
                                      </p:cBhvr>
                                      <p:tavLst>
                                        <p:tav tm="0">
                                          <p:val>
                                            <p:strVal val="1+#ppt_w/2"/>
                                          </p:val>
                                        </p:tav>
                                        <p:tav tm="100000">
                                          <p:val>
                                            <p:strVal val="#ppt_x"/>
                                          </p:val>
                                        </p:tav>
                                      </p:tavLst>
                                    </p:anim>
                                    <p:anim calcmode="lin" valueType="num">
                                      <p:cBhvr additive="base">
                                        <p:cTn id="92" dur="500" fill="hold"/>
                                        <p:tgtEl>
                                          <p:spTgt spid="28"/>
                                        </p:tgtEl>
                                        <p:attrNameLst>
                                          <p:attrName>ppt_y</p:attrName>
                                        </p:attrNameLst>
                                      </p:cBhvr>
                                      <p:tavLst>
                                        <p:tav tm="0">
                                          <p:val>
                                            <p:strVal val="#ppt_y"/>
                                          </p:val>
                                        </p:tav>
                                        <p:tav tm="100000">
                                          <p:val>
                                            <p:strVal val="#ppt_y"/>
                                          </p:val>
                                        </p:tav>
                                      </p:tavLst>
                                    </p:anim>
                                  </p:childTnLst>
                                </p:cTn>
                              </p:par>
                              <p:par>
                                <p:cTn id="93" presetID="2" presetClass="entr" presetSubtype="2" fill="hold" nodeType="withEffect">
                                  <p:stCondLst>
                                    <p:cond delay="0"/>
                                  </p:stCondLst>
                                  <p:childTnLst>
                                    <p:set>
                                      <p:cBhvr>
                                        <p:cTn id="94" dur="1" fill="hold">
                                          <p:stCondLst>
                                            <p:cond delay="0"/>
                                          </p:stCondLst>
                                        </p:cTn>
                                        <p:tgtEl>
                                          <p:spTgt spid="29"/>
                                        </p:tgtEl>
                                        <p:attrNameLst>
                                          <p:attrName>style.visibility</p:attrName>
                                        </p:attrNameLst>
                                      </p:cBhvr>
                                      <p:to>
                                        <p:strVal val="visible"/>
                                      </p:to>
                                    </p:set>
                                    <p:anim calcmode="lin" valueType="num">
                                      <p:cBhvr additive="base">
                                        <p:cTn id="95" dur="500" fill="hold"/>
                                        <p:tgtEl>
                                          <p:spTgt spid="29"/>
                                        </p:tgtEl>
                                        <p:attrNameLst>
                                          <p:attrName>ppt_x</p:attrName>
                                        </p:attrNameLst>
                                      </p:cBhvr>
                                      <p:tavLst>
                                        <p:tav tm="0">
                                          <p:val>
                                            <p:strVal val="1+#ppt_w/2"/>
                                          </p:val>
                                        </p:tav>
                                        <p:tav tm="100000">
                                          <p:val>
                                            <p:strVal val="#ppt_x"/>
                                          </p:val>
                                        </p:tav>
                                      </p:tavLst>
                                    </p:anim>
                                    <p:anim calcmode="lin" valueType="num">
                                      <p:cBhvr additive="base">
                                        <p:cTn id="96" dur="500" fill="hold"/>
                                        <p:tgtEl>
                                          <p:spTgt spid="29"/>
                                        </p:tgtEl>
                                        <p:attrNameLst>
                                          <p:attrName>ppt_y</p:attrName>
                                        </p:attrNameLst>
                                      </p:cBhvr>
                                      <p:tavLst>
                                        <p:tav tm="0">
                                          <p:val>
                                            <p:strVal val="#ppt_y"/>
                                          </p:val>
                                        </p:tav>
                                        <p:tav tm="100000">
                                          <p:val>
                                            <p:strVal val="#ppt_y"/>
                                          </p:val>
                                        </p:tav>
                                      </p:tavLst>
                                    </p:anim>
                                  </p:childTnLst>
                                </p:cTn>
                              </p:par>
                              <p:par>
                                <p:cTn id="97" presetID="2" presetClass="entr" presetSubtype="2" fill="hold" grpId="0" nodeType="withEffect">
                                  <p:stCondLst>
                                    <p:cond delay="0"/>
                                  </p:stCondLst>
                                  <p:childTnLst>
                                    <p:set>
                                      <p:cBhvr>
                                        <p:cTn id="98" dur="1" fill="hold">
                                          <p:stCondLst>
                                            <p:cond delay="0"/>
                                          </p:stCondLst>
                                        </p:cTn>
                                        <p:tgtEl>
                                          <p:spTgt spid="30"/>
                                        </p:tgtEl>
                                        <p:attrNameLst>
                                          <p:attrName>style.visibility</p:attrName>
                                        </p:attrNameLst>
                                      </p:cBhvr>
                                      <p:to>
                                        <p:strVal val="visible"/>
                                      </p:to>
                                    </p:set>
                                    <p:anim calcmode="lin" valueType="num">
                                      <p:cBhvr additive="base">
                                        <p:cTn id="99" dur="500" fill="hold"/>
                                        <p:tgtEl>
                                          <p:spTgt spid="30"/>
                                        </p:tgtEl>
                                        <p:attrNameLst>
                                          <p:attrName>ppt_x</p:attrName>
                                        </p:attrNameLst>
                                      </p:cBhvr>
                                      <p:tavLst>
                                        <p:tav tm="0">
                                          <p:val>
                                            <p:strVal val="1+#ppt_w/2"/>
                                          </p:val>
                                        </p:tav>
                                        <p:tav tm="100000">
                                          <p:val>
                                            <p:strVal val="#ppt_x"/>
                                          </p:val>
                                        </p:tav>
                                      </p:tavLst>
                                    </p:anim>
                                    <p:anim calcmode="lin" valueType="num">
                                      <p:cBhvr additive="base">
                                        <p:cTn id="100" dur="500" fill="hold"/>
                                        <p:tgtEl>
                                          <p:spTgt spid="30"/>
                                        </p:tgtEl>
                                        <p:attrNameLst>
                                          <p:attrName>ppt_y</p:attrName>
                                        </p:attrNameLst>
                                      </p:cBhvr>
                                      <p:tavLst>
                                        <p:tav tm="0">
                                          <p:val>
                                            <p:strVal val="#ppt_y"/>
                                          </p:val>
                                        </p:tav>
                                        <p:tav tm="100000">
                                          <p:val>
                                            <p:strVal val="#ppt_y"/>
                                          </p:val>
                                        </p:tav>
                                      </p:tavLst>
                                    </p:anim>
                                  </p:childTnLst>
                                </p:cTn>
                              </p:par>
                              <p:par>
                                <p:cTn id="101" presetID="2" presetClass="entr" presetSubtype="2" fill="hold" grpId="0" nodeType="withEffect">
                                  <p:stCondLst>
                                    <p:cond delay="0"/>
                                  </p:stCondLst>
                                  <p:childTnLst>
                                    <p:set>
                                      <p:cBhvr>
                                        <p:cTn id="102" dur="1" fill="hold">
                                          <p:stCondLst>
                                            <p:cond delay="0"/>
                                          </p:stCondLst>
                                        </p:cTn>
                                        <p:tgtEl>
                                          <p:spTgt spid="31"/>
                                        </p:tgtEl>
                                        <p:attrNameLst>
                                          <p:attrName>style.visibility</p:attrName>
                                        </p:attrNameLst>
                                      </p:cBhvr>
                                      <p:to>
                                        <p:strVal val="visible"/>
                                      </p:to>
                                    </p:set>
                                    <p:anim calcmode="lin" valueType="num">
                                      <p:cBhvr additive="base">
                                        <p:cTn id="103" dur="500" fill="hold"/>
                                        <p:tgtEl>
                                          <p:spTgt spid="31"/>
                                        </p:tgtEl>
                                        <p:attrNameLst>
                                          <p:attrName>ppt_x</p:attrName>
                                        </p:attrNameLst>
                                      </p:cBhvr>
                                      <p:tavLst>
                                        <p:tav tm="0">
                                          <p:val>
                                            <p:strVal val="1+#ppt_w/2"/>
                                          </p:val>
                                        </p:tav>
                                        <p:tav tm="100000">
                                          <p:val>
                                            <p:strVal val="#ppt_x"/>
                                          </p:val>
                                        </p:tav>
                                      </p:tavLst>
                                    </p:anim>
                                    <p:anim calcmode="lin" valueType="num">
                                      <p:cBhvr additive="base">
                                        <p:cTn id="104" dur="500" fill="hold"/>
                                        <p:tgtEl>
                                          <p:spTgt spid="31"/>
                                        </p:tgtEl>
                                        <p:attrNameLst>
                                          <p:attrName>ppt_y</p:attrName>
                                        </p:attrNameLst>
                                      </p:cBhvr>
                                      <p:tavLst>
                                        <p:tav tm="0">
                                          <p:val>
                                            <p:strVal val="#ppt_y"/>
                                          </p:val>
                                        </p:tav>
                                        <p:tav tm="100000">
                                          <p:val>
                                            <p:strVal val="#ppt_y"/>
                                          </p:val>
                                        </p:tav>
                                      </p:tavLst>
                                    </p:anim>
                                  </p:childTnLst>
                                </p:cTn>
                              </p:par>
                              <p:par>
                                <p:cTn id="105" presetID="2" presetClass="entr" presetSubtype="2" fill="hold" grpId="0" nodeType="withEffect">
                                  <p:stCondLst>
                                    <p:cond delay="0"/>
                                  </p:stCondLst>
                                  <p:childTnLst>
                                    <p:set>
                                      <p:cBhvr>
                                        <p:cTn id="106" dur="1" fill="hold">
                                          <p:stCondLst>
                                            <p:cond delay="0"/>
                                          </p:stCondLst>
                                        </p:cTn>
                                        <p:tgtEl>
                                          <p:spTgt spid="32"/>
                                        </p:tgtEl>
                                        <p:attrNameLst>
                                          <p:attrName>style.visibility</p:attrName>
                                        </p:attrNameLst>
                                      </p:cBhvr>
                                      <p:to>
                                        <p:strVal val="visible"/>
                                      </p:to>
                                    </p:set>
                                    <p:anim calcmode="lin" valueType="num">
                                      <p:cBhvr additive="base">
                                        <p:cTn id="107" dur="500" fill="hold"/>
                                        <p:tgtEl>
                                          <p:spTgt spid="32"/>
                                        </p:tgtEl>
                                        <p:attrNameLst>
                                          <p:attrName>ppt_x</p:attrName>
                                        </p:attrNameLst>
                                      </p:cBhvr>
                                      <p:tavLst>
                                        <p:tav tm="0">
                                          <p:val>
                                            <p:strVal val="1+#ppt_w/2"/>
                                          </p:val>
                                        </p:tav>
                                        <p:tav tm="100000">
                                          <p:val>
                                            <p:strVal val="#ppt_x"/>
                                          </p:val>
                                        </p:tav>
                                      </p:tavLst>
                                    </p:anim>
                                    <p:anim calcmode="lin" valueType="num">
                                      <p:cBhvr additive="base">
                                        <p:cTn id="108" dur="500" fill="hold"/>
                                        <p:tgtEl>
                                          <p:spTgt spid="32"/>
                                        </p:tgtEl>
                                        <p:attrNameLst>
                                          <p:attrName>ppt_y</p:attrName>
                                        </p:attrNameLst>
                                      </p:cBhvr>
                                      <p:tavLst>
                                        <p:tav tm="0">
                                          <p:val>
                                            <p:strVal val="#ppt_y"/>
                                          </p:val>
                                        </p:tav>
                                        <p:tav tm="100000">
                                          <p:val>
                                            <p:strVal val="#ppt_y"/>
                                          </p:val>
                                        </p:tav>
                                      </p:tavLst>
                                    </p:anim>
                                  </p:childTnLst>
                                </p:cTn>
                              </p:par>
                              <p:par>
                                <p:cTn id="109" presetID="2" presetClass="entr" presetSubtype="2" fill="hold" nodeType="withEffect">
                                  <p:stCondLst>
                                    <p:cond delay="0"/>
                                  </p:stCondLst>
                                  <p:childTnLst>
                                    <p:set>
                                      <p:cBhvr>
                                        <p:cTn id="110" dur="1" fill="hold">
                                          <p:stCondLst>
                                            <p:cond delay="0"/>
                                          </p:stCondLst>
                                        </p:cTn>
                                        <p:tgtEl>
                                          <p:spTgt spid="33"/>
                                        </p:tgtEl>
                                        <p:attrNameLst>
                                          <p:attrName>style.visibility</p:attrName>
                                        </p:attrNameLst>
                                      </p:cBhvr>
                                      <p:to>
                                        <p:strVal val="visible"/>
                                      </p:to>
                                    </p:set>
                                    <p:anim calcmode="lin" valueType="num">
                                      <p:cBhvr additive="base">
                                        <p:cTn id="111" dur="500" fill="hold"/>
                                        <p:tgtEl>
                                          <p:spTgt spid="33"/>
                                        </p:tgtEl>
                                        <p:attrNameLst>
                                          <p:attrName>ppt_x</p:attrName>
                                        </p:attrNameLst>
                                      </p:cBhvr>
                                      <p:tavLst>
                                        <p:tav tm="0">
                                          <p:val>
                                            <p:strVal val="1+#ppt_w/2"/>
                                          </p:val>
                                        </p:tav>
                                        <p:tav tm="100000">
                                          <p:val>
                                            <p:strVal val="#ppt_x"/>
                                          </p:val>
                                        </p:tav>
                                      </p:tavLst>
                                    </p:anim>
                                    <p:anim calcmode="lin" valueType="num">
                                      <p:cBhvr additive="base">
                                        <p:cTn id="112" dur="500" fill="hold"/>
                                        <p:tgtEl>
                                          <p:spTgt spid="33"/>
                                        </p:tgtEl>
                                        <p:attrNameLst>
                                          <p:attrName>ppt_y</p:attrName>
                                        </p:attrNameLst>
                                      </p:cBhvr>
                                      <p:tavLst>
                                        <p:tav tm="0">
                                          <p:val>
                                            <p:strVal val="#ppt_y"/>
                                          </p:val>
                                        </p:tav>
                                        <p:tav tm="100000">
                                          <p:val>
                                            <p:strVal val="#ppt_y"/>
                                          </p:val>
                                        </p:tav>
                                      </p:tavLst>
                                    </p:anim>
                                  </p:childTnLst>
                                </p:cTn>
                              </p:par>
                              <p:par>
                                <p:cTn id="113" presetID="2" presetClass="entr" presetSubtype="2" fill="hold" grpId="0" nodeType="withEffect">
                                  <p:stCondLst>
                                    <p:cond delay="0"/>
                                  </p:stCondLst>
                                  <p:childTnLst>
                                    <p:set>
                                      <p:cBhvr>
                                        <p:cTn id="114" dur="1" fill="hold">
                                          <p:stCondLst>
                                            <p:cond delay="0"/>
                                          </p:stCondLst>
                                        </p:cTn>
                                        <p:tgtEl>
                                          <p:spTgt spid="34"/>
                                        </p:tgtEl>
                                        <p:attrNameLst>
                                          <p:attrName>style.visibility</p:attrName>
                                        </p:attrNameLst>
                                      </p:cBhvr>
                                      <p:to>
                                        <p:strVal val="visible"/>
                                      </p:to>
                                    </p:set>
                                    <p:anim calcmode="lin" valueType="num">
                                      <p:cBhvr additive="base">
                                        <p:cTn id="115" dur="500" fill="hold"/>
                                        <p:tgtEl>
                                          <p:spTgt spid="34"/>
                                        </p:tgtEl>
                                        <p:attrNameLst>
                                          <p:attrName>ppt_x</p:attrName>
                                        </p:attrNameLst>
                                      </p:cBhvr>
                                      <p:tavLst>
                                        <p:tav tm="0">
                                          <p:val>
                                            <p:strVal val="1+#ppt_w/2"/>
                                          </p:val>
                                        </p:tav>
                                        <p:tav tm="100000">
                                          <p:val>
                                            <p:strVal val="#ppt_x"/>
                                          </p:val>
                                        </p:tav>
                                      </p:tavLst>
                                    </p:anim>
                                    <p:anim calcmode="lin" valueType="num">
                                      <p:cBhvr additive="base">
                                        <p:cTn id="116" dur="500" fill="hold"/>
                                        <p:tgtEl>
                                          <p:spTgt spid="34"/>
                                        </p:tgtEl>
                                        <p:attrNameLst>
                                          <p:attrName>ppt_y</p:attrName>
                                        </p:attrNameLst>
                                      </p:cBhvr>
                                      <p:tavLst>
                                        <p:tav tm="0">
                                          <p:val>
                                            <p:strVal val="#ppt_y"/>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10" presetClass="entr" presetSubtype="0" fill="hold" grpId="0" nodeType="clickEffect">
                                  <p:stCondLst>
                                    <p:cond delay="0"/>
                                  </p:stCondLst>
                                  <p:childTnLst>
                                    <p:set>
                                      <p:cBhvr>
                                        <p:cTn id="120" dur="1" fill="hold">
                                          <p:stCondLst>
                                            <p:cond delay="0"/>
                                          </p:stCondLst>
                                        </p:cTn>
                                        <p:tgtEl>
                                          <p:spTgt spid="35"/>
                                        </p:tgtEl>
                                        <p:attrNameLst>
                                          <p:attrName>style.visibility</p:attrName>
                                        </p:attrNameLst>
                                      </p:cBhvr>
                                      <p:to>
                                        <p:strVal val="visible"/>
                                      </p:to>
                                    </p:set>
                                    <p:animEffect transition="in" filter="fade">
                                      <p:cBhvr>
                                        <p:cTn id="121" dur="500"/>
                                        <p:tgtEl>
                                          <p:spTgt spid="35"/>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36"/>
                                        </p:tgtEl>
                                        <p:attrNameLst>
                                          <p:attrName>style.visibility</p:attrName>
                                        </p:attrNameLst>
                                      </p:cBhvr>
                                      <p:to>
                                        <p:strVal val="visible"/>
                                      </p:to>
                                    </p:set>
                                    <p:animEffect transition="in" filter="fade">
                                      <p:cBhvr>
                                        <p:cTn id="124" dur="500"/>
                                        <p:tgtEl>
                                          <p:spTgt spid="36"/>
                                        </p:tgtEl>
                                      </p:cBhvr>
                                    </p:animEffect>
                                  </p:childTnLst>
                                </p:cTn>
                              </p:par>
                              <p:par>
                                <p:cTn id="125" presetID="10" presetClass="entr" presetSubtype="0" fill="hold" nodeType="withEffect">
                                  <p:stCondLst>
                                    <p:cond delay="0"/>
                                  </p:stCondLst>
                                  <p:childTnLst>
                                    <p:set>
                                      <p:cBhvr>
                                        <p:cTn id="126" dur="1" fill="hold">
                                          <p:stCondLst>
                                            <p:cond delay="0"/>
                                          </p:stCondLst>
                                        </p:cTn>
                                        <p:tgtEl>
                                          <p:spTgt spid="37"/>
                                        </p:tgtEl>
                                        <p:attrNameLst>
                                          <p:attrName>style.visibility</p:attrName>
                                        </p:attrNameLst>
                                      </p:cBhvr>
                                      <p:to>
                                        <p:strVal val="visible"/>
                                      </p:to>
                                    </p:set>
                                    <p:animEffect transition="in" filter="fade">
                                      <p:cBhvr>
                                        <p:cTn id="127" dur="500"/>
                                        <p:tgtEl>
                                          <p:spTgt spid="37"/>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38"/>
                                        </p:tgtEl>
                                        <p:attrNameLst>
                                          <p:attrName>style.visibility</p:attrName>
                                        </p:attrNameLst>
                                      </p:cBhvr>
                                      <p:to>
                                        <p:strVal val="visible"/>
                                      </p:to>
                                    </p:set>
                                    <p:animEffect transition="in" filter="fade">
                                      <p:cBhvr>
                                        <p:cTn id="130" dur="500"/>
                                        <p:tgtEl>
                                          <p:spTgt spid="38"/>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39"/>
                                        </p:tgtEl>
                                        <p:attrNameLst>
                                          <p:attrName>style.visibility</p:attrName>
                                        </p:attrNameLst>
                                      </p:cBhvr>
                                      <p:to>
                                        <p:strVal val="visible"/>
                                      </p:to>
                                    </p:set>
                                    <p:animEffect transition="in" filter="fade">
                                      <p:cBhvr>
                                        <p:cTn id="133" dur="500"/>
                                        <p:tgtEl>
                                          <p:spTgt spid="39"/>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40"/>
                                        </p:tgtEl>
                                        <p:attrNameLst>
                                          <p:attrName>style.visibility</p:attrName>
                                        </p:attrNameLst>
                                      </p:cBhvr>
                                      <p:to>
                                        <p:strVal val="visible"/>
                                      </p:to>
                                    </p:set>
                                    <p:animEffect transition="in" filter="fade">
                                      <p:cBhvr>
                                        <p:cTn id="136" dur="500"/>
                                        <p:tgtEl>
                                          <p:spTgt spid="40"/>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41"/>
                                        </p:tgtEl>
                                        <p:attrNameLst>
                                          <p:attrName>style.visibility</p:attrName>
                                        </p:attrNameLst>
                                      </p:cBhvr>
                                      <p:to>
                                        <p:strVal val="visible"/>
                                      </p:to>
                                    </p:set>
                                    <p:animEffect transition="in" filter="fade">
                                      <p:cBhvr>
                                        <p:cTn id="139" dur="500"/>
                                        <p:tgtEl>
                                          <p:spTgt spid="41"/>
                                        </p:tgtEl>
                                      </p:cBhvr>
                                    </p:animEffect>
                                  </p:childTnLst>
                                </p:cTn>
                              </p:par>
                              <p:par>
                                <p:cTn id="140" presetID="10" presetClass="entr" presetSubtype="0" fill="hold" nodeType="withEffect">
                                  <p:stCondLst>
                                    <p:cond delay="0"/>
                                  </p:stCondLst>
                                  <p:childTnLst>
                                    <p:set>
                                      <p:cBhvr>
                                        <p:cTn id="141" dur="1" fill="hold">
                                          <p:stCondLst>
                                            <p:cond delay="0"/>
                                          </p:stCondLst>
                                        </p:cTn>
                                        <p:tgtEl>
                                          <p:spTgt spid="42"/>
                                        </p:tgtEl>
                                        <p:attrNameLst>
                                          <p:attrName>style.visibility</p:attrName>
                                        </p:attrNameLst>
                                      </p:cBhvr>
                                      <p:to>
                                        <p:strVal val="visible"/>
                                      </p:to>
                                    </p:set>
                                    <p:animEffect transition="in" filter="fade">
                                      <p:cBhvr>
                                        <p:cTn id="142" dur="500"/>
                                        <p:tgtEl>
                                          <p:spTgt spid="42"/>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43"/>
                                        </p:tgtEl>
                                        <p:attrNameLst>
                                          <p:attrName>style.visibility</p:attrName>
                                        </p:attrNameLst>
                                      </p:cBhvr>
                                      <p:to>
                                        <p:strVal val="visible"/>
                                      </p:to>
                                    </p:set>
                                    <p:animEffect transition="in" filter="fade">
                                      <p:cBhvr>
                                        <p:cTn id="145" dur="500"/>
                                        <p:tgtEl>
                                          <p:spTgt spid="43"/>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44"/>
                                        </p:tgtEl>
                                        <p:attrNameLst>
                                          <p:attrName>style.visibility</p:attrName>
                                        </p:attrNameLst>
                                      </p:cBhvr>
                                      <p:to>
                                        <p:strVal val="visible"/>
                                      </p:to>
                                    </p:set>
                                    <p:animEffect transition="in" filter="fade">
                                      <p:cBhvr>
                                        <p:cTn id="148" dur="500"/>
                                        <p:tgtEl>
                                          <p:spTgt spid="44"/>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45"/>
                                        </p:tgtEl>
                                        <p:attrNameLst>
                                          <p:attrName>style.visibility</p:attrName>
                                        </p:attrNameLst>
                                      </p:cBhvr>
                                      <p:to>
                                        <p:strVal val="visible"/>
                                      </p:to>
                                    </p:set>
                                    <p:animEffect transition="in" filter="fade">
                                      <p:cBhvr>
                                        <p:cTn id="151" dur="500"/>
                                        <p:tgtEl>
                                          <p:spTgt spid="45"/>
                                        </p:tgtEl>
                                      </p:cBhvr>
                                    </p:animEffect>
                                  </p:childTnLst>
                                </p:cTn>
                              </p:par>
                              <p:par>
                                <p:cTn id="152" presetID="10" presetClass="entr" presetSubtype="0" fill="hold" grpId="0" nodeType="withEffect">
                                  <p:stCondLst>
                                    <p:cond delay="0"/>
                                  </p:stCondLst>
                                  <p:childTnLst>
                                    <p:set>
                                      <p:cBhvr>
                                        <p:cTn id="153" dur="1" fill="hold">
                                          <p:stCondLst>
                                            <p:cond delay="0"/>
                                          </p:stCondLst>
                                        </p:cTn>
                                        <p:tgtEl>
                                          <p:spTgt spid="46"/>
                                        </p:tgtEl>
                                        <p:attrNameLst>
                                          <p:attrName>style.visibility</p:attrName>
                                        </p:attrNameLst>
                                      </p:cBhvr>
                                      <p:to>
                                        <p:strVal val="visible"/>
                                      </p:to>
                                    </p:set>
                                    <p:animEffect transition="in" filter="fade">
                                      <p:cBhvr>
                                        <p:cTn id="154" dur="500"/>
                                        <p:tgtEl>
                                          <p:spTgt spid="46"/>
                                        </p:tgtEl>
                                      </p:cBhvr>
                                    </p:animEffect>
                                  </p:childTnLst>
                                </p:cTn>
                              </p:par>
                              <p:par>
                                <p:cTn id="155" presetID="10" presetClass="entr" presetSubtype="0" fill="hold" nodeType="withEffect">
                                  <p:stCondLst>
                                    <p:cond delay="0"/>
                                  </p:stCondLst>
                                  <p:childTnLst>
                                    <p:set>
                                      <p:cBhvr>
                                        <p:cTn id="156" dur="1" fill="hold">
                                          <p:stCondLst>
                                            <p:cond delay="0"/>
                                          </p:stCondLst>
                                        </p:cTn>
                                        <p:tgtEl>
                                          <p:spTgt spid="47"/>
                                        </p:tgtEl>
                                        <p:attrNameLst>
                                          <p:attrName>style.visibility</p:attrName>
                                        </p:attrNameLst>
                                      </p:cBhvr>
                                      <p:to>
                                        <p:strVal val="visible"/>
                                      </p:to>
                                    </p:set>
                                    <p:animEffect transition="in" filter="fade">
                                      <p:cBhvr>
                                        <p:cTn id="157" dur="500"/>
                                        <p:tgtEl>
                                          <p:spTgt spid="47"/>
                                        </p:tgtEl>
                                      </p:cBhvr>
                                    </p:animEffect>
                                  </p:childTnLst>
                                </p:cTn>
                              </p:par>
                              <p:par>
                                <p:cTn id="158" presetID="10" presetClass="entr" presetSubtype="0" fill="hold" grpId="0" nodeType="withEffect">
                                  <p:stCondLst>
                                    <p:cond delay="0"/>
                                  </p:stCondLst>
                                  <p:childTnLst>
                                    <p:set>
                                      <p:cBhvr>
                                        <p:cTn id="159" dur="1" fill="hold">
                                          <p:stCondLst>
                                            <p:cond delay="0"/>
                                          </p:stCondLst>
                                        </p:cTn>
                                        <p:tgtEl>
                                          <p:spTgt spid="48"/>
                                        </p:tgtEl>
                                        <p:attrNameLst>
                                          <p:attrName>style.visibility</p:attrName>
                                        </p:attrNameLst>
                                      </p:cBhvr>
                                      <p:to>
                                        <p:strVal val="visible"/>
                                      </p:to>
                                    </p:set>
                                    <p:animEffect transition="in" filter="fade">
                                      <p:cBhvr>
                                        <p:cTn id="160" dur="500"/>
                                        <p:tgtEl>
                                          <p:spTgt spid="48"/>
                                        </p:tgtEl>
                                      </p:cBhvr>
                                    </p:animEffect>
                                  </p:childTnLst>
                                </p:cTn>
                              </p:par>
                              <p:par>
                                <p:cTn id="161" presetID="10" presetClass="entr" presetSubtype="0" fill="hold" grpId="0" nodeType="withEffect">
                                  <p:stCondLst>
                                    <p:cond delay="0"/>
                                  </p:stCondLst>
                                  <p:childTnLst>
                                    <p:set>
                                      <p:cBhvr>
                                        <p:cTn id="162" dur="1" fill="hold">
                                          <p:stCondLst>
                                            <p:cond delay="0"/>
                                          </p:stCondLst>
                                        </p:cTn>
                                        <p:tgtEl>
                                          <p:spTgt spid="49"/>
                                        </p:tgtEl>
                                        <p:attrNameLst>
                                          <p:attrName>style.visibility</p:attrName>
                                        </p:attrNameLst>
                                      </p:cBhvr>
                                      <p:to>
                                        <p:strVal val="visible"/>
                                      </p:to>
                                    </p:set>
                                    <p:animEffect transition="in" filter="fade">
                                      <p:cBhvr>
                                        <p:cTn id="163"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2" grpId="0" animBg="1"/>
      <p:bldP spid="14" grpId="0" animBg="1"/>
      <p:bldP spid="15" grpId="0" animBg="1"/>
      <p:bldP spid="16" grpId="0" animBg="1"/>
      <p:bldP spid="18" grpId="0" animBg="1"/>
      <p:bldP spid="19" grpId="0" animBg="1"/>
      <p:bldP spid="20" grpId="0" animBg="1"/>
      <p:bldP spid="22" grpId="0" animBg="1"/>
      <p:bldP spid="23" grpId="0" animBg="1"/>
      <p:bldP spid="24" grpId="0" animBg="1"/>
      <p:bldP spid="26" grpId="0" animBg="1"/>
      <p:bldP spid="27" grpId="0" animBg="1"/>
      <p:bldP spid="28" grpId="0" animBg="1"/>
      <p:bldP spid="30" grpId="0" animBg="1"/>
      <p:bldP spid="31" grpId="0" animBg="1"/>
      <p:bldP spid="32" grpId="0" animBg="1"/>
      <p:bldP spid="34" grpId="0" animBg="1"/>
      <p:bldP spid="35" grpId="0" animBg="1"/>
      <p:bldP spid="36" grpId="0" animBg="1"/>
      <p:bldP spid="38" grpId="0" animBg="1"/>
      <p:bldP spid="39" grpId="0" animBg="1"/>
      <p:bldP spid="40" grpId="0" animBg="1"/>
      <p:bldP spid="41" grpId="0" animBg="1"/>
      <p:bldP spid="43" grpId="0" animBg="1"/>
      <p:bldP spid="44" grpId="0" animBg="1"/>
      <p:bldP spid="45" grpId="0" animBg="1"/>
      <p:bldP spid="46" grpId="0" animBg="1"/>
      <p:bldP spid="48" grpId="0" animBg="1"/>
      <p:bldP spid="4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58" name="Google Shape;105;p27">
            <a:extLst>
              <a:ext uri="{FF2B5EF4-FFF2-40B4-BE49-F238E27FC236}">
                <a16:creationId xmlns:a16="http://schemas.microsoft.com/office/drawing/2014/main" id="{63C41754-6940-73E1-11CE-2A3B4EDA3CED}"/>
              </a:ext>
            </a:extLst>
          </p:cNvPr>
          <p:cNvSpPr/>
          <p:nvPr/>
        </p:nvSpPr>
        <p:spPr>
          <a:xfrm rot="5400000">
            <a:off x="-660076" y="646210"/>
            <a:ext cx="2201895" cy="881743"/>
          </a:xfrm>
          <a:prstGeom prst="triangle">
            <a:avLst>
              <a:gd name="adj" fmla="val 50411"/>
            </a:avLst>
          </a:prstGeom>
          <a:solidFill>
            <a:schemeClr val="accent1">
              <a:lumMod val="75000"/>
            </a:schemeClr>
          </a:solidFill>
          <a:ln/>
        </p:spPr>
        <p:style>
          <a:lnRef idx="2">
            <a:schemeClr val="accent1"/>
          </a:lnRef>
          <a:fillRef idx="1">
            <a:schemeClr val="lt1"/>
          </a:fillRef>
          <a:effectRef idx="0">
            <a:schemeClr val="accent1"/>
          </a:effectRef>
          <a:fontRef idx="minor">
            <a:schemeClr val="dk1"/>
          </a:fontRef>
        </p:style>
        <p:txBody>
          <a:bodyPr spcFirstLastPara="1" wrap="square" lIns="121900" tIns="121900" rIns="121900" bIns="121900" anchor="ctr" anchorCtr="0">
            <a:noAutofit/>
          </a:bodyPr>
          <a:lstStyle/>
          <a:p>
            <a:endParaRPr sz="2400"/>
          </a:p>
        </p:txBody>
      </p:sp>
      <p:sp>
        <p:nvSpPr>
          <p:cNvPr id="59" name="Google Shape;105;p27">
            <a:extLst>
              <a:ext uri="{FF2B5EF4-FFF2-40B4-BE49-F238E27FC236}">
                <a16:creationId xmlns:a16="http://schemas.microsoft.com/office/drawing/2014/main" id="{EF2A2D70-0581-25F1-5753-3C53AFB1FD26}"/>
              </a:ext>
            </a:extLst>
          </p:cNvPr>
          <p:cNvSpPr/>
          <p:nvPr/>
        </p:nvSpPr>
        <p:spPr>
          <a:xfrm rot="16200000">
            <a:off x="10650181" y="5330638"/>
            <a:ext cx="2201895" cy="881743"/>
          </a:xfrm>
          <a:prstGeom prst="triangle">
            <a:avLst>
              <a:gd name="adj" fmla="val 50411"/>
            </a:avLst>
          </a:prstGeom>
          <a:solidFill>
            <a:schemeClr val="accent1">
              <a:lumMod val="75000"/>
            </a:schemeClr>
          </a:solidFill>
          <a:ln>
            <a:solidFill>
              <a:schemeClr val="accent1"/>
            </a:solidFill>
          </a:ln>
        </p:spPr>
        <p:txBody>
          <a:bodyPr spcFirstLastPara="1" wrap="square" lIns="121900" tIns="121900" rIns="121900" bIns="121900" anchor="ctr" anchorCtr="0">
            <a:noAutofit/>
          </a:bodyPr>
          <a:lstStyle/>
          <a:p>
            <a:endParaRPr sz="2400"/>
          </a:p>
        </p:txBody>
      </p:sp>
      <p:sp>
        <p:nvSpPr>
          <p:cNvPr id="2" name="Shape 0"/>
          <p:cNvSpPr/>
          <p:nvPr/>
        </p:nvSpPr>
        <p:spPr>
          <a:xfrm>
            <a:off x="548640" y="502920"/>
            <a:ext cx="164592" cy="164592"/>
          </a:xfrm>
          <a:prstGeom prst="rect">
            <a:avLst/>
          </a:prstGeom>
          <a:solidFill>
            <a:srgbClr val="06B6D4"/>
          </a:solidFill>
          <a:ln w="12700">
            <a:solidFill>
              <a:srgbClr val="06B6D4"/>
            </a:solidFill>
            <a:prstDash val="solid"/>
          </a:ln>
        </p:spPr>
        <p:txBody>
          <a:bodyPr/>
          <a:lstStyle/>
          <a:p>
            <a:endParaRPr lang="fr-FR"/>
          </a:p>
        </p:txBody>
      </p:sp>
      <p:sp>
        <p:nvSpPr>
          <p:cNvPr id="3" name="Text 1"/>
          <p:cNvSpPr/>
          <p:nvPr/>
        </p:nvSpPr>
        <p:spPr>
          <a:xfrm>
            <a:off x="777240" y="411480"/>
            <a:ext cx="2011680" cy="320040"/>
          </a:xfrm>
          <a:prstGeom prst="rect">
            <a:avLst/>
          </a:prstGeom>
          <a:noFill/>
          <a:ln/>
        </p:spPr>
        <p:txBody>
          <a:bodyPr wrap="square" rtlCol="0" anchor="ctr"/>
          <a:lstStyle/>
          <a:p>
            <a:pPr marL="0" indent="0">
              <a:buNone/>
            </a:pPr>
            <a:r>
              <a:rPr lang="en-US" sz="1100" b="1" kern="0" spc="200" dirty="0">
                <a:solidFill>
                  <a:srgbClr val="0F172A"/>
                </a:solidFill>
                <a:latin typeface="Calibri" pitchFamily="34" charset="0"/>
                <a:ea typeface="Calibri" pitchFamily="34" charset="-122"/>
                <a:cs typeface="Calibri" pitchFamily="34" charset="-120"/>
              </a:rPr>
              <a:t>Syndic IA</a:t>
            </a:r>
            <a:endParaRPr lang="en-US" sz="1100" dirty="0"/>
          </a:p>
        </p:txBody>
      </p:sp>
      <p:sp>
        <p:nvSpPr>
          <p:cNvPr id="4" name="Text 2"/>
          <p:cNvSpPr/>
          <p:nvPr/>
        </p:nvSpPr>
        <p:spPr>
          <a:xfrm>
            <a:off x="548640" y="914400"/>
            <a:ext cx="5486400" cy="320040"/>
          </a:xfrm>
          <a:prstGeom prst="rect">
            <a:avLst/>
          </a:prstGeom>
          <a:noFill/>
          <a:ln/>
        </p:spPr>
        <p:txBody>
          <a:bodyPr wrap="square" rtlCol="0" anchor="ctr"/>
          <a:lstStyle/>
          <a:p>
            <a:pPr marL="0" indent="0">
              <a:buNone/>
            </a:pPr>
            <a:r>
              <a:rPr lang="en-US" sz="1200" b="1" kern="0" spc="400" dirty="0">
                <a:solidFill>
                  <a:srgbClr val="06B6D4"/>
                </a:solidFill>
                <a:latin typeface="Calibri" pitchFamily="34" charset="0"/>
                <a:ea typeface="Calibri" pitchFamily="34" charset="-122"/>
                <a:cs typeface="Calibri" pitchFamily="34" charset="-120"/>
              </a:rPr>
              <a:t>05 · ARCHITECTURE</a:t>
            </a:r>
            <a:endParaRPr lang="en-US" sz="1200" dirty="0"/>
          </a:p>
        </p:txBody>
      </p:sp>
      <p:sp>
        <p:nvSpPr>
          <p:cNvPr id="5" name="Text 3"/>
          <p:cNvSpPr/>
          <p:nvPr/>
        </p:nvSpPr>
        <p:spPr>
          <a:xfrm>
            <a:off x="548640" y="1152144"/>
            <a:ext cx="10972800" cy="822960"/>
          </a:xfrm>
          <a:prstGeom prst="rect">
            <a:avLst/>
          </a:prstGeom>
          <a:noFill/>
          <a:ln/>
        </p:spPr>
        <p:txBody>
          <a:bodyPr wrap="square" lIns="0" tIns="0" rIns="0" bIns="0" rtlCol="0" anchor="ctr"/>
          <a:lstStyle/>
          <a:p>
            <a:pPr marL="0" indent="0">
              <a:buNone/>
            </a:pPr>
            <a:r>
              <a:rPr lang="en-US" sz="3600" b="1" dirty="0">
                <a:solidFill>
                  <a:srgbClr val="0F172A"/>
                </a:solidFill>
                <a:latin typeface="Georgia" pitchFamily="34" charset="0"/>
                <a:ea typeface="Georgia" pitchFamily="34" charset="-122"/>
                <a:cs typeface="Georgia" pitchFamily="34" charset="-120"/>
              </a:rPr>
              <a:t>Vue d'ensemble du système</a:t>
            </a:r>
            <a:endParaRPr lang="en-US" sz="3600" dirty="0"/>
          </a:p>
        </p:txBody>
      </p:sp>
      <p:sp>
        <p:nvSpPr>
          <p:cNvPr id="6" name="Shape 4"/>
          <p:cNvSpPr/>
          <p:nvPr/>
        </p:nvSpPr>
        <p:spPr>
          <a:xfrm>
            <a:off x="548640" y="1956816"/>
            <a:ext cx="11094415" cy="4114800"/>
          </a:xfrm>
          <a:prstGeom prst="rect">
            <a:avLst/>
          </a:prstGeom>
          <a:solidFill>
            <a:srgbClr val="FFFFFF"/>
          </a:solidFill>
          <a:ln w="12700">
            <a:solidFill>
              <a:srgbClr val="E2E8F0"/>
            </a:solidFill>
            <a:prstDash val="solid"/>
          </a:ln>
        </p:spPr>
        <p:txBody>
          <a:bodyPr/>
          <a:lstStyle/>
          <a:p>
            <a:endParaRPr lang="fr-FR"/>
          </a:p>
        </p:txBody>
      </p:sp>
      <p:sp>
        <p:nvSpPr>
          <p:cNvPr id="7" name="Shape 5"/>
          <p:cNvSpPr/>
          <p:nvPr/>
        </p:nvSpPr>
        <p:spPr>
          <a:xfrm>
            <a:off x="822960" y="2322576"/>
            <a:ext cx="1463040" cy="1097280"/>
          </a:xfrm>
          <a:prstGeom prst="roundRect">
            <a:avLst>
              <a:gd name="adj" fmla="val 10000"/>
            </a:avLst>
          </a:prstGeom>
          <a:solidFill>
            <a:srgbClr val="FFFFFF"/>
          </a:solidFill>
          <a:ln w="25400">
            <a:solidFill>
              <a:srgbClr val="1E3A8A"/>
            </a:solidFill>
            <a:prstDash val="solid"/>
          </a:ln>
        </p:spPr>
        <p:txBody>
          <a:bodyPr/>
          <a:lstStyle/>
          <a:p>
            <a:endParaRPr lang="fr-FR"/>
          </a:p>
        </p:txBody>
      </p:sp>
      <p:pic>
        <p:nvPicPr>
          <p:cNvPr id="8" name="Image 0" descr="preencoded.png"/>
          <p:cNvPicPr>
            <a:picLocks noChangeAspect="1"/>
          </p:cNvPicPr>
          <p:nvPr/>
        </p:nvPicPr>
        <p:blipFill>
          <a:blip r:embed="rId3"/>
          <a:stretch>
            <a:fillRect/>
          </a:stretch>
        </p:blipFill>
        <p:spPr>
          <a:xfrm>
            <a:off x="1353312" y="2487168"/>
            <a:ext cx="402336" cy="402336"/>
          </a:xfrm>
          <a:prstGeom prst="rect">
            <a:avLst/>
          </a:prstGeom>
        </p:spPr>
      </p:pic>
      <p:sp>
        <p:nvSpPr>
          <p:cNvPr id="9" name="Text 6"/>
          <p:cNvSpPr/>
          <p:nvPr/>
        </p:nvSpPr>
        <p:spPr>
          <a:xfrm>
            <a:off x="822960" y="2962656"/>
            <a:ext cx="1463040" cy="457200"/>
          </a:xfrm>
          <a:prstGeom prst="rect">
            <a:avLst/>
          </a:prstGeom>
          <a:noFill/>
          <a:ln/>
        </p:spPr>
        <p:txBody>
          <a:bodyPr wrap="square" lIns="0" tIns="0" rIns="0" bIns="0" rtlCol="0" anchor="t"/>
          <a:lstStyle/>
          <a:p>
            <a:pPr marL="0" indent="0" algn="ctr">
              <a:buNone/>
            </a:pPr>
            <a:r>
              <a:rPr lang="en-US" sz="1100" b="1" dirty="0">
                <a:solidFill>
                  <a:srgbClr val="0F172A"/>
                </a:solidFill>
                <a:latin typeface="Calibri" pitchFamily="34" charset="0"/>
                <a:ea typeface="Calibri" pitchFamily="34" charset="-122"/>
                <a:cs typeface="Calibri" pitchFamily="34" charset="-120"/>
              </a:rPr>
              <a:t>Résident</a:t>
            </a:r>
            <a:endParaRPr lang="en-US" sz="1100" dirty="0"/>
          </a:p>
        </p:txBody>
      </p:sp>
      <p:sp>
        <p:nvSpPr>
          <p:cNvPr id="10" name="Shape 7"/>
          <p:cNvSpPr/>
          <p:nvPr/>
        </p:nvSpPr>
        <p:spPr>
          <a:xfrm>
            <a:off x="822960" y="3648456"/>
            <a:ext cx="1463040" cy="1097280"/>
          </a:xfrm>
          <a:prstGeom prst="roundRect">
            <a:avLst>
              <a:gd name="adj" fmla="val 10000"/>
            </a:avLst>
          </a:prstGeom>
          <a:solidFill>
            <a:srgbClr val="FFFFFF"/>
          </a:solidFill>
          <a:ln w="25400">
            <a:solidFill>
              <a:srgbClr val="25D366"/>
            </a:solidFill>
            <a:prstDash val="solid"/>
          </a:ln>
        </p:spPr>
        <p:txBody>
          <a:bodyPr/>
          <a:lstStyle/>
          <a:p>
            <a:endParaRPr lang="fr-FR"/>
          </a:p>
        </p:txBody>
      </p:sp>
      <p:pic>
        <p:nvPicPr>
          <p:cNvPr id="11" name="Image 1" descr="preencoded.png"/>
          <p:cNvPicPr>
            <a:picLocks noChangeAspect="1"/>
          </p:cNvPicPr>
          <p:nvPr/>
        </p:nvPicPr>
        <p:blipFill>
          <a:blip r:embed="rId4"/>
          <a:stretch>
            <a:fillRect/>
          </a:stretch>
        </p:blipFill>
        <p:spPr>
          <a:xfrm>
            <a:off x="1353312" y="3813048"/>
            <a:ext cx="402336" cy="402336"/>
          </a:xfrm>
          <a:prstGeom prst="rect">
            <a:avLst/>
          </a:prstGeom>
        </p:spPr>
      </p:pic>
      <p:sp>
        <p:nvSpPr>
          <p:cNvPr id="12" name="Text 8"/>
          <p:cNvSpPr/>
          <p:nvPr/>
        </p:nvSpPr>
        <p:spPr>
          <a:xfrm>
            <a:off x="822960" y="4288536"/>
            <a:ext cx="1463040" cy="457200"/>
          </a:xfrm>
          <a:prstGeom prst="rect">
            <a:avLst/>
          </a:prstGeom>
          <a:noFill/>
          <a:ln/>
        </p:spPr>
        <p:txBody>
          <a:bodyPr wrap="square" lIns="0" tIns="0" rIns="0" bIns="0" rtlCol="0" anchor="t"/>
          <a:lstStyle/>
          <a:p>
            <a:pPr marL="0" indent="0" algn="ctr">
              <a:buNone/>
            </a:pPr>
            <a:r>
              <a:rPr lang="en-US" sz="1100" b="1" dirty="0">
                <a:solidFill>
                  <a:srgbClr val="0F172A"/>
                </a:solidFill>
                <a:latin typeface="Calibri" pitchFamily="34" charset="0"/>
                <a:ea typeface="Calibri" pitchFamily="34" charset="-122"/>
                <a:cs typeface="Calibri" pitchFamily="34" charset="-120"/>
              </a:rPr>
              <a:t>WhatsApp</a:t>
            </a:r>
            <a:endParaRPr lang="en-US" sz="1100" dirty="0"/>
          </a:p>
        </p:txBody>
      </p:sp>
      <p:sp>
        <p:nvSpPr>
          <p:cNvPr id="13" name="Shape 9"/>
          <p:cNvSpPr/>
          <p:nvPr/>
        </p:nvSpPr>
        <p:spPr>
          <a:xfrm>
            <a:off x="822960" y="4974336"/>
            <a:ext cx="1463040" cy="1097280"/>
          </a:xfrm>
          <a:prstGeom prst="roundRect">
            <a:avLst>
              <a:gd name="adj" fmla="val 10000"/>
            </a:avLst>
          </a:prstGeom>
          <a:solidFill>
            <a:srgbClr val="FFFFFF"/>
          </a:solidFill>
          <a:ln w="25400">
            <a:solidFill>
              <a:srgbClr val="F22F46"/>
            </a:solidFill>
            <a:prstDash val="solid"/>
          </a:ln>
        </p:spPr>
        <p:txBody>
          <a:bodyPr/>
          <a:lstStyle/>
          <a:p>
            <a:endParaRPr lang="fr-FR"/>
          </a:p>
        </p:txBody>
      </p:sp>
      <p:pic>
        <p:nvPicPr>
          <p:cNvPr id="14" name="Image 2" descr="preencoded.png"/>
          <p:cNvPicPr>
            <a:picLocks noChangeAspect="1"/>
          </p:cNvPicPr>
          <p:nvPr/>
        </p:nvPicPr>
        <p:blipFill>
          <a:blip r:embed="rId5"/>
          <a:stretch>
            <a:fillRect/>
          </a:stretch>
        </p:blipFill>
        <p:spPr>
          <a:xfrm>
            <a:off x="1353312" y="5138928"/>
            <a:ext cx="402336" cy="402336"/>
          </a:xfrm>
          <a:prstGeom prst="rect">
            <a:avLst/>
          </a:prstGeom>
        </p:spPr>
      </p:pic>
      <p:sp>
        <p:nvSpPr>
          <p:cNvPr id="15" name="Text 10"/>
          <p:cNvSpPr/>
          <p:nvPr/>
        </p:nvSpPr>
        <p:spPr>
          <a:xfrm>
            <a:off x="822960" y="5614416"/>
            <a:ext cx="1463040" cy="457200"/>
          </a:xfrm>
          <a:prstGeom prst="rect">
            <a:avLst/>
          </a:prstGeom>
          <a:noFill/>
          <a:ln/>
        </p:spPr>
        <p:txBody>
          <a:bodyPr wrap="square" lIns="0" tIns="0" rIns="0" bIns="0" rtlCol="0" anchor="t"/>
          <a:lstStyle/>
          <a:p>
            <a:pPr marL="0" indent="0" algn="ctr">
              <a:buNone/>
            </a:pPr>
            <a:r>
              <a:rPr lang="en-US" sz="1100" b="1" dirty="0">
                <a:solidFill>
                  <a:srgbClr val="0F172A"/>
                </a:solidFill>
                <a:latin typeface="Calibri" pitchFamily="34" charset="0"/>
                <a:ea typeface="Calibri" pitchFamily="34" charset="-122"/>
                <a:cs typeface="Calibri" pitchFamily="34" charset="-120"/>
              </a:rPr>
              <a:t>Twilio</a:t>
            </a:r>
            <a:endParaRPr lang="en-US" sz="1100" dirty="0"/>
          </a:p>
        </p:txBody>
      </p:sp>
      <p:sp>
        <p:nvSpPr>
          <p:cNvPr id="16" name="Shape 11"/>
          <p:cNvSpPr/>
          <p:nvPr/>
        </p:nvSpPr>
        <p:spPr>
          <a:xfrm>
            <a:off x="1554480" y="3419856"/>
            <a:ext cx="0" cy="228600"/>
          </a:xfrm>
          <a:prstGeom prst="line">
            <a:avLst/>
          </a:prstGeom>
          <a:noFill/>
          <a:ln w="25400">
            <a:solidFill>
              <a:srgbClr val="06B6D4"/>
            </a:solidFill>
            <a:prstDash val="solid"/>
            <a:tailEnd type="triangle"/>
          </a:ln>
        </p:spPr>
        <p:txBody>
          <a:bodyPr/>
          <a:lstStyle/>
          <a:p>
            <a:endParaRPr lang="fr-FR"/>
          </a:p>
        </p:txBody>
      </p:sp>
      <p:sp>
        <p:nvSpPr>
          <p:cNvPr id="17" name="Shape 12"/>
          <p:cNvSpPr/>
          <p:nvPr/>
        </p:nvSpPr>
        <p:spPr>
          <a:xfrm>
            <a:off x="1554480" y="4745736"/>
            <a:ext cx="0" cy="228600"/>
          </a:xfrm>
          <a:prstGeom prst="line">
            <a:avLst/>
          </a:prstGeom>
          <a:noFill/>
          <a:ln w="25400">
            <a:solidFill>
              <a:srgbClr val="06B6D4"/>
            </a:solidFill>
            <a:prstDash val="solid"/>
            <a:tailEnd type="triangle"/>
          </a:ln>
        </p:spPr>
        <p:txBody>
          <a:bodyPr/>
          <a:lstStyle/>
          <a:p>
            <a:endParaRPr lang="fr-FR"/>
          </a:p>
        </p:txBody>
      </p:sp>
      <p:sp>
        <p:nvSpPr>
          <p:cNvPr id="18" name="Shape 13"/>
          <p:cNvSpPr/>
          <p:nvPr/>
        </p:nvSpPr>
        <p:spPr>
          <a:xfrm>
            <a:off x="4297681" y="3278123"/>
            <a:ext cx="2286000" cy="1371600"/>
          </a:xfrm>
          <a:prstGeom prst="roundRect">
            <a:avLst>
              <a:gd name="adj" fmla="val 10000"/>
            </a:avLst>
          </a:prstGeom>
          <a:solidFill>
            <a:srgbClr val="0F172A"/>
          </a:solidFill>
          <a:ln w="38100">
            <a:solidFill>
              <a:srgbClr val="06B6D4"/>
            </a:solidFill>
            <a:prstDash val="solid"/>
          </a:ln>
        </p:spPr>
        <p:txBody>
          <a:bodyPr/>
          <a:lstStyle/>
          <a:p>
            <a:endParaRPr lang="fr-FR"/>
          </a:p>
        </p:txBody>
      </p:sp>
      <p:pic>
        <p:nvPicPr>
          <p:cNvPr id="19" name="Image 3" descr="preencoded.png"/>
          <p:cNvPicPr>
            <a:picLocks noChangeAspect="1"/>
          </p:cNvPicPr>
          <p:nvPr/>
        </p:nvPicPr>
        <p:blipFill>
          <a:blip r:embed="rId6"/>
          <a:stretch>
            <a:fillRect/>
          </a:stretch>
        </p:blipFill>
        <p:spPr>
          <a:xfrm>
            <a:off x="5166361" y="3415283"/>
            <a:ext cx="548640" cy="548640"/>
          </a:xfrm>
          <a:prstGeom prst="rect">
            <a:avLst/>
          </a:prstGeom>
        </p:spPr>
      </p:pic>
      <p:sp>
        <p:nvSpPr>
          <p:cNvPr id="20" name="Text 14"/>
          <p:cNvSpPr/>
          <p:nvPr/>
        </p:nvSpPr>
        <p:spPr>
          <a:xfrm>
            <a:off x="4297681" y="4009643"/>
            <a:ext cx="228600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Backend FastAPI</a:t>
            </a:r>
            <a:endParaRPr lang="en-US" sz="1400" dirty="0"/>
          </a:p>
        </p:txBody>
      </p:sp>
      <p:sp>
        <p:nvSpPr>
          <p:cNvPr id="21" name="Text 15"/>
          <p:cNvSpPr/>
          <p:nvPr/>
        </p:nvSpPr>
        <p:spPr>
          <a:xfrm>
            <a:off x="4297681" y="4329683"/>
            <a:ext cx="2286000" cy="274320"/>
          </a:xfrm>
          <a:prstGeom prst="rect">
            <a:avLst/>
          </a:prstGeom>
          <a:noFill/>
          <a:ln/>
        </p:spPr>
        <p:txBody>
          <a:bodyPr wrap="square" lIns="0" tIns="0" rIns="0" bIns="0" rtlCol="0" anchor="ctr"/>
          <a:lstStyle/>
          <a:p>
            <a:pPr marL="0" indent="0" algn="ctr">
              <a:buNone/>
            </a:pPr>
            <a:r>
              <a:rPr lang="en-US" sz="1000" i="1" dirty="0">
                <a:solidFill>
                  <a:srgbClr val="06B6D4"/>
                </a:solidFill>
                <a:latin typeface="Calibri" pitchFamily="34" charset="0"/>
                <a:ea typeface="Calibri" pitchFamily="34" charset="-122"/>
                <a:cs typeface="Calibri" pitchFamily="34" charset="-120"/>
              </a:rPr>
              <a:t>Orchestrateur central</a:t>
            </a:r>
            <a:endParaRPr lang="en-US" sz="1000" dirty="0"/>
          </a:p>
        </p:txBody>
      </p:sp>
      <p:sp>
        <p:nvSpPr>
          <p:cNvPr id="22" name="Shape 16"/>
          <p:cNvSpPr/>
          <p:nvPr/>
        </p:nvSpPr>
        <p:spPr>
          <a:xfrm flipV="1">
            <a:off x="2286001" y="4672584"/>
            <a:ext cx="1890214" cy="850392"/>
          </a:xfrm>
          <a:prstGeom prst="line">
            <a:avLst/>
          </a:prstGeom>
          <a:noFill/>
          <a:ln w="25400">
            <a:solidFill>
              <a:srgbClr val="06B6D4"/>
            </a:solidFill>
            <a:prstDash val="solid"/>
            <a:tailEnd type="triangle"/>
          </a:ln>
        </p:spPr>
        <p:txBody>
          <a:bodyPr/>
          <a:lstStyle/>
          <a:p>
            <a:endParaRPr lang="fr-FR"/>
          </a:p>
        </p:txBody>
      </p:sp>
      <p:sp>
        <p:nvSpPr>
          <p:cNvPr id="23" name="Shape 17"/>
          <p:cNvSpPr/>
          <p:nvPr/>
        </p:nvSpPr>
        <p:spPr>
          <a:xfrm>
            <a:off x="7955280" y="2276856"/>
            <a:ext cx="1554480" cy="822960"/>
          </a:xfrm>
          <a:prstGeom prst="roundRect">
            <a:avLst>
              <a:gd name="adj" fmla="val 11111"/>
            </a:avLst>
          </a:prstGeom>
          <a:solidFill>
            <a:srgbClr val="FFFFFF"/>
          </a:solidFill>
          <a:ln w="19050">
            <a:solidFill>
              <a:srgbClr val="22C55E"/>
            </a:solidFill>
            <a:prstDash val="solid"/>
          </a:ln>
        </p:spPr>
        <p:txBody>
          <a:bodyPr/>
          <a:lstStyle/>
          <a:p>
            <a:endParaRPr lang="fr-FR"/>
          </a:p>
        </p:txBody>
      </p:sp>
      <p:pic>
        <p:nvPicPr>
          <p:cNvPr id="24" name="Image 4" descr="preencoded.png"/>
          <p:cNvPicPr>
            <a:picLocks noChangeAspect="1"/>
          </p:cNvPicPr>
          <p:nvPr/>
        </p:nvPicPr>
        <p:blipFill>
          <a:blip r:embed="rId7"/>
          <a:stretch>
            <a:fillRect/>
          </a:stretch>
        </p:blipFill>
        <p:spPr>
          <a:xfrm>
            <a:off x="8092440" y="2487168"/>
            <a:ext cx="402336" cy="402336"/>
          </a:xfrm>
          <a:prstGeom prst="rect">
            <a:avLst/>
          </a:prstGeom>
        </p:spPr>
      </p:pic>
      <p:sp>
        <p:nvSpPr>
          <p:cNvPr id="25" name="Text 18"/>
          <p:cNvSpPr/>
          <p:nvPr/>
        </p:nvSpPr>
        <p:spPr>
          <a:xfrm>
            <a:off x="8595360" y="2368296"/>
            <a:ext cx="822960" cy="329184"/>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Groq</a:t>
            </a:r>
            <a:endParaRPr lang="en-US" sz="1200" dirty="0"/>
          </a:p>
        </p:txBody>
      </p:sp>
      <p:sp>
        <p:nvSpPr>
          <p:cNvPr id="26" name="Text 19"/>
          <p:cNvSpPr/>
          <p:nvPr/>
        </p:nvSpPr>
        <p:spPr>
          <a:xfrm>
            <a:off x="8595360" y="2688336"/>
            <a:ext cx="822960" cy="329184"/>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LLM · Whisper · Vision</a:t>
            </a:r>
            <a:endParaRPr lang="en-US" sz="900" dirty="0"/>
          </a:p>
        </p:txBody>
      </p:sp>
      <p:sp>
        <p:nvSpPr>
          <p:cNvPr id="27" name="Shape 20"/>
          <p:cNvSpPr/>
          <p:nvPr/>
        </p:nvSpPr>
        <p:spPr>
          <a:xfrm>
            <a:off x="7315200" y="4014216"/>
            <a:ext cx="640080" cy="0"/>
          </a:xfrm>
          <a:prstGeom prst="line">
            <a:avLst/>
          </a:prstGeom>
          <a:noFill/>
          <a:ln w="25400">
            <a:solidFill>
              <a:srgbClr val="06B6D4"/>
            </a:solidFill>
            <a:prstDash val="solid"/>
            <a:tailEnd type="triangle"/>
          </a:ln>
        </p:spPr>
        <p:txBody>
          <a:bodyPr/>
          <a:lstStyle/>
          <a:p>
            <a:endParaRPr lang="fr-FR"/>
          </a:p>
        </p:txBody>
      </p:sp>
      <p:sp>
        <p:nvSpPr>
          <p:cNvPr id="28" name="Shape 21"/>
          <p:cNvSpPr/>
          <p:nvPr/>
        </p:nvSpPr>
        <p:spPr>
          <a:xfrm>
            <a:off x="7955280" y="3264408"/>
            <a:ext cx="1554480" cy="822960"/>
          </a:xfrm>
          <a:prstGeom prst="roundRect">
            <a:avLst>
              <a:gd name="adj" fmla="val 11111"/>
            </a:avLst>
          </a:prstGeom>
          <a:solidFill>
            <a:srgbClr val="FFFFFF"/>
          </a:solidFill>
          <a:ln w="19050">
            <a:solidFill>
              <a:srgbClr val="06B6D4"/>
            </a:solidFill>
            <a:prstDash val="solid"/>
          </a:ln>
        </p:spPr>
        <p:txBody>
          <a:bodyPr/>
          <a:lstStyle/>
          <a:p>
            <a:endParaRPr lang="fr-FR"/>
          </a:p>
        </p:txBody>
      </p:sp>
      <p:pic>
        <p:nvPicPr>
          <p:cNvPr id="29" name="Image 5" descr="preencoded.png"/>
          <p:cNvPicPr>
            <a:picLocks noChangeAspect="1"/>
          </p:cNvPicPr>
          <p:nvPr/>
        </p:nvPicPr>
        <p:blipFill>
          <a:blip r:embed="rId8"/>
          <a:stretch>
            <a:fillRect/>
          </a:stretch>
        </p:blipFill>
        <p:spPr>
          <a:xfrm>
            <a:off x="8092440" y="3474720"/>
            <a:ext cx="402336" cy="402336"/>
          </a:xfrm>
          <a:prstGeom prst="rect">
            <a:avLst/>
          </a:prstGeom>
        </p:spPr>
      </p:pic>
      <p:sp>
        <p:nvSpPr>
          <p:cNvPr id="30" name="Text 22"/>
          <p:cNvSpPr/>
          <p:nvPr/>
        </p:nvSpPr>
        <p:spPr>
          <a:xfrm>
            <a:off x="8595360" y="3355848"/>
            <a:ext cx="822960" cy="329184"/>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ChromaDB</a:t>
            </a:r>
            <a:endParaRPr lang="en-US" sz="1200" dirty="0"/>
          </a:p>
        </p:txBody>
      </p:sp>
      <p:sp>
        <p:nvSpPr>
          <p:cNvPr id="31" name="Text 23"/>
          <p:cNvSpPr/>
          <p:nvPr/>
        </p:nvSpPr>
        <p:spPr>
          <a:xfrm>
            <a:off x="8595360" y="3675888"/>
            <a:ext cx="822960" cy="329184"/>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RAG vectoriel</a:t>
            </a:r>
            <a:endParaRPr lang="en-US" sz="900" dirty="0"/>
          </a:p>
        </p:txBody>
      </p:sp>
      <p:sp>
        <p:nvSpPr>
          <p:cNvPr id="32" name="Shape 24"/>
          <p:cNvSpPr/>
          <p:nvPr/>
        </p:nvSpPr>
        <p:spPr>
          <a:xfrm>
            <a:off x="6583681" y="4005072"/>
            <a:ext cx="1371599" cy="9144"/>
          </a:xfrm>
          <a:prstGeom prst="line">
            <a:avLst/>
          </a:prstGeom>
          <a:noFill/>
          <a:ln w="25400">
            <a:solidFill>
              <a:srgbClr val="06B6D4"/>
            </a:solidFill>
            <a:prstDash val="solid"/>
            <a:tailEnd type="triangle"/>
          </a:ln>
        </p:spPr>
        <p:txBody>
          <a:bodyPr/>
          <a:lstStyle/>
          <a:p>
            <a:endParaRPr lang="fr-FR"/>
          </a:p>
        </p:txBody>
      </p:sp>
      <p:sp>
        <p:nvSpPr>
          <p:cNvPr id="33" name="Shape 25"/>
          <p:cNvSpPr/>
          <p:nvPr/>
        </p:nvSpPr>
        <p:spPr>
          <a:xfrm>
            <a:off x="7955280" y="4251960"/>
            <a:ext cx="1554480" cy="822960"/>
          </a:xfrm>
          <a:prstGeom prst="roundRect">
            <a:avLst>
              <a:gd name="adj" fmla="val 11111"/>
            </a:avLst>
          </a:prstGeom>
          <a:solidFill>
            <a:srgbClr val="FFFFFF"/>
          </a:solidFill>
          <a:ln w="19050">
            <a:solidFill>
              <a:srgbClr val="1E3A8A"/>
            </a:solidFill>
            <a:prstDash val="solid"/>
          </a:ln>
        </p:spPr>
        <p:txBody>
          <a:bodyPr/>
          <a:lstStyle/>
          <a:p>
            <a:endParaRPr lang="fr-FR"/>
          </a:p>
        </p:txBody>
      </p:sp>
      <p:pic>
        <p:nvPicPr>
          <p:cNvPr id="34" name="Image 6" descr="preencoded.png"/>
          <p:cNvPicPr>
            <a:picLocks noChangeAspect="1"/>
          </p:cNvPicPr>
          <p:nvPr/>
        </p:nvPicPr>
        <p:blipFill>
          <a:blip r:embed="rId9"/>
          <a:stretch>
            <a:fillRect/>
          </a:stretch>
        </p:blipFill>
        <p:spPr>
          <a:xfrm>
            <a:off x="8092440" y="4462272"/>
            <a:ext cx="402336" cy="402336"/>
          </a:xfrm>
          <a:prstGeom prst="rect">
            <a:avLst/>
          </a:prstGeom>
        </p:spPr>
      </p:pic>
      <p:sp>
        <p:nvSpPr>
          <p:cNvPr id="35" name="Text 26"/>
          <p:cNvSpPr/>
          <p:nvPr/>
        </p:nvSpPr>
        <p:spPr>
          <a:xfrm>
            <a:off x="8595360" y="4343400"/>
            <a:ext cx="822960" cy="329184"/>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PostgreSQL</a:t>
            </a:r>
            <a:endParaRPr lang="en-US" sz="1200" dirty="0"/>
          </a:p>
        </p:txBody>
      </p:sp>
      <p:sp>
        <p:nvSpPr>
          <p:cNvPr id="36" name="Text 27"/>
          <p:cNvSpPr/>
          <p:nvPr/>
        </p:nvSpPr>
        <p:spPr>
          <a:xfrm>
            <a:off x="8595360" y="4663440"/>
            <a:ext cx="822960" cy="329184"/>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Tickets · Résidents</a:t>
            </a:r>
            <a:endParaRPr lang="en-US" sz="900" dirty="0"/>
          </a:p>
        </p:txBody>
      </p:sp>
      <p:sp>
        <p:nvSpPr>
          <p:cNvPr id="37" name="Shape 28"/>
          <p:cNvSpPr/>
          <p:nvPr/>
        </p:nvSpPr>
        <p:spPr>
          <a:xfrm>
            <a:off x="6583681" y="3995929"/>
            <a:ext cx="1371599" cy="667511"/>
          </a:xfrm>
          <a:prstGeom prst="line">
            <a:avLst/>
          </a:prstGeom>
          <a:noFill/>
          <a:ln w="25400">
            <a:solidFill>
              <a:srgbClr val="06B6D4"/>
            </a:solidFill>
            <a:prstDash val="solid"/>
            <a:tailEnd type="triangle"/>
          </a:ln>
        </p:spPr>
        <p:txBody>
          <a:bodyPr/>
          <a:lstStyle/>
          <a:p>
            <a:endParaRPr lang="fr-FR"/>
          </a:p>
        </p:txBody>
      </p:sp>
      <p:sp>
        <p:nvSpPr>
          <p:cNvPr id="38" name="Shape 29"/>
          <p:cNvSpPr/>
          <p:nvPr/>
        </p:nvSpPr>
        <p:spPr>
          <a:xfrm>
            <a:off x="7955280" y="5239512"/>
            <a:ext cx="1554480" cy="822960"/>
          </a:xfrm>
          <a:prstGeom prst="roundRect">
            <a:avLst>
              <a:gd name="adj" fmla="val 11111"/>
            </a:avLst>
          </a:prstGeom>
          <a:solidFill>
            <a:srgbClr val="FFFFFF"/>
          </a:solidFill>
          <a:ln w="19050">
            <a:solidFill>
              <a:srgbClr val="F59E0B"/>
            </a:solidFill>
            <a:prstDash val="solid"/>
          </a:ln>
        </p:spPr>
        <p:txBody>
          <a:bodyPr/>
          <a:lstStyle/>
          <a:p>
            <a:endParaRPr lang="fr-FR"/>
          </a:p>
        </p:txBody>
      </p:sp>
      <p:pic>
        <p:nvPicPr>
          <p:cNvPr id="39" name="Image 7" descr="preencoded.png"/>
          <p:cNvPicPr>
            <a:picLocks noChangeAspect="1"/>
          </p:cNvPicPr>
          <p:nvPr/>
        </p:nvPicPr>
        <p:blipFill>
          <a:blip r:embed="rId10"/>
          <a:stretch>
            <a:fillRect/>
          </a:stretch>
        </p:blipFill>
        <p:spPr>
          <a:xfrm>
            <a:off x="8092440" y="5449824"/>
            <a:ext cx="402336" cy="402336"/>
          </a:xfrm>
          <a:prstGeom prst="rect">
            <a:avLst/>
          </a:prstGeom>
        </p:spPr>
      </p:pic>
      <p:sp>
        <p:nvSpPr>
          <p:cNvPr id="40" name="Text 30"/>
          <p:cNvSpPr/>
          <p:nvPr/>
        </p:nvSpPr>
        <p:spPr>
          <a:xfrm>
            <a:off x="8595360" y="5330952"/>
            <a:ext cx="822960" cy="329184"/>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Firebase</a:t>
            </a:r>
            <a:endParaRPr lang="en-US" sz="1200" dirty="0"/>
          </a:p>
        </p:txBody>
      </p:sp>
      <p:sp>
        <p:nvSpPr>
          <p:cNvPr id="41" name="Text 31"/>
          <p:cNvSpPr/>
          <p:nvPr/>
        </p:nvSpPr>
        <p:spPr>
          <a:xfrm>
            <a:off x="8595360" y="5650992"/>
            <a:ext cx="822960" cy="329184"/>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Auth · FCM</a:t>
            </a:r>
            <a:endParaRPr lang="en-US" sz="900" dirty="0"/>
          </a:p>
        </p:txBody>
      </p:sp>
      <p:sp>
        <p:nvSpPr>
          <p:cNvPr id="42" name="Shape 32"/>
          <p:cNvSpPr/>
          <p:nvPr/>
        </p:nvSpPr>
        <p:spPr>
          <a:xfrm>
            <a:off x="6583681" y="3995929"/>
            <a:ext cx="1371599" cy="1655063"/>
          </a:xfrm>
          <a:prstGeom prst="line">
            <a:avLst/>
          </a:prstGeom>
          <a:noFill/>
          <a:ln w="25400">
            <a:solidFill>
              <a:srgbClr val="06B6D4"/>
            </a:solidFill>
            <a:prstDash val="solid"/>
            <a:tailEnd type="triangle"/>
          </a:ln>
        </p:spPr>
        <p:txBody>
          <a:bodyPr/>
          <a:lstStyle/>
          <a:p>
            <a:endParaRPr lang="fr-FR"/>
          </a:p>
        </p:txBody>
      </p:sp>
      <p:sp>
        <p:nvSpPr>
          <p:cNvPr id="43" name="Shape 33"/>
          <p:cNvSpPr/>
          <p:nvPr/>
        </p:nvSpPr>
        <p:spPr>
          <a:xfrm>
            <a:off x="10058400" y="2871216"/>
            <a:ext cx="1463040" cy="1097280"/>
          </a:xfrm>
          <a:prstGeom prst="roundRect">
            <a:avLst>
              <a:gd name="adj" fmla="val 10000"/>
            </a:avLst>
          </a:prstGeom>
          <a:solidFill>
            <a:srgbClr val="FFFFFF"/>
          </a:solidFill>
          <a:ln w="25400">
            <a:solidFill>
              <a:srgbClr val="06B6D4"/>
            </a:solidFill>
            <a:prstDash val="solid"/>
          </a:ln>
        </p:spPr>
        <p:txBody>
          <a:bodyPr/>
          <a:lstStyle/>
          <a:p>
            <a:endParaRPr lang="fr-FR"/>
          </a:p>
        </p:txBody>
      </p:sp>
      <p:pic>
        <p:nvPicPr>
          <p:cNvPr id="44" name="Image 8" descr="preencoded.png"/>
          <p:cNvPicPr>
            <a:picLocks noChangeAspect="1"/>
          </p:cNvPicPr>
          <p:nvPr/>
        </p:nvPicPr>
        <p:blipFill>
          <a:blip r:embed="rId11"/>
          <a:stretch>
            <a:fillRect/>
          </a:stretch>
        </p:blipFill>
        <p:spPr>
          <a:xfrm>
            <a:off x="10588752" y="3035808"/>
            <a:ext cx="402336" cy="402336"/>
          </a:xfrm>
          <a:prstGeom prst="rect">
            <a:avLst/>
          </a:prstGeom>
        </p:spPr>
      </p:pic>
      <p:sp>
        <p:nvSpPr>
          <p:cNvPr id="45" name="Text 34"/>
          <p:cNvSpPr/>
          <p:nvPr/>
        </p:nvSpPr>
        <p:spPr>
          <a:xfrm>
            <a:off x="10058400" y="3511296"/>
            <a:ext cx="1463040" cy="457200"/>
          </a:xfrm>
          <a:prstGeom prst="rect">
            <a:avLst/>
          </a:prstGeom>
          <a:noFill/>
          <a:ln/>
        </p:spPr>
        <p:txBody>
          <a:bodyPr wrap="square" lIns="0" tIns="0" rIns="0" bIns="0" rtlCol="0" anchor="t"/>
          <a:lstStyle/>
          <a:p>
            <a:pPr marL="0" indent="0" algn="ctr">
              <a:buNone/>
            </a:pPr>
            <a:r>
              <a:rPr lang="en-US" sz="1100" b="1" dirty="0">
                <a:solidFill>
                  <a:srgbClr val="0F172A"/>
                </a:solidFill>
                <a:latin typeface="Calibri" pitchFamily="34" charset="0"/>
                <a:ea typeface="Calibri" pitchFamily="34" charset="-122"/>
                <a:cs typeface="Calibri" pitchFamily="34" charset="-120"/>
              </a:rPr>
              <a:t>Dashboard</a:t>
            </a:r>
            <a:endParaRPr lang="en-US" sz="1100" dirty="0"/>
          </a:p>
          <a:p>
            <a:pPr marL="0" indent="0" algn="ctr">
              <a:buNone/>
            </a:pPr>
            <a:r>
              <a:rPr lang="en-US" sz="1100" b="1" dirty="0">
                <a:solidFill>
                  <a:srgbClr val="0F172A"/>
                </a:solidFill>
                <a:latin typeface="Calibri" pitchFamily="34" charset="0"/>
                <a:ea typeface="Calibri" pitchFamily="34" charset="-122"/>
                <a:cs typeface="Calibri" pitchFamily="34" charset="-120"/>
              </a:rPr>
              <a:t>Flutter</a:t>
            </a:r>
            <a:endParaRPr lang="en-US" sz="1100" dirty="0"/>
          </a:p>
        </p:txBody>
      </p:sp>
      <p:sp>
        <p:nvSpPr>
          <p:cNvPr id="46" name="Shape 35"/>
          <p:cNvSpPr/>
          <p:nvPr/>
        </p:nvSpPr>
        <p:spPr>
          <a:xfrm>
            <a:off x="10058400" y="4562856"/>
            <a:ext cx="1463040" cy="1097280"/>
          </a:xfrm>
          <a:prstGeom prst="roundRect">
            <a:avLst>
              <a:gd name="adj" fmla="val 10000"/>
            </a:avLst>
          </a:prstGeom>
          <a:solidFill>
            <a:srgbClr val="FFFFFF"/>
          </a:solidFill>
          <a:ln w="25400">
            <a:solidFill>
              <a:srgbClr val="1E3A8A"/>
            </a:solidFill>
            <a:prstDash val="solid"/>
          </a:ln>
        </p:spPr>
        <p:txBody>
          <a:bodyPr/>
          <a:lstStyle/>
          <a:p>
            <a:endParaRPr lang="fr-FR"/>
          </a:p>
        </p:txBody>
      </p:sp>
      <p:pic>
        <p:nvPicPr>
          <p:cNvPr id="47" name="Image 9" descr="preencoded.png"/>
          <p:cNvPicPr>
            <a:picLocks noChangeAspect="1"/>
          </p:cNvPicPr>
          <p:nvPr/>
        </p:nvPicPr>
        <p:blipFill>
          <a:blip r:embed="rId12"/>
          <a:stretch>
            <a:fillRect/>
          </a:stretch>
        </p:blipFill>
        <p:spPr>
          <a:xfrm>
            <a:off x="10588752" y="4727448"/>
            <a:ext cx="402336" cy="402336"/>
          </a:xfrm>
          <a:prstGeom prst="rect">
            <a:avLst/>
          </a:prstGeom>
        </p:spPr>
      </p:pic>
      <p:sp>
        <p:nvSpPr>
          <p:cNvPr id="48" name="Text 36"/>
          <p:cNvSpPr/>
          <p:nvPr/>
        </p:nvSpPr>
        <p:spPr>
          <a:xfrm>
            <a:off x="10058400" y="5202936"/>
            <a:ext cx="1463040" cy="457200"/>
          </a:xfrm>
          <a:prstGeom prst="rect">
            <a:avLst/>
          </a:prstGeom>
          <a:noFill/>
          <a:ln/>
        </p:spPr>
        <p:txBody>
          <a:bodyPr wrap="square" lIns="0" tIns="0" rIns="0" bIns="0" rtlCol="0" anchor="t"/>
          <a:lstStyle/>
          <a:p>
            <a:pPr marL="0" indent="0" algn="ctr">
              <a:buNone/>
            </a:pPr>
            <a:r>
              <a:rPr lang="en-US" sz="1100" b="1" dirty="0">
                <a:solidFill>
                  <a:srgbClr val="0F172A"/>
                </a:solidFill>
                <a:latin typeface="Calibri" pitchFamily="34" charset="0"/>
                <a:ea typeface="Calibri" pitchFamily="34" charset="-122"/>
                <a:cs typeface="Calibri" pitchFamily="34" charset="-120"/>
              </a:rPr>
              <a:t>Administrateur</a:t>
            </a:r>
            <a:endParaRPr lang="en-US" sz="1100" dirty="0"/>
          </a:p>
        </p:txBody>
      </p:sp>
      <p:sp>
        <p:nvSpPr>
          <p:cNvPr id="49" name="Shape 37"/>
          <p:cNvSpPr/>
          <p:nvPr/>
        </p:nvSpPr>
        <p:spPr>
          <a:xfrm>
            <a:off x="5532121" y="3278123"/>
            <a:ext cx="0" cy="0"/>
          </a:xfrm>
          <a:prstGeom prst="line">
            <a:avLst/>
          </a:prstGeom>
          <a:noFill/>
          <a:ln w="25400">
            <a:solidFill>
              <a:srgbClr val="06B6D4"/>
            </a:solidFill>
            <a:prstDash val="solid"/>
          </a:ln>
        </p:spPr>
        <p:txBody>
          <a:bodyPr/>
          <a:lstStyle/>
          <a:p>
            <a:endParaRPr lang="fr-FR"/>
          </a:p>
        </p:txBody>
      </p:sp>
      <p:sp>
        <p:nvSpPr>
          <p:cNvPr id="50" name="Shape 38"/>
          <p:cNvSpPr/>
          <p:nvPr/>
        </p:nvSpPr>
        <p:spPr>
          <a:xfrm>
            <a:off x="5349241" y="2066544"/>
            <a:ext cx="5532119" cy="27432"/>
          </a:xfrm>
          <a:prstGeom prst="line">
            <a:avLst/>
          </a:prstGeom>
          <a:noFill/>
          <a:ln w="25400">
            <a:solidFill>
              <a:srgbClr val="06B6D4"/>
            </a:solidFill>
            <a:prstDash val="solid"/>
          </a:ln>
        </p:spPr>
        <p:txBody>
          <a:bodyPr/>
          <a:lstStyle/>
          <a:p>
            <a:endParaRPr lang="fr-FR"/>
          </a:p>
        </p:txBody>
      </p:sp>
      <p:sp>
        <p:nvSpPr>
          <p:cNvPr id="51" name="Shape 39"/>
          <p:cNvSpPr/>
          <p:nvPr/>
        </p:nvSpPr>
        <p:spPr>
          <a:xfrm>
            <a:off x="10881360" y="2093976"/>
            <a:ext cx="0" cy="777240"/>
          </a:xfrm>
          <a:prstGeom prst="line">
            <a:avLst/>
          </a:prstGeom>
          <a:noFill/>
          <a:ln w="25400">
            <a:solidFill>
              <a:srgbClr val="06B6D4"/>
            </a:solidFill>
            <a:prstDash val="solid"/>
            <a:tailEnd type="triangle"/>
          </a:ln>
        </p:spPr>
        <p:txBody>
          <a:bodyPr/>
          <a:lstStyle/>
          <a:p>
            <a:endParaRPr lang="fr-FR"/>
          </a:p>
        </p:txBody>
      </p:sp>
      <p:sp>
        <p:nvSpPr>
          <p:cNvPr id="52" name="Shape 40"/>
          <p:cNvSpPr/>
          <p:nvPr/>
        </p:nvSpPr>
        <p:spPr>
          <a:xfrm>
            <a:off x="10698480" y="2871216"/>
            <a:ext cx="0" cy="0"/>
          </a:xfrm>
          <a:prstGeom prst="line">
            <a:avLst/>
          </a:prstGeom>
          <a:noFill/>
          <a:ln w="25400">
            <a:solidFill>
              <a:srgbClr val="1E3A8A"/>
            </a:solidFill>
            <a:prstDash val="solid"/>
          </a:ln>
        </p:spPr>
        <p:txBody>
          <a:bodyPr/>
          <a:lstStyle/>
          <a:p>
            <a:endParaRPr lang="fr-FR"/>
          </a:p>
        </p:txBody>
      </p:sp>
      <p:sp>
        <p:nvSpPr>
          <p:cNvPr id="53" name="Shape 41"/>
          <p:cNvSpPr/>
          <p:nvPr/>
        </p:nvSpPr>
        <p:spPr>
          <a:xfrm>
            <a:off x="10698480" y="2249424"/>
            <a:ext cx="0" cy="0"/>
          </a:xfrm>
          <a:prstGeom prst="line">
            <a:avLst/>
          </a:prstGeom>
          <a:noFill/>
          <a:ln w="25400">
            <a:solidFill>
              <a:srgbClr val="1E3A8A"/>
            </a:solidFill>
            <a:prstDash val="solid"/>
          </a:ln>
        </p:spPr>
        <p:txBody>
          <a:bodyPr/>
          <a:lstStyle/>
          <a:p>
            <a:endParaRPr lang="fr-FR"/>
          </a:p>
        </p:txBody>
      </p:sp>
      <p:sp>
        <p:nvSpPr>
          <p:cNvPr id="54" name="Shape 42"/>
          <p:cNvSpPr/>
          <p:nvPr/>
        </p:nvSpPr>
        <p:spPr>
          <a:xfrm>
            <a:off x="5349241" y="2043683"/>
            <a:ext cx="0" cy="1234440"/>
          </a:xfrm>
          <a:prstGeom prst="line">
            <a:avLst/>
          </a:prstGeom>
          <a:noFill/>
          <a:ln w="25400">
            <a:solidFill>
              <a:srgbClr val="1E3A8A"/>
            </a:solidFill>
            <a:prstDash val="solid"/>
            <a:tailEnd type="triangle"/>
          </a:ln>
        </p:spPr>
        <p:txBody>
          <a:bodyPr/>
          <a:lstStyle/>
          <a:p>
            <a:endParaRPr lang="fr-FR"/>
          </a:p>
        </p:txBody>
      </p:sp>
      <p:sp>
        <p:nvSpPr>
          <p:cNvPr id="55" name="Shape 43"/>
          <p:cNvSpPr/>
          <p:nvPr/>
        </p:nvSpPr>
        <p:spPr>
          <a:xfrm>
            <a:off x="9509760" y="5650992"/>
            <a:ext cx="548640" cy="0"/>
          </a:xfrm>
          <a:prstGeom prst="line">
            <a:avLst/>
          </a:prstGeom>
          <a:noFill/>
          <a:ln w="25400">
            <a:solidFill>
              <a:srgbClr val="F59E0B"/>
            </a:solidFill>
            <a:prstDash val="solid"/>
            <a:tailEnd type="triangle"/>
          </a:ln>
        </p:spPr>
        <p:txBody>
          <a:bodyPr/>
          <a:lstStyle/>
          <a:p>
            <a:endParaRPr lang="fr-FR"/>
          </a:p>
        </p:txBody>
      </p:sp>
      <p:sp>
        <p:nvSpPr>
          <p:cNvPr id="56" name="Text 44"/>
          <p:cNvSpPr/>
          <p:nvPr/>
        </p:nvSpPr>
        <p:spPr>
          <a:xfrm>
            <a:off x="548640" y="6446520"/>
            <a:ext cx="7315200" cy="274320"/>
          </a:xfrm>
          <a:prstGeom prst="rect">
            <a:avLst/>
          </a:prstGeom>
          <a:noFill/>
          <a:ln/>
        </p:spPr>
        <p:txBody>
          <a:bodyPr wrap="square" lIns="0" tIns="0" rIns="0" bIns="0" rtlCol="0" anchor="ctr"/>
          <a:lstStyle/>
          <a:p>
            <a:pPr marL="0" indent="0">
              <a:buNone/>
            </a:pPr>
            <a:r>
              <a:rPr lang="en-US" sz="1100" i="1" dirty="0">
                <a:solidFill>
                  <a:srgbClr val="475569"/>
                </a:solidFill>
                <a:latin typeface="Calibri" pitchFamily="34" charset="0"/>
                <a:ea typeface="Calibri" pitchFamily="34" charset="-122"/>
                <a:cs typeface="Calibri" pitchFamily="34" charset="-120"/>
              </a:rPr>
              <a:t>Flux WhatsApp + IA + Dashboard temps réel</a:t>
            </a:r>
            <a:endParaRPr lang="en-US" sz="1100" dirty="0"/>
          </a:p>
        </p:txBody>
      </p:sp>
      <p:sp>
        <p:nvSpPr>
          <p:cNvPr id="57" name="Text 45"/>
          <p:cNvSpPr/>
          <p:nvPr/>
        </p:nvSpPr>
        <p:spPr>
          <a:xfrm>
            <a:off x="10911535" y="6446520"/>
            <a:ext cx="914400" cy="274320"/>
          </a:xfrm>
          <a:prstGeom prst="rect">
            <a:avLst/>
          </a:prstGeom>
          <a:noFill/>
          <a:ln/>
        </p:spPr>
        <p:txBody>
          <a:bodyPr wrap="square" rtlCol="0" anchor="ctr"/>
          <a:lstStyle/>
          <a:p>
            <a:pPr marL="0" indent="0" algn="r">
              <a:buNone/>
            </a:pPr>
            <a:r>
              <a:rPr lang="en-US" sz="1000" dirty="0">
                <a:solidFill>
                  <a:srgbClr val="475569"/>
                </a:solidFill>
                <a:latin typeface="Calibri" pitchFamily="34" charset="0"/>
                <a:ea typeface="Calibri" pitchFamily="34" charset="-122"/>
                <a:cs typeface="Calibri" pitchFamily="34" charset="-120"/>
              </a:rPr>
              <a:t>05 / 24</a:t>
            </a:r>
            <a:endParaRPr lang="en-US" sz="1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60" name="Google Shape;105;p27">
            <a:extLst>
              <a:ext uri="{FF2B5EF4-FFF2-40B4-BE49-F238E27FC236}">
                <a16:creationId xmlns:a16="http://schemas.microsoft.com/office/drawing/2014/main" id="{FB4A181D-8435-73E8-BA04-3B8E75F5A504}"/>
              </a:ext>
            </a:extLst>
          </p:cNvPr>
          <p:cNvSpPr/>
          <p:nvPr/>
        </p:nvSpPr>
        <p:spPr>
          <a:xfrm rot="5400000">
            <a:off x="-660076" y="646210"/>
            <a:ext cx="2201895" cy="881743"/>
          </a:xfrm>
          <a:prstGeom prst="triangle">
            <a:avLst>
              <a:gd name="adj" fmla="val 50411"/>
            </a:avLst>
          </a:prstGeom>
          <a:solidFill>
            <a:schemeClr val="accent1">
              <a:lumMod val="75000"/>
            </a:schemeClr>
          </a:solidFill>
          <a:ln/>
        </p:spPr>
        <p:style>
          <a:lnRef idx="2">
            <a:schemeClr val="accent1"/>
          </a:lnRef>
          <a:fillRef idx="1">
            <a:schemeClr val="lt1"/>
          </a:fillRef>
          <a:effectRef idx="0">
            <a:schemeClr val="accent1"/>
          </a:effectRef>
          <a:fontRef idx="minor">
            <a:schemeClr val="dk1"/>
          </a:fontRef>
        </p:style>
        <p:txBody>
          <a:bodyPr spcFirstLastPara="1" wrap="square" lIns="121900" tIns="121900" rIns="121900" bIns="121900" anchor="ctr" anchorCtr="0">
            <a:noAutofit/>
          </a:bodyPr>
          <a:lstStyle/>
          <a:p>
            <a:endParaRPr sz="2400"/>
          </a:p>
        </p:txBody>
      </p:sp>
      <p:sp>
        <p:nvSpPr>
          <p:cNvPr id="61" name="Google Shape;105;p27">
            <a:extLst>
              <a:ext uri="{FF2B5EF4-FFF2-40B4-BE49-F238E27FC236}">
                <a16:creationId xmlns:a16="http://schemas.microsoft.com/office/drawing/2014/main" id="{CBBCA2AB-4DE0-BAA1-6D10-8B668F100ED3}"/>
              </a:ext>
            </a:extLst>
          </p:cNvPr>
          <p:cNvSpPr/>
          <p:nvPr/>
        </p:nvSpPr>
        <p:spPr>
          <a:xfrm rot="16200000">
            <a:off x="10650181" y="5330638"/>
            <a:ext cx="2201895" cy="881743"/>
          </a:xfrm>
          <a:prstGeom prst="triangle">
            <a:avLst>
              <a:gd name="adj" fmla="val 50411"/>
            </a:avLst>
          </a:prstGeom>
          <a:solidFill>
            <a:schemeClr val="accent1">
              <a:lumMod val="75000"/>
            </a:schemeClr>
          </a:solidFill>
          <a:ln>
            <a:solidFill>
              <a:schemeClr val="accent1"/>
            </a:solidFill>
          </a:ln>
        </p:spPr>
        <p:txBody>
          <a:bodyPr spcFirstLastPara="1" wrap="square" lIns="121900" tIns="121900" rIns="121900" bIns="121900" anchor="ctr" anchorCtr="0">
            <a:noAutofit/>
          </a:bodyPr>
          <a:lstStyle/>
          <a:p>
            <a:endParaRPr sz="2400"/>
          </a:p>
        </p:txBody>
      </p:sp>
      <p:sp>
        <p:nvSpPr>
          <p:cNvPr id="57" name="Shape 43"/>
          <p:cNvSpPr/>
          <p:nvPr/>
        </p:nvSpPr>
        <p:spPr>
          <a:xfrm>
            <a:off x="8247888" y="4507992"/>
            <a:ext cx="3703320" cy="2057400"/>
          </a:xfrm>
          <a:prstGeom prst="rect">
            <a:avLst/>
          </a:prstGeom>
          <a:solidFill>
            <a:srgbClr val="FFFFFF"/>
          </a:solidFill>
          <a:ln w="12700">
            <a:solidFill>
              <a:srgbClr val="E2E8F0"/>
            </a:solidFill>
            <a:prstDash val="solid"/>
          </a:ln>
          <a:effectLst>
            <a:outerShdw blurRad="101600" dist="25400" dir="5400000" algn="bl" rotWithShape="0">
              <a:srgbClr val="0F172A">
                <a:alpha val="6000"/>
              </a:srgbClr>
            </a:outerShdw>
          </a:effectLst>
        </p:spPr>
        <p:txBody>
          <a:bodyPr/>
          <a:lstStyle/>
          <a:p>
            <a:endParaRPr lang="fr-FR"/>
          </a:p>
        </p:txBody>
      </p:sp>
      <p:sp>
        <p:nvSpPr>
          <p:cNvPr id="2" name="Shape 0"/>
          <p:cNvSpPr/>
          <p:nvPr/>
        </p:nvSpPr>
        <p:spPr>
          <a:xfrm>
            <a:off x="548640" y="502920"/>
            <a:ext cx="164592" cy="164592"/>
          </a:xfrm>
          <a:prstGeom prst="rect">
            <a:avLst/>
          </a:prstGeom>
          <a:solidFill>
            <a:srgbClr val="06B6D4"/>
          </a:solidFill>
          <a:ln w="12700">
            <a:solidFill>
              <a:srgbClr val="06B6D4"/>
            </a:solidFill>
            <a:prstDash val="solid"/>
          </a:ln>
        </p:spPr>
        <p:txBody>
          <a:bodyPr/>
          <a:lstStyle/>
          <a:p>
            <a:endParaRPr lang="fr-FR"/>
          </a:p>
        </p:txBody>
      </p:sp>
      <p:sp>
        <p:nvSpPr>
          <p:cNvPr id="3" name="Text 1"/>
          <p:cNvSpPr/>
          <p:nvPr/>
        </p:nvSpPr>
        <p:spPr>
          <a:xfrm>
            <a:off x="777240" y="411480"/>
            <a:ext cx="2011680" cy="320040"/>
          </a:xfrm>
          <a:prstGeom prst="rect">
            <a:avLst/>
          </a:prstGeom>
          <a:noFill/>
          <a:ln/>
        </p:spPr>
        <p:txBody>
          <a:bodyPr wrap="square" rtlCol="0" anchor="ctr"/>
          <a:lstStyle/>
          <a:p>
            <a:pPr marL="0" indent="0">
              <a:buNone/>
            </a:pPr>
            <a:r>
              <a:rPr lang="en-US" sz="1100" b="1" kern="0" spc="200" dirty="0">
                <a:solidFill>
                  <a:srgbClr val="0F172A"/>
                </a:solidFill>
                <a:latin typeface="Calibri" pitchFamily="34" charset="0"/>
                <a:ea typeface="Calibri" pitchFamily="34" charset="-122"/>
                <a:cs typeface="Calibri" pitchFamily="34" charset="-120"/>
              </a:rPr>
              <a:t>Syndic IA</a:t>
            </a:r>
            <a:endParaRPr lang="en-US" sz="1100" dirty="0"/>
          </a:p>
        </p:txBody>
      </p:sp>
      <p:sp>
        <p:nvSpPr>
          <p:cNvPr id="4" name="Text 2"/>
          <p:cNvSpPr/>
          <p:nvPr/>
        </p:nvSpPr>
        <p:spPr>
          <a:xfrm>
            <a:off x="548640" y="914400"/>
            <a:ext cx="5486400" cy="320040"/>
          </a:xfrm>
          <a:prstGeom prst="rect">
            <a:avLst/>
          </a:prstGeom>
          <a:noFill/>
          <a:ln/>
        </p:spPr>
        <p:txBody>
          <a:bodyPr wrap="square" rtlCol="0" anchor="ctr"/>
          <a:lstStyle/>
          <a:p>
            <a:pPr marL="0" indent="0">
              <a:buNone/>
            </a:pPr>
            <a:r>
              <a:rPr lang="en-US" sz="1200" b="1" kern="0" spc="400" dirty="0">
                <a:solidFill>
                  <a:srgbClr val="06B6D4"/>
                </a:solidFill>
                <a:latin typeface="Calibri" pitchFamily="34" charset="0"/>
                <a:ea typeface="Calibri" pitchFamily="34" charset="-122"/>
                <a:cs typeface="Calibri" pitchFamily="34" charset="-120"/>
              </a:rPr>
              <a:t>06 · STACK</a:t>
            </a:r>
            <a:endParaRPr lang="en-US" sz="1200" dirty="0"/>
          </a:p>
        </p:txBody>
      </p:sp>
      <p:sp>
        <p:nvSpPr>
          <p:cNvPr id="5" name="Text 3"/>
          <p:cNvSpPr/>
          <p:nvPr/>
        </p:nvSpPr>
        <p:spPr>
          <a:xfrm>
            <a:off x="548640" y="1234440"/>
            <a:ext cx="10972800" cy="822960"/>
          </a:xfrm>
          <a:prstGeom prst="rect">
            <a:avLst/>
          </a:prstGeom>
          <a:noFill/>
          <a:ln/>
        </p:spPr>
        <p:txBody>
          <a:bodyPr wrap="square" lIns="0" tIns="0" rIns="0" bIns="0" rtlCol="0" anchor="ctr"/>
          <a:lstStyle/>
          <a:p>
            <a:pPr marL="0" indent="0">
              <a:buNone/>
            </a:pPr>
            <a:r>
              <a:rPr lang="en-US" sz="3600" b="1" dirty="0">
                <a:solidFill>
                  <a:srgbClr val="0F172A"/>
                </a:solidFill>
                <a:latin typeface="Georgia" pitchFamily="34" charset="0"/>
                <a:ea typeface="Georgia" pitchFamily="34" charset="-122"/>
                <a:cs typeface="Georgia" pitchFamily="34" charset="-120"/>
              </a:rPr>
              <a:t>Technologies utilisées</a:t>
            </a:r>
            <a:endParaRPr lang="en-US" sz="3600" dirty="0"/>
          </a:p>
        </p:txBody>
      </p:sp>
      <p:sp>
        <p:nvSpPr>
          <p:cNvPr id="6" name="Shape 4"/>
          <p:cNvSpPr/>
          <p:nvPr/>
        </p:nvSpPr>
        <p:spPr>
          <a:xfrm>
            <a:off x="548640" y="2286000"/>
            <a:ext cx="3703320" cy="2057400"/>
          </a:xfrm>
          <a:prstGeom prst="rect">
            <a:avLst/>
          </a:prstGeom>
          <a:solidFill>
            <a:srgbClr val="FFFFFF"/>
          </a:solidFill>
          <a:ln w="12700">
            <a:solidFill>
              <a:srgbClr val="E2E8F0"/>
            </a:solidFill>
            <a:prstDash val="solid"/>
          </a:ln>
          <a:effectLst>
            <a:outerShdw blurRad="101600" dist="25400" dir="5400000" algn="bl" rotWithShape="0">
              <a:srgbClr val="0F172A">
                <a:alpha val="6000"/>
              </a:srgbClr>
            </a:outerShdw>
          </a:effectLst>
        </p:spPr>
        <p:txBody>
          <a:bodyPr/>
          <a:lstStyle/>
          <a:p>
            <a:endParaRPr lang="fr-FR"/>
          </a:p>
        </p:txBody>
      </p:sp>
      <p:sp>
        <p:nvSpPr>
          <p:cNvPr id="7" name="Shape 5"/>
          <p:cNvSpPr/>
          <p:nvPr/>
        </p:nvSpPr>
        <p:spPr>
          <a:xfrm>
            <a:off x="548640" y="2286000"/>
            <a:ext cx="3703320" cy="411480"/>
          </a:xfrm>
          <a:prstGeom prst="rect">
            <a:avLst/>
          </a:prstGeom>
          <a:solidFill>
            <a:srgbClr val="06B6D4"/>
          </a:solidFill>
          <a:ln w="12700">
            <a:solidFill>
              <a:srgbClr val="06B6D4"/>
            </a:solidFill>
            <a:prstDash val="solid"/>
          </a:ln>
        </p:spPr>
        <p:txBody>
          <a:bodyPr/>
          <a:lstStyle/>
          <a:p>
            <a:endParaRPr lang="fr-FR"/>
          </a:p>
        </p:txBody>
      </p:sp>
      <p:sp>
        <p:nvSpPr>
          <p:cNvPr id="8" name="Text 6"/>
          <p:cNvSpPr/>
          <p:nvPr/>
        </p:nvSpPr>
        <p:spPr>
          <a:xfrm>
            <a:off x="822960" y="2331720"/>
            <a:ext cx="3154680" cy="320040"/>
          </a:xfrm>
          <a:prstGeom prst="rect">
            <a:avLst/>
          </a:prstGeom>
          <a:noFill/>
          <a:ln/>
        </p:spPr>
        <p:txBody>
          <a:bodyPr wrap="square" lIns="0" tIns="0" rIns="0" bIns="0" rtlCol="0" anchor="ctr"/>
          <a:lstStyle/>
          <a:p>
            <a:pPr marL="0" indent="0">
              <a:buNone/>
            </a:pPr>
            <a:r>
              <a:rPr lang="en-US" sz="1200" b="1" kern="0" spc="300" dirty="0">
                <a:solidFill>
                  <a:srgbClr val="FFFFFF"/>
                </a:solidFill>
                <a:latin typeface="Calibri" pitchFamily="34" charset="0"/>
                <a:ea typeface="Calibri" pitchFamily="34" charset="-122"/>
                <a:cs typeface="Calibri" pitchFamily="34" charset="-120"/>
              </a:rPr>
              <a:t>BACKEND</a:t>
            </a:r>
            <a:endParaRPr lang="en-US" sz="1200" dirty="0"/>
          </a:p>
        </p:txBody>
      </p:sp>
      <p:sp>
        <p:nvSpPr>
          <p:cNvPr id="9" name="Shape 7"/>
          <p:cNvSpPr/>
          <p:nvPr/>
        </p:nvSpPr>
        <p:spPr>
          <a:xfrm>
            <a:off x="822960" y="2880360"/>
            <a:ext cx="411480" cy="411480"/>
          </a:xfrm>
          <a:prstGeom prst="ellipse">
            <a:avLst/>
          </a:prstGeom>
          <a:solidFill>
            <a:srgbClr val="F1F5F9"/>
          </a:solidFill>
          <a:ln w="12700">
            <a:solidFill>
              <a:srgbClr val="F1F5F9"/>
            </a:solidFill>
            <a:prstDash val="solid"/>
          </a:ln>
        </p:spPr>
        <p:txBody>
          <a:bodyPr/>
          <a:lstStyle/>
          <a:p>
            <a:endParaRPr lang="fr-FR"/>
          </a:p>
        </p:txBody>
      </p:sp>
      <p:pic>
        <p:nvPicPr>
          <p:cNvPr id="10" name="Image 0" descr="preencoded.png"/>
          <p:cNvPicPr>
            <a:picLocks noChangeAspect="1"/>
          </p:cNvPicPr>
          <p:nvPr/>
        </p:nvPicPr>
        <p:blipFill>
          <a:blip r:embed="rId3"/>
          <a:stretch>
            <a:fillRect/>
          </a:stretch>
        </p:blipFill>
        <p:spPr>
          <a:xfrm>
            <a:off x="914400" y="2971800"/>
            <a:ext cx="228600" cy="228600"/>
          </a:xfrm>
          <a:prstGeom prst="rect">
            <a:avLst/>
          </a:prstGeom>
        </p:spPr>
      </p:pic>
      <p:sp>
        <p:nvSpPr>
          <p:cNvPr id="11" name="Text 8"/>
          <p:cNvSpPr/>
          <p:nvPr/>
        </p:nvSpPr>
        <p:spPr>
          <a:xfrm>
            <a:off x="1325880" y="2926080"/>
            <a:ext cx="1028700" cy="320040"/>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Python</a:t>
            </a:r>
            <a:endParaRPr lang="en-US" sz="1200" dirty="0"/>
          </a:p>
        </p:txBody>
      </p:sp>
      <p:sp>
        <p:nvSpPr>
          <p:cNvPr id="12" name="Shape 9"/>
          <p:cNvSpPr/>
          <p:nvPr/>
        </p:nvSpPr>
        <p:spPr>
          <a:xfrm>
            <a:off x="2400300" y="2880360"/>
            <a:ext cx="411480" cy="411480"/>
          </a:xfrm>
          <a:prstGeom prst="ellipse">
            <a:avLst/>
          </a:prstGeom>
          <a:solidFill>
            <a:srgbClr val="F1F5F9"/>
          </a:solidFill>
          <a:ln w="12700">
            <a:solidFill>
              <a:srgbClr val="F1F5F9"/>
            </a:solidFill>
            <a:prstDash val="solid"/>
          </a:ln>
        </p:spPr>
        <p:txBody>
          <a:bodyPr/>
          <a:lstStyle/>
          <a:p>
            <a:endParaRPr lang="fr-FR"/>
          </a:p>
        </p:txBody>
      </p:sp>
      <p:pic>
        <p:nvPicPr>
          <p:cNvPr id="13" name="Image 1" descr="preencoded.png"/>
          <p:cNvPicPr>
            <a:picLocks noChangeAspect="1"/>
          </p:cNvPicPr>
          <p:nvPr/>
        </p:nvPicPr>
        <p:blipFill>
          <a:blip r:embed="rId4"/>
          <a:stretch>
            <a:fillRect/>
          </a:stretch>
        </p:blipFill>
        <p:spPr>
          <a:xfrm>
            <a:off x="2491740" y="2971800"/>
            <a:ext cx="228600" cy="228600"/>
          </a:xfrm>
          <a:prstGeom prst="rect">
            <a:avLst/>
          </a:prstGeom>
        </p:spPr>
      </p:pic>
      <p:sp>
        <p:nvSpPr>
          <p:cNvPr id="14" name="Text 10"/>
          <p:cNvSpPr/>
          <p:nvPr/>
        </p:nvSpPr>
        <p:spPr>
          <a:xfrm>
            <a:off x="2903220" y="2926080"/>
            <a:ext cx="1028700" cy="320040"/>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FastAPI</a:t>
            </a:r>
            <a:endParaRPr lang="en-US" sz="1200" dirty="0"/>
          </a:p>
        </p:txBody>
      </p:sp>
      <p:sp>
        <p:nvSpPr>
          <p:cNvPr id="15" name="Shape 11"/>
          <p:cNvSpPr/>
          <p:nvPr/>
        </p:nvSpPr>
        <p:spPr>
          <a:xfrm>
            <a:off x="4398264" y="2286000"/>
            <a:ext cx="3703320" cy="2057400"/>
          </a:xfrm>
          <a:prstGeom prst="rect">
            <a:avLst/>
          </a:prstGeom>
          <a:solidFill>
            <a:srgbClr val="FFFFFF"/>
          </a:solidFill>
          <a:ln w="12700">
            <a:solidFill>
              <a:srgbClr val="E2E8F0"/>
            </a:solidFill>
            <a:prstDash val="solid"/>
          </a:ln>
          <a:effectLst>
            <a:outerShdw blurRad="101600" dist="25400" dir="5400000" algn="bl" rotWithShape="0">
              <a:srgbClr val="0F172A">
                <a:alpha val="6000"/>
              </a:srgbClr>
            </a:outerShdw>
          </a:effectLst>
        </p:spPr>
        <p:txBody>
          <a:bodyPr/>
          <a:lstStyle/>
          <a:p>
            <a:endParaRPr lang="fr-FR"/>
          </a:p>
        </p:txBody>
      </p:sp>
      <p:sp>
        <p:nvSpPr>
          <p:cNvPr id="16" name="Shape 12"/>
          <p:cNvSpPr/>
          <p:nvPr/>
        </p:nvSpPr>
        <p:spPr>
          <a:xfrm>
            <a:off x="4398264" y="2286000"/>
            <a:ext cx="3703320" cy="411480"/>
          </a:xfrm>
          <a:prstGeom prst="rect">
            <a:avLst/>
          </a:prstGeom>
          <a:solidFill>
            <a:srgbClr val="1E3A8A"/>
          </a:solidFill>
          <a:ln w="12700">
            <a:solidFill>
              <a:srgbClr val="1E3A8A"/>
            </a:solidFill>
            <a:prstDash val="solid"/>
          </a:ln>
        </p:spPr>
        <p:txBody>
          <a:bodyPr/>
          <a:lstStyle/>
          <a:p>
            <a:endParaRPr lang="fr-FR"/>
          </a:p>
        </p:txBody>
      </p:sp>
      <p:sp>
        <p:nvSpPr>
          <p:cNvPr id="17" name="Text 13"/>
          <p:cNvSpPr/>
          <p:nvPr/>
        </p:nvSpPr>
        <p:spPr>
          <a:xfrm>
            <a:off x="4672584" y="2331720"/>
            <a:ext cx="3154680" cy="320040"/>
          </a:xfrm>
          <a:prstGeom prst="rect">
            <a:avLst/>
          </a:prstGeom>
          <a:noFill/>
          <a:ln/>
        </p:spPr>
        <p:txBody>
          <a:bodyPr wrap="square" lIns="0" tIns="0" rIns="0" bIns="0" rtlCol="0" anchor="ctr"/>
          <a:lstStyle/>
          <a:p>
            <a:pPr marL="0" indent="0">
              <a:buNone/>
            </a:pPr>
            <a:r>
              <a:rPr lang="en-US" sz="1200" b="1" kern="0" spc="300" dirty="0">
                <a:solidFill>
                  <a:srgbClr val="FFFFFF"/>
                </a:solidFill>
                <a:latin typeface="Calibri" pitchFamily="34" charset="0"/>
                <a:ea typeface="Calibri" pitchFamily="34" charset="-122"/>
                <a:cs typeface="Calibri" pitchFamily="34" charset="-120"/>
              </a:rPr>
              <a:t>BASE DE DONNÉES</a:t>
            </a:r>
            <a:endParaRPr lang="en-US" sz="1200" dirty="0"/>
          </a:p>
        </p:txBody>
      </p:sp>
      <p:sp>
        <p:nvSpPr>
          <p:cNvPr id="18" name="Shape 14"/>
          <p:cNvSpPr/>
          <p:nvPr/>
        </p:nvSpPr>
        <p:spPr>
          <a:xfrm>
            <a:off x="4672584" y="2880360"/>
            <a:ext cx="411480" cy="411480"/>
          </a:xfrm>
          <a:prstGeom prst="ellipse">
            <a:avLst/>
          </a:prstGeom>
          <a:solidFill>
            <a:srgbClr val="F1F5F9"/>
          </a:solidFill>
          <a:ln w="12700">
            <a:solidFill>
              <a:srgbClr val="F1F5F9"/>
            </a:solidFill>
            <a:prstDash val="solid"/>
          </a:ln>
        </p:spPr>
        <p:txBody>
          <a:bodyPr/>
          <a:lstStyle/>
          <a:p>
            <a:endParaRPr lang="fr-FR"/>
          </a:p>
        </p:txBody>
      </p:sp>
      <p:pic>
        <p:nvPicPr>
          <p:cNvPr id="19" name="Image 2" descr="preencoded.png"/>
          <p:cNvPicPr>
            <a:picLocks noChangeAspect="1"/>
          </p:cNvPicPr>
          <p:nvPr/>
        </p:nvPicPr>
        <p:blipFill>
          <a:blip r:embed="rId5"/>
          <a:stretch>
            <a:fillRect/>
          </a:stretch>
        </p:blipFill>
        <p:spPr>
          <a:xfrm>
            <a:off x="4764024" y="2971800"/>
            <a:ext cx="228600" cy="228600"/>
          </a:xfrm>
          <a:prstGeom prst="rect">
            <a:avLst/>
          </a:prstGeom>
        </p:spPr>
      </p:pic>
      <p:sp>
        <p:nvSpPr>
          <p:cNvPr id="20" name="Text 15"/>
          <p:cNvSpPr/>
          <p:nvPr/>
        </p:nvSpPr>
        <p:spPr>
          <a:xfrm>
            <a:off x="5175504" y="2926080"/>
            <a:ext cx="1028700" cy="320040"/>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PostgreSQL</a:t>
            </a:r>
            <a:endParaRPr lang="en-US" sz="1200" dirty="0"/>
          </a:p>
        </p:txBody>
      </p:sp>
      <p:sp>
        <p:nvSpPr>
          <p:cNvPr id="21" name="Shape 16"/>
          <p:cNvSpPr/>
          <p:nvPr/>
        </p:nvSpPr>
        <p:spPr>
          <a:xfrm>
            <a:off x="6249924" y="2880360"/>
            <a:ext cx="411480" cy="411480"/>
          </a:xfrm>
          <a:prstGeom prst="ellipse">
            <a:avLst/>
          </a:prstGeom>
          <a:solidFill>
            <a:srgbClr val="F1F5F9"/>
          </a:solidFill>
          <a:ln w="12700">
            <a:solidFill>
              <a:srgbClr val="F1F5F9"/>
            </a:solidFill>
            <a:prstDash val="solid"/>
          </a:ln>
        </p:spPr>
        <p:txBody>
          <a:bodyPr/>
          <a:lstStyle/>
          <a:p>
            <a:endParaRPr lang="fr-FR"/>
          </a:p>
        </p:txBody>
      </p:sp>
      <p:pic>
        <p:nvPicPr>
          <p:cNvPr id="22" name="Image 3" descr="preencoded.png"/>
          <p:cNvPicPr>
            <a:picLocks noChangeAspect="1"/>
          </p:cNvPicPr>
          <p:nvPr/>
        </p:nvPicPr>
        <p:blipFill>
          <a:blip r:embed="rId6"/>
          <a:stretch>
            <a:fillRect/>
          </a:stretch>
        </p:blipFill>
        <p:spPr>
          <a:xfrm>
            <a:off x="6341364" y="2971800"/>
            <a:ext cx="228600" cy="228600"/>
          </a:xfrm>
          <a:prstGeom prst="rect">
            <a:avLst/>
          </a:prstGeom>
        </p:spPr>
      </p:pic>
      <p:sp>
        <p:nvSpPr>
          <p:cNvPr id="23" name="Text 17"/>
          <p:cNvSpPr/>
          <p:nvPr/>
        </p:nvSpPr>
        <p:spPr>
          <a:xfrm>
            <a:off x="6752844" y="2926080"/>
            <a:ext cx="1028700" cy="320040"/>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Redis</a:t>
            </a:r>
            <a:endParaRPr lang="en-US" sz="1200" dirty="0"/>
          </a:p>
        </p:txBody>
      </p:sp>
      <p:sp>
        <p:nvSpPr>
          <p:cNvPr id="24" name="Shape 18"/>
          <p:cNvSpPr/>
          <p:nvPr/>
        </p:nvSpPr>
        <p:spPr>
          <a:xfrm>
            <a:off x="8247888" y="2286000"/>
            <a:ext cx="3703320" cy="2057400"/>
          </a:xfrm>
          <a:prstGeom prst="rect">
            <a:avLst/>
          </a:prstGeom>
          <a:solidFill>
            <a:srgbClr val="FFFFFF"/>
          </a:solidFill>
          <a:ln w="12700">
            <a:solidFill>
              <a:srgbClr val="E2E8F0"/>
            </a:solidFill>
            <a:prstDash val="solid"/>
          </a:ln>
          <a:effectLst>
            <a:outerShdw blurRad="101600" dist="25400" dir="5400000" algn="bl" rotWithShape="0">
              <a:srgbClr val="0F172A">
                <a:alpha val="6000"/>
              </a:srgbClr>
            </a:outerShdw>
          </a:effectLst>
        </p:spPr>
        <p:txBody>
          <a:bodyPr/>
          <a:lstStyle/>
          <a:p>
            <a:endParaRPr lang="fr-FR"/>
          </a:p>
        </p:txBody>
      </p:sp>
      <p:sp>
        <p:nvSpPr>
          <p:cNvPr id="25" name="Shape 19"/>
          <p:cNvSpPr/>
          <p:nvPr/>
        </p:nvSpPr>
        <p:spPr>
          <a:xfrm>
            <a:off x="8247888" y="2286000"/>
            <a:ext cx="3703320" cy="411480"/>
          </a:xfrm>
          <a:prstGeom prst="rect">
            <a:avLst/>
          </a:prstGeom>
          <a:solidFill>
            <a:srgbClr val="22C55E"/>
          </a:solidFill>
          <a:ln w="12700">
            <a:solidFill>
              <a:srgbClr val="22C55E"/>
            </a:solidFill>
            <a:prstDash val="solid"/>
          </a:ln>
        </p:spPr>
        <p:txBody>
          <a:bodyPr/>
          <a:lstStyle/>
          <a:p>
            <a:endParaRPr lang="fr-FR"/>
          </a:p>
        </p:txBody>
      </p:sp>
      <p:sp>
        <p:nvSpPr>
          <p:cNvPr id="26" name="Text 20"/>
          <p:cNvSpPr/>
          <p:nvPr/>
        </p:nvSpPr>
        <p:spPr>
          <a:xfrm>
            <a:off x="8522208" y="2331720"/>
            <a:ext cx="3154680" cy="320040"/>
          </a:xfrm>
          <a:prstGeom prst="rect">
            <a:avLst/>
          </a:prstGeom>
          <a:noFill/>
          <a:ln/>
        </p:spPr>
        <p:txBody>
          <a:bodyPr wrap="square" lIns="0" tIns="0" rIns="0" bIns="0" rtlCol="0" anchor="ctr"/>
          <a:lstStyle/>
          <a:p>
            <a:pPr marL="0" indent="0">
              <a:buNone/>
            </a:pPr>
            <a:r>
              <a:rPr lang="en-US" sz="1200" b="1" kern="0" spc="300" dirty="0">
                <a:solidFill>
                  <a:srgbClr val="FFFFFF"/>
                </a:solidFill>
                <a:latin typeface="Calibri" pitchFamily="34" charset="0"/>
                <a:ea typeface="Calibri" pitchFamily="34" charset="-122"/>
                <a:cs typeface="Calibri" pitchFamily="34" charset="-120"/>
              </a:rPr>
              <a:t>INTELLIGENCE ARTIFICIELLE</a:t>
            </a:r>
            <a:endParaRPr lang="en-US" sz="1200" dirty="0"/>
          </a:p>
        </p:txBody>
      </p:sp>
      <p:sp>
        <p:nvSpPr>
          <p:cNvPr id="27" name="Shape 21"/>
          <p:cNvSpPr/>
          <p:nvPr/>
        </p:nvSpPr>
        <p:spPr>
          <a:xfrm>
            <a:off x="8375426" y="2880360"/>
            <a:ext cx="411480" cy="411480"/>
          </a:xfrm>
          <a:prstGeom prst="ellipse">
            <a:avLst/>
          </a:prstGeom>
          <a:solidFill>
            <a:srgbClr val="F1F5F9"/>
          </a:solidFill>
          <a:ln w="12700">
            <a:solidFill>
              <a:srgbClr val="F1F5F9"/>
            </a:solidFill>
            <a:prstDash val="solid"/>
          </a:ln>
        </p:spPr>
        <p:txBody>
          <a:bodyPr/>
          <a:lstStyle/>
          <a:p>
            <a:endParaRPr lang="fr-FR"/>
          </a:p>
        </p:txBody>
      </p:sp>
      <p:pic>
        <p:nvPicPr>
          <p:cNvPr id="28" name="Image 4" descr="preencoded.png"/>
          <p:cNvPicPr>
            <a:picLocks noChangeAspect="1"/>
          </p:cNvPicPr>
          <p:nvPr/>
        </p:nvPicPr>
        <p:blipFill>
          <a:blip r:embed="rId7"/>
          <a:stretch>
            <a:fillRect/>
          </a:stretch>
        </p:blipFill>
        <p:spPr>
          <a:xfrm>
            <a:off x="8466866" y="2971800"/>
            <a:ext cx="228600" cy="228600"/>
          </a:xfrm>
          <a:prstGeom prst="rect">
            <a:avLst/>
          </a:prstGeom>
        </p:spPr>
      </p:pic>
      <p:sp>
        <p:nvSpPr>
          <p:cNvPr id="29" name="Text 22"/>
          <p:cNvSpPr/>
          <p:nvPr/>
        </p:nvSpPr>
        <p:spPr>
          <a:xfrm>
            <a:off x="8878346" y="2926080"/>
            <a:ext cx="1028700" cy="320040"/>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Groq LLM</a:t>
            </a:r>
            <a:endParaRPr lang="en-US" sz="1200" dirty="0"/>
          </a:p>
        </p:txBody>
      </p:sp>
      <p:sp>
        <p:nvSpPr>
          <p:cNvPr id="30" name="Shape 23"/>
          <p:cNvSpPr/>
          <p:nvPr/>
        </p:nvSpPr>
        <p:spPr>
          <a:xfrm>
            <a:off x="9678446" y="2880360"/>
            <a:ext cx="411480" cy="411480"/>
          </a:xfrm>
          <a:prstGeom prst="ellipse">
            <a:avLst/>
          </a:prstGeom>
          <a:solidFill>
            <a:srgbClr val="F1F5F9"/>
          </a:solidFill>
          <a:ln w="12700">
            <a:solidFill>
              <a:srgbClr val="F1F5F9"/>
            </a:solidFill>
            <a:prstDash val="solid"/>
          </a:ln>
        </p:spPr>
        <p:txBody>
          <a:bodyPr/>
          <a:lstStyle/>
          <a:p>
            <a:endParaRPr lang="fr-FR"/>
          </a:p>
        </p:txBody>
      </p:sp>
      <p:pic>
        <p:nvPicPr>
          <p:cNvPr id="31" name="Image 5" descr="preencoded.png"/>
          <p:cNvPicPr>
            <a:picLocks noChangeAspect="1"/>
          </p:cNvPicPr>
          <p:nvPr/>
        </p:nvPicPr>
        <p:blipFill>
          <a:blip r:embed="rId8"/>
          <a:stretch>
            <a:fillRect/>
          </a:stretch>
        </p:blipFill>
        <p:spPr>
          <a:xfrm>
            <a:off x="9769886" y="2971800"/>
            <a:ext cx="228600" cy="228600"/>
          </a:xfrm>
          <a:prstGeom prst="rect">
            <a:avLst/>
          </a:prstGeom>
        </p:spPr>
      </p:pic>
      <p:sp>
        <p:nvSpPr>
          <p:cNvPr id="32" name="Text 24"/>
          <p:cNvSpPr/>
          <p:nvPr/>
        </p:nvSpPr>
        <p:spPr>
          <a:xfrm>
            <a:off x="10181366" y="2926080"/>
            <a:ext cx="1028700" cy="320040"/>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Whisper</a:t>
            </a:r>
            <a:endParaRPr lang="en-US" sz="1200" dirty="0"/>
          </a:p>
        </p:txBody>
      </p:sp>
      <p:sp>
        <p:nvSpPr>
          <p:cNvPr id="33" name="Shape 25"/>
          <p:cNvSpPr/>
          <p:nvPr/>
        </p:nvSpPr>
        <p:spPr>
          <a:xfrm>
            <a:off x="10912656" y="2880360"/>
            <a:ext cx="411480" cy="411480"/>
          </a:xfrm>
          <a:prstGeom prst="ellipse">
            <a:avLst/>
          </a:prstGeom>
          <a:solidFill>
            <a:srgbClr val="F1F5F9"/>
          </a:solidFill>
          <a:ln w="12700">
            <a:solidFill>
              <a:srgbClr val="F1F5F9"/>
            </a:solidFill>
            <a:prstDash val="solid"/>
          </a:ln>
        </p:spPr>
        <p:txBody>
          <a:bodyPr/>
          <a:lstStyle/>
          <a:p>
            <a:endParaRPr lang="fr-FR"/>
          </a:p>
        </p:txBody>
      </p:sp>
      <p:pic>
        <p:nvPicPr>
          <p:cNvPr id="34" name="Image 6" descr="preencoded.png"/>
          <p:cNvPicPr>
            <a:picLocks noChangeAspect="1"/>
          </p:cNvPicPr>
          <p:nvPr/>
        </p:nvPicPr>
        <p:blipFill>
          <a:blip r:embed="rId9"/>
          <a:stretch>
            <a:fillRect/>
          </a:stretch>
        </p:blipFill>
        <p:spPr>
          <a:xfrm>
            <a:off x="11004096" y="2971800"/>
            <a:ext cx="228600" cy="228600"/>
          </a:xfrm>
          <a:prstGeom prst="rect">
            <a:avLst/>
          </a:prstGeom>
        </p:spPr>
      </p:pic>
      <p:sp>
        <p:nvSpPr>
          <p:cNvPr id="35" name="Text 26"/>
          <p:cNvSpPr/>
          <p:nvPr/>
        </p:nvSpPr>
        <p:spPr>
          <a:xfrm>
            <a:off x="11415576" y="2926080"/>
            <a:ext cx="1028700" cy="320040"/>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Vision</a:t>
            </a:r>
            <a:endParaRPr lang="en-US" sz="1200" dirty="0"/>
          </a:p>
        </p:txBody>
      </p:sp>
      <p:sp>
        <p:nvSpPr>
          <p:cNvPr id="36" name="Shape 27"/>
          <p:cNvSpPr/>
          <p:nvPr/>
        </p:nvSpPr>
        <p:spPr>
          <a:xfrm>
            <a:off x="8727948" y="5178861"/>
            <a:ext cx="411480" cy="411480"/>
          </a:xfrm>
          <a:prstGeom prst="ellipse">
            <a:avLst/>
          </a:prstGeom>
          <a:solidFill>
            <a:srgbClr val="F1F5F9"/>
          </a:solidFill>
          <a:ln w="12700">
            <a:solidFill>
              <a:srgbClr val="F1F5F9"/>
            </a:solidFill>
            <a:prstDash val="solid"/>
          </a:ln>
        </p:spPr>
        <p:txBody>
          <a:bodyPr/>
          <a:lstStyle/>
          <a:p>
            <a:endParaRPr lang="fr-FR"/>
          </a:p>
        </p:txBody>
      </p:sp>
      <p:pic>
        <p:nvPicPr>
          <p:cNvPr id="37" name="Image 7" descr="preencoded.png"/>
          <p:cNvPicPr>
            <a:picLocks noChangeAspect="1"/>
          </p:cNvPicPr>
          <p:nvPr/>
        </p:nvPicPr>
        <p:blipFill>
          <a:blip r:embed="rId10"/>
          <a:stretch>
            <a:fillRect/>
          </a:stretch>
        </p:blipFill>
        <p:spPr>
          <a:xfrm>
            <a:off x="8819388" y="5270301"/>
            <a:ext cx="228600" cy="228600"/>
          </a:xfrm>
          <a:prstGeom prst="rect">
            <a:avLst/>
          </a:prstGeom>
        </p:spPr>
      </p:pic>
      <p:sp>
        <p:nvSpPr>
          <p:cNvPr id="38" name="Text 28"/>
          <p:cNvSpPr/>
          <p:nvPr/>
        </p:nvSpPr>
        <p:spPr>
          <a:xfrm>
            <a:off x="9230868" y="5224581"/>
            <a:ext cx="1028700" cy="320040"/>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ChromaDB</a:t>
            </a:r>
            <a:endParaRPr lang="en-US" sz="1200" dirty="0"/>
          </a:p>
        </p:txBody>
      </p:sp>
      <p:sp>
        <p:nvSpPr>
          <p:cNvPr id="39" name="Shape 29"/>
          <p:cNvSpPr/>
          <p:nvPr/>
        </p:nvSpPr>
        <p:spPr>
          <a:xfrm>
            <a:off x="548640" y="4507992"/>
            <a:ext cx="3703320" cy="2057400"/>
          </a:xfrm>
          <a:prstGeom prst="rect">
            <a:avLst/>
          </a:prstGeom>
          <a:solidFill>
            <a:srgbClr val="FFFFFF"/>
          </a:solidFill>
          <a:ln w="12700">
            <a:solidFill>
              <a:srgbClr val="E2E8F0"/>
            </a:solidFill>
            <a:prstDash val="solid"/>
          </a:ln>
          <a:effectLst>
            <a:outerShdw blurRad="101600" dist="25400" dir="5400000" algn="bl" rotWithShape="0">
              <a:srgbClr val="0F172A">
                <a:alpha val="6000"/>
              </a:srgbClr>
            </a:outerShdw>
          </a:effectLst>
        </p:spPr>
        <p:txBody>
          <a:bodyPr/>
          <a:lstStyle/>
          <a:p>
            <a:endParaRPr lang="fr-FR"/>
          </a:p>
        </p:txBody>
      </p:sp>
      <p:sp>
        <p:nvSpPr>
          <p:cNvPr id="40" name="Shape 30"/>
          <p:cNvSpPr/>
          <p:nvPr/>
        </p:nvSpPr>
        <p:spPr>
          <a:xfrm>
            <a:off x="548640" y="4507992"/>
            <a:ext cx="3703320" cy="411480"/>
          </a:xfrm>
          <a:prstGeom prst="rect">
            <a:avLst/>
          </a:prstGeom>
          <a:solidFill>
            <a:srgbClr val="06B6D4"/>
          </a:solidFill>
          <a:ln w="12700">
            <a:solidFill>
              <a:srgbClr val="06B6D4"/>
            </a:solidFill>
            <a:prstDash val="solid"/>
          </a:ln>
        </p:spPr>
        <p:txBody>
          <a:bodyPr/>
          <a:lstStyle/>
          <a:p>
            <a:endParaRPr lang="fr-FR"/>
          </a:p>
        </p:txBody>
      </p:sp>
      <p:sp>
        <p:nvSpPr>
          <p:cNvPr id="41" name="Text 31"/>
          <p:cNvSpPr/>
          <p:nvPr/>
        </p:nvSpPr>
        <p:spPr>
          <a:xfrm>
            <a:off x="822960" y="4553712"/>
            <a:ext cx="3154680" cy="320040"/>
          </a:xfrm>
          <a:prstGeom prst="rect">
            <a:avLst/>
          </a:prstGeom>
          <a:noFill/>
          <a:ln/>
        </p:spPr>
        <p:txBody>
          <a:bodyPr wrap="square" lIns="0" tIns="0" rIns="0" bIns="0" rtlCol="0" anchor="ctr"/>
          <a:lstStyle/>
          <a:p>
            <a:pPr marL="0" indent="0">
              <a:buNone/>
            </a:pPr>
            <a:r>
              <a:rPr lang="en-US" sz="1200" b="1" kern="0" spc="300" dirty="0">
                <a:solidFill>
                  <a:srgbClr val="FFFFFF"/>
                </a:solidFill>
                <a:latin typeface="Calibri" pitchFamily="34" charset="0"/>
                <a:ea typeface="Calibri" pitchFamily="34" charset="-122"/>
                <a:cs typeface="Calibri" pitchFamily="34" charset="-120"/>
              </a:rPr>
              <a:t>FRONTEND</a:t>
            </a:r>
            <a:endParaRPr lang="en-US" sz="1200" dirty="0"/>
          </a:p>
        </p:txBody>
      </p:sp>
      <p:sp>
        <p:nvSpPr>
          <p:cNvPr id="42" name="Shape 32"/>
          <p:cNvSpPr/>
          <p:nvPr/>
        </p:nvSpPr>
        <p:spPr>
          <a:xfrm>
            <a:off x="822960" y="5102352"/>
            <a:ext cx="411480" cy="411480"/>
          </a:xfrm>
          <a:prstGeom prst="ellipse">
            <a:avLst/>
          </a:prstGeom>
          <a:solidFill>
            <a:srgbClr val="F1F5F9"/>
          </a:solidFill>
          <a:ln w="12700">
            <a:solidFill>
              <a:srgbClr val="F1F5F9"/>
            </a:solidFill>
            <a:prstDash val="solid"/>
          </a:ln>
        </p:spPr>
        <p:txBody>
          <a:bodyPr/>
          <a:lstStyle/>
          <a:p>
            <a:endParaRPr lang="fr-FR"/>
          </a:p>
        </p:txBody>
      </p:sp>
      <p:pic>
        <p:nvPicPr>
          <p:cNvPr id="43" name="Image 8" descr="preencoded.png"/>
          <p:cNvPicPr>
            <a:picLocks noChangeAspect="1"/>
          </p:cNvPicPr>
          <p:nvPr/>
        </p:nvPicPr>
        <p:blipFill>
          <a:blip r:embed="rId11"/>
          <a:stretch>
            <a:fillRect/>
          </a:stretch>
        </p:blipFill>
        <p:spPr>
          <a:xfrm>
            <a:off x="914400" y="5193792"/>
            <a:ext cx="228600" cy="228600"/>
          </a:xfrm>
          <a:prstGeom prst="rect">
            <a:avLst/>
          </a:prstGeom>
        </p:spPr>
      </p:pic>
      <p:sp>
        <p:nvSpPr>
          <p:cNvPr id="44" name="Text 33"/>
          <p:cNvSpPr/>
          <p:nvPr/>
        </p:nvSpPr>
        <p:spPr>
          <a:xfrm>
            <a:off x="1325880" y="5148072"/>
            <a:ext cx="1028700" cy="320040"/>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Flutter</a:t>
            </a:r>
            <a:endParaRPr lang="en-US" sz="1200" dirty="0"/>
          </a:p>
        </p:txBody>
      </p:sp>
      <p:sp>
        <p:nvSpPr>
          <p:cNvPr id="45" name="Shape 34"/>
          <p:cNvSpPr/>
          <p:nvPr/>
        </p:nvSpPr>
        <p:spPr>
          <a:xfrm>
            <a:off x="2400300" y="5102352"/>
            <a:ext cx="411480" cy="411480"/>
          </a:xfrm>
          <a:prstGeom prst="ellipse">
            <a:avLst/>
          </a:prstGeom>
          <a:solidFill>
            <a:srgbClr val="F1F5F9"/>
          </a:solidFill>
          <a:ln w="12700">
            <a:solidFill>
              <a:srgbClr val="F1F5F9"/>
            </a:solidFill>
            <a:prstDash val="solid"/>
          </a:ln>
        </p:spPr>
        <p:txBody>
          <a:bodyPr/>
          <a:lstStyle/>
          <a:p>
            <a:endParaRPr lang="fr-FR"/>
          </a:p>
        </p:txBody>
      </p:sp>
      <p:pic>
        <p:nvPicPr>
          <p:cNvPr id="46" name="Image 9" descr="preencoded.png"/>
          <p:cNvPicPr>
            <a:picLocks noChangeAspect="1"/>
          </p:cNvPicPr>
          <p:nvPr/>
        </p:nvPicPr>
        <p:blipFill>
          <a:blip r:embed="rId12"/>
          <a:stretch>
            <a:fillRect/>
          </a:stretch>
        </p:blipFill>
        <p:spPr>
          <a:xfrm>
            <a:off x="2491740" y="5193792"/>
            <a:ext cx="228600" cy="228600"/>
          </a:xfrm>
          <a:prstGeom prst="rect">
            <a:avLst/>
          </a:prstGeom>
        </p:spPr>
      </p:pic>
      <p:sp>
        <p:nvSpPr>
          <p:cNvPr id="47" name="Text 35"/>
          <p:cNvSpPr/>
          <p:nvPr/>
        </p:nvSpPr>
        <p:spPr>
          <a:xfrm>
            <a:off x="2903220" y="5148072"/>
            <a:ext cx="1028700" cy="320040"/>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Dart</a:t>
            </a:r>
            <a:endParaRPr lang="en-US" sz="1200" dirty="0"/>
          </a:p>
        </p:txBody>
      </p:sp>
      <p:sp>
        <p:nvSpPr>
          <p:cNvPr id="48" name="Shape 36"/>
          <p:cNvSpPr/>
          <p:nvPr/>
        </p:nvSpPr>
        <p:spPr>
          <a:xfrm>
            <a:off x="4398264" y="4507992"/>
            <a:ext cx="3703320" cy="2057400"/>
          </a:xfrm>
          <a:prstGeom prst="rect">
            <a:avLst/>
          </a:prstGeom>
          <a:solidFill>
            <a:srgbClr val="FFFFFF"/>
          </a:solidFill>
          <a:ln w="12700">
            <a:solidFill>
              <a:srgbClr val="E2E8F0"/>
            </a:solidFill>
            <a:prstDash val="solid"/>
          </a:ln>
          <a:effectLst>
            <a:outerShdw blurRad="101600" dist="25400" dir="5400000" algn="bl" rotWithShape="0">
              <a:srgbClr val="0F172A">
                <a:alpha val="6000"/>
              </a:srgbClr>
            </a:outerShdw>
          </a:effectLst>
        </p:spPr>
        <p:txBody>
          <a:bodyPr/>
          <a:lstStyle/>
          <a:p>
            <a:endParaRPr lang="fr-FR"/>
          </a:p>
        </p:txBody>
      </p:sp>
      <p:sp>
        <p:nvSpPr>
          <p:cNvPr id="49" name="Shape 37"/>
          <p:cNvSpPr/>
          <p:nvPr/>
        </p:nvSpPr>
        <p:spPr>
          <a:xfrm>
            <a:off x="4398264" y="4507992"/>
            <a:ext cx="3703320" cy="411480"/>
          </a:xfrm>
          <a:prstGeom prst="rect">
            <a:avLst/>
          </a:prstGeom>
          <a:solidFill>
            <a:srgbClr val="F59E0B"/>
          </a:solidFill>
          <a:ln w="12700">
            <a:solidFill>
              <a:srgbClr val="F59E0B"/>
            </a:solidFill>
            <a:prstDash val="solid"/>
          </a:ln>
        </p:spPr>
        <p:txBody>
          <a:bodyPr/>
          <a:lstStyle/>
          <a:p>
            <a:endParaRPr lang="fr-FR"/>
          </a:p>
        </p:txBody>
      </p:sp>
      <p:sp>
        <p:nvSpPr>
          <p:cNvPr id="50" name="Text 38"/>
          <p:cNvSpPr/>
          <p:nvPr/>
        </p:nvSpPr>
        <p:spPr>
          <a:xfrm>
            <a:off x="4672584" y="4553712"/>
            <a:ext cx="3154680" cy="320040"/>
          </a:xfrm>
          <a:prstGeom prst="rect">
            <a:avLst/>
          </a:prstGeom>
          <a:noFill/>
          <a:ln/>
        </p:spPr>
        <p:txBody>
          <a:bodyPr wrap="square" lIns="0" tIns="0" rIns="0" bIns="0" rtlCol="0" anchor="ctr"/>
          <a:lstStyle/>
          <a:p>
            <a:pPr marL="0" indent="0">
              <a:buNone/>
            </a:pPr>
            <a:r>
              <a:rPr lang="en-US" sz="1200" b="1" kern="0" spc="300" dirty="0">
                <a:solidFill>
                  <a:srgbClr val="FFFFFF"/>
                </a:solidFill>
                <a:latin typeface="Calibri" pitchFamily="34" charset="0"/>
                <a:ea typeface="Calibri" pitchFamily="34" charset="-122"/>
                <a:cs typeface="Calibri" pitchFamily="34" charset="-120"/>
              </a:rPr>
              <a:t>NOTIFICATIONS &amp; AUTH</a:t>
            </a:r>
            <a:endParaRPr lang="en-US" sz="1200" dirty="0"/>
          </a:p>
        </p:txBody>
      </p:sp>
      <p:sp>
        <p:nvSpPr>
          <p:cNvPr id="51" name="Shape 39"/>
          <p:cNvSpPr/>
          <p:nvPr/>
        </p:nvSpPr>
        <p:spPr>
          <a:xfrm>
            <a:off x="4672584" y="5102352"/>
            <a:ext cx="411480" cy="411480"/>
          </a:xfrm>
          <a:prstGeom prst="ellipse">
            <a:avLst/>
          </a:prstGeom>
          <a:solidFill>
            <a:srgbClr val="F1F5F9"/>
          </a:solidFill>
          <a:ln w="12700">
            <a:solidFill>
              <a:srgbClr val="F1F5F9"/>
            </a:solidFill>
            <a:prstDash val="solid"/>
          </a:ln>
        </p:spPr>
        <p:txBody>
          <a:bodyPr/>
          <a:lstStyle/>
          <a:p>
            <a:endParaRPr lang="fr-FR"/>
          </a:p>
        </p:txBody>
      </p:sp>
      <p:pic>
        <p:nvPicPr>
          <p:cNvPr id="52" name="Image 10" descr="preencoded.png"/>
          <p:cNvPicPr>
            <a:picLocks noChangeAspect="1"/>
          </p:cNvPicPr>
          <p:nvPr/>
        </p:nvPicPr>
        <p:blipFill>
          <a:blip r:embed="rId13"/>
          <a:stretch>
            <a:fillRect/>
          </a:stretch>
        </p:blipFill>
        <p:spPr>
          <a:xfrm>
            <a:off x="4764024" y="5193792"/>
            <a:ext cx="228600" cy="228600"/>
          </a:xfrm>
          <a:prstGeom prst="rect">
            <a:avLst/>
          </a:prstGeom>
        </p:spPr>
      </p:pic>
      <p:sp>
        <p:nvSpPr>
          <p:cNvPr id="53" name="Text 40"/>
          <p:cNvSpPr/>
          <p:nvPr/>
        </p:nvSpPr>
        <p:spPr>
          <a:xfrm>
            <a:off x="5175504" y="5148072"/>
            <a:ext cx="1028700" cy="320040"/>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Firebase Auth</a:t>
            </a:r>
            <a:endParaRPr lang="en-US" sz="1200" dirty="0"/>
          </a:p>
        </p:txBody>
      </p:sp>
      <p:sp>
        <p:nvSpPr>
          <p:cNvPr id="54" name="Shape 41"/>
          <p:cNvSpPr/>
          <p:nvPr/>
        </p:nvSpPr>
        <p:spPr>
          <a:xfrm>
            <a:off x="6249924" y="5102352"/>
            <a:ext cx="411480" cy="411480"/>
          </a:xfrm>
          <a:prstGeom prst="ellipse">
            <a:avLst/>
          </a:prstGeom>
          <a:solidFill>
            <a:srgbClr val="F1F5F9"/>
          </a:solidFill>
          <a:ln w="12700">
            <a:solidFill>
              <a:srgbClr val="F1F5F9"/>
            </a:solidFill>
            <a:prstDash val="solid"/>
          </a:ln>
        </p:spPr>
        <p:txBody>
          <a:bodyPr/>
          <a:lstStyle/>
          <a:p>
            <a:endParaRPr lang="fr-FR"/>
          </a:p>
        </p:txBody>
      </p:sp>
      <p:pic>
        <p:nvPicPr>
          <p:cNvPr id="55" name="Image 11" descr="preencoded.png"/>
          <p:cNvPicPr>
            <a:picLocks noChangeAspect="1"/>
          </p:cNvPicPr>
          <p:nvPr/>
        </p:nvPicPr>
        <p:blipFill>
          <a:blip r:embed="rId14"/>
          <a:stretch>
            <a:fillRect/>
          </a:stretch>
        </p:blipFill>
        <p:spPr>
          <a:xfrm>
            <a:off x="6341364" y="5193792"/>
            <a:ext cx="228600" cy="228600"/>
          </a:xfrm>
          <a:prstGeom prst="rect">
            <a:avLst/>
          </a:prstGeom>
        </p:spPr>
      </p:pic>
      <p:sp>
        <p:nvSpPr>
          <p:cNvPr id="56" name="Text 42"/>
          <p:cNvSpPr/>
          <p:nvPr/>
        </p:nvSpPr>
        <p:spPr>
          <a:xfrm>
            <a:off x="6752844" y="5148072"/>
            <a:ext cx="1028700" cy="320040"/>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FCM</a:t>
            </a:r>
            <a:endParaRPr lang="en-US" sz="1200" dirty="0"/>
          </a:p>
        </p:txBody>
      </p:sp>
      <p:sp>
        <p:nvSpPr>
          <p:cNvPr id="58" name="Shape 44"/>
          <p:cNvSpPr/>
          <p:nvPr/>
        </p:nvSpPr>
        <p:spPr>
          <a:xfrm>
            <a:off x="8247888" y="4507992"/>
            <a:ext cx="3703320" cy="411480"/>
          </a:xfrm>
          <a:prstGeom prst="rect">
            <a:avLst/>
          </a:prstGeom>
          <a:solidFill>
            <a:schemeClr val="accent6"/>
          </a:solidFill>
          <a:ln w="12700">
            <a:solidFill>
              <a:srgbClr val="1E3A8A"/>
            </a:solidFill>
            <a:prstDash val="solid"/>
          </a:ln>
        </p:spPr>
        <p:txBody>
          <a:bodyPr/>
          <a:lstStyle/>
          <a:p>
            <a:endParaRPr lang="fr-FR"/>
          </a:p>
        </p:txBody>
      </p:sp>
      <p:sp>
        <p:nvSpPr>
          <p:cNvPr id="59" name="Text 45"/>
          <p:cNvSpPr/>
          <p:nvPr/>
        </p:nvSpPr>
        <p:spPr>
          <a:xfrm>
            <a:off x="8522208" y="4553712"/>
            <a:ext cx="3154680" cy="320040"/>
          </a:xfrm>
          <a:prstGeom prst="rect">
            <a:avLst/>
          </a:prstGeom>
          <a:noFill/>
          <a:ln/>
        </p:spPr>
        <p:txBody>
          <a:bodyPr wrap="square" lIns="0" tIns="0" rIns="0" bIns="0" rtlCol="0" anchor="ctr"/>
          <a:lstStyle/>
          <a:p>
            <a:pPr marL="0" indent="0">
              <a:buNone/>
            </a:pPr>
            <a:r>
              <a:rPr lang="en-US" sz="1200" b="1" kern="0" spc="300" dirty="0">
                <a:solidFill>
                  <a:srgbClr val="FFFFFF"/>
                </a:solidFill>
                <a:latin typeface="Calibri" pitchFamily="34" charset="0"/>
                <a:ea typeface="Calibri" pitchFamily="34" charset="-122"/>
                <a:cs typeface="Calibri" pitchFamily="34" charset="-120"/>
              </a:rPr>
              <a:t>BASE VECTORIELLE (RAG)</a:t>
            </a:r>
            <a:endParaRPr lang="en-US" sz="1200" dirty="0"/>
          </a:p>
        </p:txBody>
      </p:sp>
      <p:sp>
        <p:nvSpPr>
          <p:cNvPr id="66" name="Text 50"/>
          <p:cNvSpPr/>
          <p:nvPr/>
        </p:nvSpPr>
        <p:spPr>
          <a:xfrm>
            <a:off x="10911535" y="6446520"/>
            <a:ext cx="914400" cy="274320"/>
          </a:xfrm>
          <a:prstGeom prst="rect">
            <a:avLst/>
          </a:prstGeom>
          <a:noFill/>
          <a:ln/>
        </p:spPr>
        <p:txBody>
          <a:bodyPr wrap="square" rtlCol="0" anchor="ctr"/>
          <a:lstStyle/>
          <a:p>
            <a:pPr marL="0" indent="0" algn="r">
              <a:buNone/>
            </a:pPr>
            <a:r>
              <a:rPr lang="en-US" sz="1000" dirty="0">
                <a:solidFill>
                  <a:srgbClr val="475569"/>
                </a:solidFill>
                <a:latin typeface="Calibri" pitchFamily="34" charset="0"/>
                <a:ea typeface="Calibri" pitchFamily="34" charset="-122"/>
                <a:cs typeface="Calibri" pitchFamily="34" charset="-120"/>
              </a:rPr>
              <a:t>06 / 24</a:t>
            </a:r>
            <a:endParaRPr lang="en-US" sz="1000" dirty="0"/>
          </a:p>
        </p:txBody>
      </p:sp>
      <p:sp>
        <p:nvSpPr>
          <p:cNvPr id="67" name="ZoneTexte 66">
            <a:extLst>
              <a:ext uri="{FF2B5EF4-FFF2-40B4-BE49-F238E27FC236}">
                <a16:creationId xmlns:a16="http://schemas.microsoft.com/office/drawing/2014/main" id="{434BB3A2-77DC-D21A-FF91-7709ACF5FB11}"/>
              </a:ext>
            </a:extLst>
          </p:cNvPr>
          <p:cNvSpPr txBox="1"/>
          <p:nvPr/>
        </p:nvSpPr>
        <p:spPr>
          <a:xfrm>
            <a:off x="777240" y="3429000"/>
            <a:ext cx="2989542" cy="584775"/>
          </a:xfrm>
          <a:prstGeom prst="rect">
            <a:avLst/>
          </a:prstGeom>
          <a:noFill/>
        </p:spPr>
        <p:txBody>
          <a:bodyPr wrap="square" rtlCol="0">
            <a:spAutoFit/>
          </a:bodyPr>
          <a:lstStyle/>
          <a:p>
            <a:r>
              <a:rPr lang="en-US" sz="1600" i="1" dirty="0">
                <a:solidFill>
                  <a:srgbClr val="64748B"/>
                </a:solidFill>
              </a:rPr>
              <a:t>Orchestration, endpoints, </a:t>
            </a:r>
            <a:r>
              <a:rPr lang="en-US" sz="1600" i="1" dirty="0" err="1">
                <a:solidFill>
                  <a:srgbClr val="64748B"/>
                </a:solidFill>
              </a:rPr>
              <a:t>logique</a:t>
            </a:r>
            <a:r>
              <a:rPr lang="en-US" sz="1600" i="1" dirty="0">
                <a:solidFill>
                  <a:srgbClr val="64748B"/>
                </a:solidFill>
              </a:rPr>
              <a:t> métier</a:t>
            </a:r>
            <a:endParaRPr lang="en-US" sz="1600" dirty="0"/>
          </a:p>
        </p:txBody>
      </p:sp>
      <p:sp>
        <p:nvSpPr>
          <p:cNvPr id="68" name="ZoneTexte 67">
            <a:extLst>
              <a:ext uri="{FF2B5EF4-FFF2-40B4-BE49-F238E27FC236}">
                <a16:creationId xmlns:a16="http://schemas.microsoft.com/office/drawing/2014/main" id="{D62F9EE4-F46B-DBFB-E45F-E8EE691E5ADF}"/>
              </a:ext>
            </a:extLst>
          </p:cNvPr>
          <p:cNvSpPr txBox="1"/>
          <p:nvPr/>
        </p:nvSpPr>
        <p:spPr>
          <a:xfrm>
            <a:off x="4398264" y="3432608"/>
            <a:ext cx="3703320" cy="830997"/>
          </a:xfrm>
          <a:prstGeom prst="rect">
            <a:avLst/>
          </a:prstGeom>
          <a:noFill/>
        </p:spPr>
        <p:txBody>
          <a:bodyPr wrap="square" rtlCol="0">
            <a:spAutoFit/>
          </a:bodyPr>
          <a:lstStyle/>
          <a:p>
            <a:r>
              <a:rPr lang="en-US" sz="1600" i="1" dirty="0">
                <a:solidFill>
                  <a:srgbClr val="64748B"/>
                </a:solidFill>
              </a:rPr>
              <a:t>Tickets, </a:t>
            </a:r>
            <a:r>
              <a:rPr lang="en-US" sz="1600" i="1" dirty="0" err="1">
                <a:solidFill>
                  <a:srgbClr val="64748B"/>
                </a:solidFill>
              </a:rPr>
              <a:t>résidents</a:t>
            </a:r>
            <a:r>
              <a:rPr lang="en-US" sz="1600" i="1" dirty="0">
                <a:solidFill>
                  <a:srgbClr val="64748B"/>
                </a:solidFill>
              </a:rPr>
              <a:t>, </a:t>
            </a:r>
            <a:r>
              <a:rPr lang="en-US" sz="1600" i="1" dirty="0" err="1">
                <a:solidFill>
                  <a:srgbClr val="64748B"/>
                </a:solidFill>
              </a:rPr>
              <a:t>résidences</a:t>
            </a:r>
            <a:r>
              <a:rPr lang="en-US" sz="1600" i="1" dirty="0">
                <a:solidFill>
                  <a:srgbClr val="64748B"/>
                </a:solidFill>
              </a:rPr>
              <a:t>, invitations &amp; </a:t>
            </a:r>
            <a:r>
              <a:rPr lang="en-US" sz="1600" i="1" dirty="0" err="1">
                <a:solidFill>
                  <a:srgbClr val="64748B"/>
                </a:solidFill>
              </a:rPr>
              <a:t>Contrôle</a:t>
            </a:r>
            <a:r>
              <a:rPr lang="en-US" sz="1600" i="1" dirty="0">
                <a:solidFill>
                  <a:srgbClr val="64748B"/>
                </a:solidFill>
              </a:rPr>
              <a:t> du </a:t>
            </a:r>
            <a:r>
              <a:rPr lang="en-US" sz="1600" i="1" dirty="0" err="1">
                <a:solidFill>
                  <a:srgbClr val="64748B"/>
                </a:solidFill>
              </a:rPr>
              <a:t>débit</a:t>
            </a:r>
            <a:r>
              <a:rPr lang="en-US" sz="1600" i="1" dirty="0">
                <a:solidFill>
                  <a:srgbClr val="64748B"/>
                </a:solidFill>
              </a:rPr>
              <a:t> des </a:t>
            </a:r>
            <a:r>
              <a:rPr lang="en-US" sz="1600" i="1" dirty="0" err="1">
                <a:solidFill>
                  <a:srgbClr val="64748B"/>
                </a:solidFill>
              </a:rPr>
              <a:t>requêtes</a:t>
            </a:r>
            <a:r>
              <a:rPr lang="en-US" sz="1600" i="1" dirty="0">
                <a:solidFill>
                  <a:srgbClr val="64748B"/>
                </a:solidFill>
              </a:rPr>
              <a:t> (</a:t>
            </a:r>
            <a:r>
              <a:rPr lang="en-US" sz="1600" i="1" dirty="0" err="1">
                <a:solidFill>
                  <a:srgbClr val="64748B"/>
                </a:solidFill>
              </a:rPr>
              <a:t>dégradé</a:t>
            </a:r>
            <a:r>
              <a:rPr lang="en-US" sz="1600" i="1" dirty="0">
                <a:solidFill>
                  <a:srgbClr val="64748B"/>
                </a:solidFill>
              </a:rPr>
              <a:t> </a:t>
            </a:r>
            <a:r>
              <a:rPr lang="en-US" sz="1600" i="1" dirty="0" err="1">
                <a:solidFill>
                  <a:srgbClr val="64748B"/>
                </a:solidFill>
              </a:rPr>
              <a:t>si</a:t>
            </a:r>
            <a:r>
              <a:rPr lang="en-US" sz="1600" i="1" dirty="0">
                <a:solidFill>
                  <a:srgbClr val="64748B"/>
                </a:solidFill>
              </a:rPr>
              <a:t> absent)</a:t>
            </a:r>
            <a:endParaRPr lang="en-US" sz="1600" dirty="0"/>
          </a:p>
        </p:txBody>
      </p:sp>
      <p:sp>
        <p:nvSpPr>
          <p:cNvPr id="69" name="ZoneTexte 68">
            <a:extLst>
              <a:ext uri="{FF2B5EF4-FFF2-40B4-BE49-F238E27FC236}">
                <a16:creationId xmlns:a16="http://schemas.microsoft.com/office/drawing/2014/main" id="{8C3E15F4-6852-C3C2-7237-2FDF5E212AAD}"/>
              </a:ext>
            </a:extLst>
          </p:cNvPr>
          <p:cNvSpPr txBox="1"/>
          <p:nvPr/>
        </p:nvSpPr>
        <p:spPr>
          <a:xfrm>
            <a:off x="820742" y="5678424"/>
            <a:ext cx="2989542" cy="584775"/>
          </a:xfrm>
          <a:prstGeom prst="rect">
            <a:avLst/>
          </a:prstGeom>
          <a:noFill/>
        </p:spPr>
        <p:txBody>
          <a:bodyPr wrap="square" rtlCol="0">
            <a:spAutoFit/>
          </a:bodyPr>
          <a:lstStyle/>
          <a:p>
            <a:r>
              <a:rPr lang="en-US" sz="1600" i="1" dirty="0">
                <a:solidFill>
                  <a:srgbClr val="64748B"/>
                </a:solidFill>
              </a:rPr>
              <a:t>Dashboard mobile, grille tickets, analytics</a:t>
            </a:r>
            <a:endParaRPr lang="en-US" sz="1600" dirty="0"/>
          </a:p>
        </p:txBody>
      </p:sp>
      <p:sp>
        <p:nvSpPr>
          <p:cNvPr id="70" name="ZoneTexte 69">
            <a:extLst>
              <a:ext uri="{FF2B5EF4-FFF2-40B4-BE49-F238E27FC236}">
                <a16:creationId xmlns:a16="http://schemas.microsoft.com/office/drawing/2014/main" id="{1914EE5D-21F6-18F0-47A8-185BB762CA22}"/>
              </a:ext>
            </a:extLst>
          </p:cNvPr>
          <p:cNvSpPr txBox="1"/>
          <p:nvPr/>
        </p:nvSpPr>
        <p:spPr>
          <a:xfrm>
            <a:off x="4672584" y="5678424"/>
            <a:ext cx="2989542" cy="584775"/>
          </a:xfrm>
          <a:prstGeom prst="rect">
            <a:avLst/>
          </a:prstGeom>
          <a:noFill/>
        </p:spPr>
        <p:txBody>
          <a:bodyPr wrap="square" rtlCol="0">
            <a:spAutoFit/>
          </a:bodyPr>
          <a:lstStyle/>
          <a:p>
            <a:r>
              <a:rPr lang="en-US" sz="1600" i="1" dirty="0" err="1">
                <a:solidFill>
                  <a:srgbClr val="64748B"/>
                </a:solidFill>
              </a:rPr>
              <a:t>Authentification</a:t>
            </a:r>
            <a:r>
              <a:rPr lang="en-US" sz="1600" i="1" dirty="0">
                <a:solidFill>
                  <a:srgbClr val="64748B"/>
                </a:solidFill>
              </a:rPr>
              <a:t> admin et </a:t>
            </a:r>
            <a:r>
              <a:rPr lang="en-US" sz="1600" i="1" dirty="0" err="1">
                <a:solidFill>
                  <a:srgbClr val="64748B"/>
                </a:solidFill>
              </a:rPr>
              <a:t>alertes</a:t>
            </a:r>
            <a:r>
              <a:rPr lang="en-US" sz="1600" i="1" dirty="0">
                <a:solidFill>
                  <a:srgbClr val="64748B"/>
                </a:solidFill>
              </a:rPr>
              <a:t> </a:t>
            </a:r>
            <a:r>
              <a:rPr lang="en-US" sz="1600" i="1" dirty="0" err="1">
                <a:solidFill>
                  <a:srgbClr val="64748B"/>
                </a:solidFill>
              </a:rPr>
              <a:t>urgentes</a:t>
            </a:r>
            <a:endParaRPr lang="en-US" sz="1600" dirty="0"/>
          </a:p>
        </p:txBody>
      </p:sp>
      <p:sp>
        <p:nvSpPr>
          <p:cNvPr id="71" name="ZoneTexte 70">
            <a:extLst>
              <a:ext uri="{FF2B5EF4-FFF2-40B4-BE49-F238E27FC236}">
                <a16:creationId xmlns:a16="http://schemas.microsoft.com/office/drawing/2014/main" id="{B9BD8F2C-4D2D-1F12-4636-14FD7BE00DEC}"/>
              </a:ext>
            </a:extLst>
          </p:cNvPr>
          <p:cNvSpPr txBox="1"/>
          <p:nvPr/>
        </p:nvSpPr>
        <p:spPr>
          <a:xfrm>
            <a:off x="8604777" y="5682609"/>
            <a:ext cx="2989542" cy="584775"/>
          </a:xfrm>
          <a:prstGeom prst="rect">
            <a:avLst/>
          </a:prstGeom>
          <a:noFill/>
        </p:spPr>
        <p:txBody>
          <a:bodyPr wrap="square" rtlCol="0">
            <a:spAutoFit/>
          </a:bodyPr>
          <a:lstStyle/>
          <a:p>
            <a:r>
              <a:rPr lang="en-US" sz="1600" i="1" dirty="0" err="1">
                <a:solidFill>
                  <a:srgbClr val="64748B"/>
                </a:solidFill>
              </a:rPr>
              <a:t>Enrichissement</a:t>
            </a:r>
            <a:r>
              <a:rPr lang="en-US" sz="1600" i="1" dirty="0">
                <a:solidFill>
                  <a:srgbClr val="64748B"/>
                </a:solidFill>
              </a:rPr>
              <a:t> des </a:t>
            </a:r>
            <a:r>
              <a:rPr lang="en-US" sz="1600" i="1" dirty="0" err="1">
                <a:solidFill>
                  <a:srgbClr val="64748B"/>
                </a:solidFill>
              </a:rPr>
              <a:t>réponses</a:t>
            </a:r>
            <a:r>
              <a:rPr lang="en-US" sz="1600" i="1" dirty="0">
                <a:solidFill>
                  <a:srgbClr val="64748B"/>
                </a:solidFill>
              </a:rPr>
              <a:t> avec le </a:t>
            </a:r>
            <a:r>
              <a:rPr lang="en-US" sz="1600" i="1" dirty="0" err="1">
                <a:solidFill>
                  <a:srgbClr val="64748B"/>
                </a:solidFill>
              </a:rPr>
              <a:t>contexte</a:t>
            </a:r>
            <a:r>
              <a:rPr lang="en-US" sz="1600" i="1" dirty="0">
                <a:solidFill>
                  <a:srgbClr val="64748B"/>
                </a:solidFill>
              </a:rPr>
              <a:t> métier</a:t>
            </a:r>
            <a:endParaRPr lang="en-US" sz="1600" dirty="0"/>
          </a:p>
        </p:txBody>
      </p:sp>
      <p:sp>
        <p:nvSpPr>
          <p:cNvPr id="72" name="ZoneTexte 71">
            <a:extLst>
              <a:ext uri="{FF2B5EF4-FFF2-40B4-BE49-F238E27FC236}">
                <a16:creationId xmlns:a16="http://schemas.microsoft.com/office/drawing/2014/main" id="{B5F0931D-8033-3CD9-F627-2E080495B56C}"/>
              </a:ext>
            </a:extLst>
          </p:cNvPr>
          <p:cNvSpPr txBox="1"/>
          <p:nvPr/>
        </p:nvSpPr>
        <p:spPr>
          <a:xfrm>
            <a:off x="8247888" y="3452081"/>
            <a:ext cx="3703320" cy="584775"/>
          </a:xfrm>
          <a:prstGeom prst="rect">
            <a:avLst/>
          </a:prstGeom>
          <a:noFill/>
        </p:spPr>
        <p:txBody>
          <a:bodyPr wrap="square" rtlCol="0">
            <a:spAutoFit/>
          </a:bodyPr>
          <a:lstStyle/>
          <a:p>
            <a:r>
              <a:rPr lang="en-US" sz="1600" i="1" dirty="0">
                <a:solidFill>
                  <a:srgbClr val="64748B"/>
                </a:solidFill>
              </a:rPr>
              <a:t>Classification, </a:t>
            </a:r>
            <a:r>
              <a:rPr lang="en-US" sz="1600" i="1" dirty="0" err="1">
                <a:solidFill>
                  <a:srgbClr val="64748B"/>
                </a:solidFill>
              </a:rPr>
              <a:t>génération</a:t>
            </a:r>
            <a:r>
              <a:rPr lang="en-US" sz="1600" i="1" dirty="0">
                <a:solidFill>
                  <a:srgbClr val="64748B"/>
                </a:solidFill>
              </a:rPr>
              <a:t> de </a:t>
            </a:r>
            <a:r>
              <a:rPr lang="en-US" sz="1600" i="1" dirty="0" err="1">
                <a:solidFill>
                  <a:srgbClr val="64748B"/>
                </a:solidFill>
              </a:rPr>
              <a:t>réponses</a:t>
            </a:r>
            <a:r>
              <a:rPr lang="en-US" sz="1600" i="1" dirty="0">
                <a:solidFill>
                  <a:srgbClr val="64748B"/>
                </a:solidFill>
              </a:rPr>
              <a:t>, transcription audio</a:t>
            </a:r>
            <a:endParaRPr lang="en-US" sz="16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1+#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1+#ppt_w/2"/>
                                          </p:val>
                                        </p:tav>
                                        <p:tav tm="100000">
                                          <p:val>
                                            <p:strVal val="#ppt_x"/>
                                          </p:val>
                                        </p:tav>
                                      </p:tavLst>
                                    </p:anim>
                                    <p:anim calcmode="lin" valueType="num">
                                      <p:cBhvr additive="base">
                                        <p:cTn id="16" dur="500" fill="hold"/>
                                        <p:tgtEl>
                                          <p:spTgt spid="8"/>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1+#ppt_w/2"/>
                                          </p:val>
                                        </p:tav>
                                        <p:tav tm="100000">
                                          <p:val>
                                            <p:strVal val="#ppt_x"/>
                                          </p:val>
                                        </p:tav>
                                      </p:tavLst>
                                    </p:anim>
                                    <p:anim calcmode="lin" valueType="num">
                                      <p:cBhvr additive="base">
                                        <p:cTn id="20" dur="500" fill="hold"/>
                                        <p:tgtEl>
                                          <p:spTgt spid="9"/>
                                        </p:tgtEl>
                                        <p:attrNameLst>
                                          <p:attrName>ppt_y</p:attrName>
                                        </p:attrNameLst>
                                      </p:cBhvr>
                                      <p:tavLst>
                                        <p:tav tm="0">
                                          <p:val>
                                            <p:strVal val="#ppt_y"/>
                                          </p:val>
                                        </p:tav>
                                        <p:tav tm="100000">
                                          <p:val>
                                            <p:strVal val="#ppt_y"/>
                                          </p:val>
                                        </p:tav>
                                      </p:tavLst>
                                    </p:anim>
                                  </p:childTnLst>
                                </p:cTn>
                              </p:par>
                              <p:par>
                                <p:cTn id="21" presetID="2" presetClass="entr" presetSubtype="2"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500" fill="hold"/>
                                        <p:tgtEl>
                                          <p:spTgt spid="10"/>
                                        </p:tgtEl>
                                        <p:attrNameLst>
                                          <p:attrName>ppt_x</p:attrName>
                                        </p:attrNameLst>
                                      </p:cBhvr>
                                      <p:tavLst>
                                        <p:tav tm="0">
                                          <p:val>
                                            <p:strVal val="1+#ppt_w/2"/>
                                          </p:val>
                                        </p:tav>
                                        <p:tav tm="100000">
                                          <p:val>
                                            <p:strVal val="#ppt_x"/>
                                          </p:val>
                                        </p:tav>
                                      </p:tavLst>
                                    </p:anim>
                                    <p:anim calcmode="lin" valueType="num">
                                      <p:cBhvr additive="base">
                                        <p:cTn id="24" dur="500" fill="hold"/>
                                        <p:tgtEl>
                                          <p:spTgt spid="10"/>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1+#ppt_w/2"/>
                                          </p:val>
                                        </p:tav>
                                        <p:tav tm="100000">
                                          <p:val>
                                            <p:strVal val="#ppt_x"/>
                                          </p:val>
                                        </p:tav>
                                      </p:tavLst>
                                    </p:anim>
                                    <p:anim calcmode="lin" valueType="num">
                                      <p:cBhvr additive="base">
                                        <p:cTn id="28" dur="500" fill="hold"/>
                                        <p:tgtEl>
                                          <p:spTgt spid="11"/>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1+#ppt_w/2"/>
                                          </p:val>
                                        </p:tav>
                                        <p:tav tm="100000">
                                          <p:val>
                                            <p:strVal val="#ppt_x"/>
                                          </p:val>
                                        </p:tav>
                                      </p:tavLst>
                                    </p:anim>
                                    <p:anim calcmode="lin" valueType="num">
                                      <p:cBhvr additive="base">
                                        <p:cTn id="32" dur="500" fill="hold"/>
                                        <p:tgtEl>
                                          <p:spTgt spid="12"/>
                                        </p:tgtEl>
                                        <p:attrNameLst>
                                          <p:attrName>ppt_y</p:attrName>
                                        </p:attrNameLst>
                                      </p:cBhvr>
                                      <p:tavLst>
                                        <p:tav tm="0">
                                          <p:val>
                                            <p:strVal val="#ppt_y"/>
                                          </p:val>
                                        </p:tav>
                                        <p:tav tm="100000">
                                          <p:val>
                                            <p:strVal val="#ppt_y"/>
                                          </p:val>
                                        </p:tav>
                                      </p:tavLst>
                                    </p:anim>
                                  </p:childTnLst>
                                </p:cTn>
                              </p:par>
                              <p:par>
                                <p:cTn id="33" presetID="2" presetClass="entr" presetSubtype="2" fill="hold" nodeType="withEffect">
                                  <p:stCondLst>
                                    <p:cond delay="0"/>
                                  </p:stCondLst>
                                  <p:childTnLst>
                                    <p:set>
                                      <p:cBhvr>
                                        <p:cTn id="34" dur="1" fill="hold">
                                          <p:stCondLst>
                                            <p:cond delay="0"/>
                                          </p:stCondLst>
                                        </p:cTn>
                                        <p:tgtEl>
                                          <p:spTgt spid="13"/>
                                        </p:tgtEl>
                                        <p:attrNameLst>
                                          <p:attrName>style.visibility</p:attrName>
                                        </p:attrNameLst>
                                      </p:cBhvr>
                                      <p:to>
                                        <p:strVal val="visible"/>
                                      </p:to>
                                    </p:set>
                                    <p:anim calcmode="lin" valueType="num">
                                      <p:cBhvr additive="base">
                                        <p:cTn id="35" dur="500" fill="hold"/>
                                        <p:tgtEl>
                                          <p:spTgt spid="13"/>
                                        </p:tgtEl>
                                        <p:attrNameLst>
                                          <p:attrName>ppt_x</p:attrName>
                                        </p:attrNameLst>
                                      </p:cBhvr>
                                      <p:tavLst>
                                        <p:tav tm="0">
                                          <p:val>
                                            <p:strVal val="1+#ppt_w/2"/>
                                          </p:val>
                                        </p:tav>
                                        <p:tav tm="100000">
                                          <p:val>
                                            <p:strVal val="#ppt_x"/>
                                          </p:val>
                                        </p:tav>
                                      </p:tavLst>
                                    </p:anim>
                                    <p:anim calcmode="lin" valueType="num">
                                      <p:cBhvr additive="base">
                                        <p:cTn id="36" dur="500" fill="hold"/>
                                        <p:tgtEl>
                                          <p:spTgt spid="13"/>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additive="base">
                                        <p:cTn id="39" dur="500" fill="hold"/>
                                        <p:tgtEl>
                                          <p:spTgt spid="14"/>
                                        </p:tgtEl>
                                        <p:attrNameLst>
                                          <p:attrName>ppt_x</p:attrName>
                                        </p:attrNameLst>
                                      </p:cBhvr>
                                      <p:tavLst>
                                        <p:tav tm="0">
                                          <p:val>
                                            <p:strVal val="1+#ppt_w/2"/>
                                          </p:val>
                                        </p:tav>
                                        <p:tav tm="100000">
                                          <p:val>
                                            <p:strVal val="#ppt_x"/>
                                          </p:val>
                                        </p:tav>
                                      </p:tavLst>
                                    </p:anim>
                                    <p:anim calcmode="lin" valueType="num">
                                      <p:cBhvr additive="base">
                                        <p:cTn id="40" dur="500" fill="hold"/>
                                        <p:tgtEl>
                                          <p:spTgt spid="14"/>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500" fill="hold"/>
                                        <p:tgtEl>
                                          <p:spTgt spid="15"/>
                                        </p:tgtEl>
                                        <p:attrNameLst>
                                          <p:attrName>ppt_x</p:attrName>
                                        </p:attrNameLst>
                                      </p:cBhvr>
                                      <p:tavLst>
                                        <p:tav tm="0">
                                          <p:val>
                                            <p:strVal val="1+#ppt_w/2"/>
                                          </p:val>
                                        </p:tav>
                                        <p:tav tm="100000">
                                          <p:val>
                                            <p:strVal val="#ppt_x"/>
                                          </p:val>
                                        </p:tav>
                                      </p:tavLst>
                                    </p:anim>
                                    <p:anim calcmode="lin" valueType="num">
                                      <p:cBhvr additive="base">
                                        <p:cTn id="44" dur="500" fill="hold"/>
                                        <p:tgtEl>
                                          <p:spTgt spid="15"/>
                                        </p:tgtEl>
                                        <p:attrNameLst>
                                          <p:attrName>ppt_y</p:attrName>
                                        </p:attrNameLst>
                                      </p:cBhvr>
                                      <p:tavLst>
                                        <p:tav tm="0">
                                          <p:val>
                                            <p:strVal val="#ppt_y"/>
                                          </p:val>
                                        </p:tav>
                                        <p:tav tm="100000">
                                          <p:val>
                                            <p:strVal val="#ppt_y"/>
                                          </p:val>
                                        </p:tav>
                                      </p:tavLst>
                                    </p:anim>
                                  </p:childTnLst>
                                </p:cTn>
                              </p:par>
                              <p:par>
                                <p:cTn id="45" presetID="2" presetClass="entr" presetSubtype="2"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1+#ppt_w/2"/>
                                          </p:val>
                                        </p:tav>
                                        <p:tav tm="100000">
                                          <p:val>
                                            <p:strVal val="#ppt_x"/>
                                          </p:val>
                                        </p:tav>
                                      </p:tavLst>
                                    </p:anim>
                                    <p:anim calcmode="lin" valueType="num">
                                      <p:cBhvr additive="base">
                                        <p:cTn id="48" dur="500" fill="hold"/>
                                        <p:tgtEl>
                                          <p:spTgt spid="16"/>
                                        </p:tgtEl>
                                        <p:attrNameLst>
                                          <p:attrName>ppt_y</p:attrName>
                                        </p:attrNameLst>
                                      </p:cBhvr>
                                      <p:tavLst>
                                        <p:tav tm="0">
                                          <p:val>
                                            <p:strVal val="#ppt_y"/>
                                          </p:val>
                                        </p:tav>
                                        <p:tav tm="100000">
                                          <p:val>
                                            <p:strVal val="#ppt_y"/>
                                          </p:val>
                                        </p:tav>
                                      </p:tavLst>
                                    </p:anim>
                                  </p:childTnLst>
                                </p:cTn>
                              </p:par>
                              <p:par>
                                <p:cTn id="49" presetID="2" presetClass="entr" presetSubtype="2"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 calcmode="lin" valueType="num">
                                      <p:cBhvr additive="base">
                                        <p:cTn id="51" dur="500" fill="hold"/>
                                        <p:tgtEl>
                                          <p:spTgt spid="17"/>
                                        </p:tgtEl>
                                        <p:attrNameLst>
                                          <p:attrName>ppt_x</p:attrName>
                                        </p:attrNameLst>
                                      </p:cBhvr>
                                      <p:tavLst>
                                        <p:tav tm="0">
                                          <p:val>
                                            <p:strVal val="1+#ppt_w/2"/>
                                          </p:val>
                                        </p:tav>
                                        <p:tav tm="100000">
                                          <p:val>
                                            <p:strVal val="#ppt_x"/>
                                          </p:val>
                                        </p:tav>
                                      </p:tavLst>
                                    </p:anim>
                                    <p:anim calcmode="lin" valueType="num">
                                      <p:cBhvr additive="base">
                                        <p:cTn id="52" dur="500" fill="hold"/>
                                        <p:tgtEl>
                                          <p:spTgt spid="17"/>
                                        </p:tgtEl>
                                        <p:attrNameLst>
                                          <p:attrName>ppt_y</p:attrName>
                                        </p:attrNameLst>
                                      </p:cBhvr>
                                      <p:tavLst>
                                        <p:tav tm="0">
                                          <p:val>
                                            <p:strVal val="#ppt_y"/>
                                          </p:val>
                                        </p:tav>
                                        <p:tav tm="100000">
                                          <p:val>
                                            <p:strVal val="#ppt_y"/>
                                          </p:val>
                                        </p:tav>
                                      </p:tavLst>
                                    </p:anim>
                                  </p:childTnLst>
                                </p:cTn>
                              </p:par>
                              <p:par>
                                <p:cTn id="53" presetID="2" presetClass="entr" presetSubtype="2"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 calcmode="lin" valueType="num">
                                      <p:cBhvr additive="base">
                                        <p:cTn id="55" dur="500" fill="hold"/>
                                        <p:tgtEl>
                                          <p:spTgt spid="18"/>
                                        </p:tgtEl>
                                        <p:attrNameLst>
                                          <p:attrName>ppt_x</p:attrName>
                                        </p:attrNameLst>
                                      </p:cBhvr>
                                      <p:tavLst>
                                        <p:tav tm="0">
                                          <p:val>
                                            <p:strVal val="1+#ppt_w/2"/>
                                          </p:val>
                                        </p:tav>
                                        <p:tav tm="100000">
                                          <p:val>
                                            <p:strVal val="#ppt_x"/>
                                          </p:val>
                                        </p:tav>
                                      </p:tavLst>
                                    </p:anim>
                                    <p:anim calcmode="lin" valueType="num">
                                      <p:cBhvr additive="base">
                                        <p:cTn id="56" dur="500" fill="hold"/>
                                        <p:tgtEl>
                                          <p:spTgt spid="18"/>
                                        </p:tgtEl>
                                        <p:attrNameLst>
                                          <p:attrName>ppt_y</p:attrName>
                                        </p:attrNameLst>
                                      </p:cBhvr>
                                      <p:tavLst>
                                        <p:tav tm="0">
                                          <p:val>
                                            <p:strVal val="#ppt_y"/>
                                          </p:val>
                                        </p:tav>
                                        <p:tav tm="100000">
                                          <p:val>
                                            <p:strVal val="#ppt_y"/>
                                          </p:val>
                                        </p:tav>
                                      </p:tavLst>
                                    </p:anim>
                                  </p:childTnLst>
                                </p:cTn>
                              </p:par>
                              <p:par>
                                <p:cTn id="57" presetID="2" presetClass="entr" presetSubtype="2" fill="hold" nodeType="withEffect">
                                  <p:stCondLst>
                                    <p:cond delay="0"/>
                                  </p:stCondLst>
                                  <p:childTnLst>
                                    <p:set>
                                      <p:cBhvr>
                                        <p:cTn id="58" dur="1" fill="hold">
                                          <p:stCondLst>
                                            <p:cond delay="0"/>
                                          </p:stCondLst>
                                        </p:cTn>
                                        <p:tgtEl>
                                          <p:spTgt spid="19"/>
                                        </p:tgtEl>
                                        <p:attrNameLst>
                                          <p:attrName>style.visibility</p:attrName>
                                        </p:attrNameLst>
                                      </p:cBhvr>
                                      <p:to>
                                        <p:strVal val="visible"/>
                                      </p:to>
                                    </p:set>
                                    <p:anim calcmode="lin" valueType="num">
                                      <p:cBhvr additive="base">
                                        <p:cTn id="59" dur="500" fill="hold"/>
                                        <p:tgtEl>
                                          <p:spTgt spid="19"/>
                                        </p:tgtEl>
                                        <p:attrNameLst>
                                          <p:attrName>ppt_x</p:attrName>
                                        </p:attrNameLst>
                                      </p:cBhvr>
                                      <p:tavLst>
                                        <p:tav tm="0">
                                          <p:val>
                                            <p:strVal val="1+#ppt_w/2"/>
                                          </p:val>
                                        </p:tav>
                                        <p:tav tm="100000">
                                          <p:val>
                                            <p:strVal val="#ppt_x"/>
                                          </p:val>
                                        </p:tav>
                                      </p:tavLst>
                                    </p:anim>
                                    <p:anim calcmode="lin" valueType="num">
                                      <p:cBhvr additive="base">
                                        <p:cTn id="60" dur="500" fill="hold"/>
                                        <p:tgtEl>
                                          <p:spTgt spid="19"/>
                                        </p:tgtEl>
                                        <p:attrNameLst>
                                          <p:attrName>ppt_y</p:attrName>
                                        </p:attrNameLst>
                                      </p:cBhvr>
                                      <p:tavLst>
                                        <p:tav tm="0">
                                          <p:val>
                                            <p:strVal val="#ppt_y"/>
                                          </p:val>
                                        </p:tav>
                                        <p:tav tm="100000">
                                          <p:val>
                                            <p:strVal val="#ppt_y"/>
                                          </p:val>
                                        </p:tav>
                                      </p:tavLst>
                                    </p:anim>
                                  </p:childTnLst>
                                </p:cTn>
                              </p:par>
                              <p:par>
                                <p:cTn id="61" presetID="2" presetClass="entr" presetSubtype="2" fill="hold" grpId="0" nodeType="withEffect">
                                  <p:stCondLst>
                                    <p:cond delay="0"/>
                                  </p:stCondLst>
                                  <p:childTnLst>
                                    <p:set>
                                      <p:cBhvr>
                                        <p:cTn id="62" dur="1" fill="hold">
                                          <p:stCondLst>
                                            <p:cond delay="0"/>
                                          </p:stCondLst>
                                        </p:cTn>
                                        <p:tgtEl>
                                          <p:spTgt spid="20"/>
                                        </p:tgtEl>
                                        <p:attrNameLst>
                                          <p:attrName>style.visibility</p:attrName>
                                        </p:attrNameLst>
                                      </p:cBhvr>
                                      <p:to>
                                        <p:strVal val="visible"/>
                                      </p:to>
                                    </p:set>
                                    <p:anim calcmode="lin" valueType="num">
                                      <p:cBhvr additive="base">
                                        <p:cTn id="63" dur="500" fill="hold"/>
                                        <p:tgtEl>
                                          <p:spTgt spid="20"/>
                                        </p:tgtEl>
                                        <p:attrNameLst>
                                          <p:attrName>ppt_x</p:attrName>
                                        </p:attrNameLst>
                                      </p:cBhvr>
                                      <p:tavLst>
                                        <p:tav tm="0">
                                          <p:val>
                                            <p:strVal val="1+#ppt_w/2"/>
                                          </p:val>
                                        </p:tav>
                                        <p:tav tm="100000">
                                          <p:val>
                                            <p:strVal val="#ppt_x"/>
                                          </p:val>
                                        </p:tav>
                                      </p:tavLst>
                                    </p:anim>
                                    <p:anim calcmode="lin" valueType="num">
                                      <p:cBhvr additive="base">
                                        <p:cTn id="64" dur="500" fill="hold"/>
                                        <p:tgtEl>
                                          <p:spTgt spid="20"/>
                                        </p:tgtEl>
                                        <p:attrNameLst>
                                          <p:attrName>ppt_y</p:attrName>
                                        </p:attrNameLst>
                                      </p:cBhvr>
                                      <p:tavLst>
                                        <p:tav tm="0">
                                          <p:val>
                                            <p:strVal val="#ppt_y"/>
                                          </p:val>
                                        </p:tav>
                                        <p:tav tm="100000">
                                          <p:val>
                                            <p:strVal val="#ppt_y"/>
                                          </p:val>
                                        </p:tav>
                                      </p:tavLst>
                                    </p:anim>
                                  </p:childTnLst>
                                </p:cTn>
                              </p:par>
                              <p:par>
                                <p:cTn id="65" presetID="2" presetClass="entr" presetSubtype="2" fill="hold" grpId="0" nodeType="withEffect">
                                  <p:stCondLst>
                                    <p:cond delay="0"/>
                                  </p:stCondLst>
                                  <p:childTnLst>
                                    <p:set>
                                      <p:cBhvr>
                                        <p:cTn id="66" dur="1" fill="hold">
                                          <p:stCondLst>
                                            <p:cond delay="0"/>
                                          </p:stCondLst>
                                        </p:cTn>
                                        <p:tgtEl>
                                          <p:spTgt spid="21"/>
                                        </p:tgtEl>
                                        <p:attrNameLst>
                                          <p:attrName>style.visibility</p:attrName>
                                        </p:attrNameLst>
                                      </p:cBhvr>
                                      <p:to>
                                        <p:strVal val="visible"/>
                                      </p:to>
                                    </p:set>
                                    <p:anim calcmode="lin" valueType="num">
                                      <p:cBhvr additive="base">
                                        <p:cTn id="67" dur="500" fill="hold"/>
                                        <p:tgtEl>
                                          <p:spTgt spid="21"/>
                                        </p:tgtEl>
                                        <p:attrNameLst>
                                          <p:attrName>ppt_x</p:attrName>
                                        </p:attrNameLst>
                                      </p:cBhvr>
                                      <p:tavLst>
                                        <p:tav tm="0">
                                          <p:val>
                                            <p:strVal val="1+#ppt_w/2"/>
                                          </p:val>
                                        </p:tav>
                                        <p:tav tm="100000">
                                          <p:val>
                                            <p:strVal val="#ppt_x"/>
                                          </p:val>
                                        </p:tav>
                                      </p:tavLst>
                                    </p:anim>
                                    <p:anim calcmode="lin" valueType="num">
                                      <p:cBhvr additive="base">
                                        <p:cTn id="68" dur="500" fill="hold"/>
                                        <p:tgtEl>
                                          <p:spTgt spid="21"/>
                                        </p:tgtEl>
                                        <p:attrNameLst>
                                          <p:attrName>ppt_y</p:attrName>
                                        </p:attrNameLst>
                                      </p:cBhvr>
                                      <p:tavLst>
                                        <p:tav tm="0">
                                          <p:val>
                                            <p:strVal val="#ppt_y"/>
                                          </p:val>
                                        </p:tav>
                                        <p:tav tm="100000">
                                          <p:val>
                                            <p:strVal val="#ppt_y"/>
                                          </p:val>
                                        </p:tav>
                                      </p:tavLst>
                                    </p:anim>
                                  </p:childTnLst>
                                </p:cTn>
                              </p:par>
                              <p:par>
                                <p:cTn id="69" presetID="2" presetClass="entr" presetSubtype="2" fill="hold" nodeType="withEffect">
                                  <p:stCondLst>
                                    <p:cond delay="0"/>
                                  </p:stCondLst>
                                  <p:childTnLst>
                                    <p:set>
                                      <p:cBhvr>
                                        <p:cTn id="70" dur="1" fill="hold">
                                          <p:stCondLst>
                                            <p:cond delay="0"/>
                                          </p:stCondLst>
                                        </p:cTn>
                                        <p:tgtEl>
                                          <p:spTgt spid="22"/>
                                        </p:tgtEl>
                                        <p:attrNameLst>
                                          <p:attrName>style.visibility</p:attrName>
                                        </p:attrNameLst>
                                      </p:cBhvr>
                                      <p:to>
                                        <p:strVal val="visible"/>
                                      </p:to>
                                    </p:set>
                                    <p:anim calcmode="lin" valueType="num">
                                      <p:cBhvr additive="base">
                                        <p:cTn id="71" dur="500" fill="hold"/>
                                        <p:tgtEl>
                                          <p:spTgt spid="22"/>
                                        </p:tgtEl>
                                        <p:attrNameLst>
                                          <p:attrName>ppt_x</p:attrName>
                                        </p:attrNameLst>
                                      </p:cBhvr>
                                      <p:tavLst>
                                        <p:tav tm="0">
                                          <p:val>
                                            <p:strVal val="1+#ppt_w/2"/>
                                          </p:val>
                                        </p:tav>
                                        <p:tav tm="100000">
                                          <p:val>
                                            <p:strVal val="#ppt_x"/>
                                          </p:val>
                                        </p:tav>
                                      </p:tavLst>
                                    </p:anim>
                                    <p:anim calcmode="lin" valueType="num">
                                      <p:cBhvr additive="base">
                                        <p:cTn id="72" dur="500" fill="hold"/>
                                        <p:tgtEl>
                                          <p:spTgt spid="22"/>
                                        </p:tgtEl>
                                        <p:attrNameLst>
                                          <p:attrName>ppt_y</p:attrName>
                                        </p:attrNameLst>
                                      </p:cBhvr>
                                      <p:tavLst>
                                        <p:tav tm="0">
                                          <p:val>
                                            <p:strVal val="#ppt_y"/>
                                          </p:val>
                                        </p:tav>
                                        <p:tav tm="100000">
                                          <p:val>
                                            <p:strVal val="#ppt_y"/>
                                          </p:val>
                                        </p:tav>
                                      </p:tavLst>
                                    </p:anim>
                                  </p:childTnLst>
                                </p:cTn>
                              </p:par>
                              <p:par>
                                <p:cTn id="73" presetID="2" presetClass="entr" presetSubtype="2" fill="hold" grpId="0" nodeType="withEffect">
                                  <p:stCondLst>
                                    <p:cond delay="0"/>
                                  </p:stCondLst>
                                  <p:childTnLst>
                                    <p:set>
                                      <p:cBhvr>
                                        <p:cTn id="74" dur="1" fill="hold">
                                          <p:stCondLst>
                                            <p:cond delay="0"/>
                                          </p:stCondLst>
                                        </p:cTn>
                                        <p:tgtEl>
                                          <p:spTgt spid="23"/>
                                        </p:tgtEl>
                                        <p:attrNameLst>
                                          <p:attrName>style.visibility</p:attrName>
                                        </p:attrNameLst>
                                      </p:cBhvr>
                                      <p:to>
                                        <p:strVal val="visible"/>
                                      </p:to>
                                    </p:set>
                                    <p:anim calcmode="lin" valueType="num">
                                      <p:cBhvr additive="base">
                                        <p:cTn id="75" dur="500" fill="hold"/>
                                        <p:tgtEl>
                                          <p:spTgt spid="23"/>
                                        </p:tgtEl>
                                        <p:attrNameLst>
                                          <p:attrName>ppt_x</p:attrName>
                                        </p:attrNameLst>
                                      </p:cBhvr>
                                      <p:tavLst>
                                        <p:tav tm="0">
                                          <p:val>
                                            <p:strVal val="1+#ppt_w/2"/>
                                          </p:val>
                                        </p:tav>
                                        <p:tav tm="100000">
                                          <p:val>
                                            <p:strVal val="#ppt_x"/>
                                          </p:val>
                                        </p:tav>
                                      </p:tavLst>
                                    </p:anim>
                                    <p:anim calcmode="lin" valueType="num">
                                      <p:cBhvr additive="base">
                                        <p:cTn id="76" dur="500" fill="hold"/>
                                        <p:tgtEl>
                                          <p:spTgt spid="23"/>
                                        </p:tgtEl>
                                        <p:attrNameLst>
                                          <p:attrName>ppt_y</p:attrName>
                                        </p:attrNameLst>
                                      </p:cBhvr>
                                      <p:tavLst>
                                        <p:tav tm="0">
                                          <p:val>
                                            <p:strVal val="#ppt_y"/>
                                          </p:val>
                                        </p:tav>
                                        <p:tav tm="100000">
                                          <p:val>
                                            <p:strVal val="#ppt_y"/>
                                          </p:val>
                                        </p:tav>
                                      </p:tavLst>
                                    </p:anim>
                                  </p:childTnLst>
                                </p:cTn>
                              </p:par>
                              <p:par>
                                <p:cTn id="77" presetID="2" presetClass="entr" presetSubtype="2" fill="hold" grpId="0" nodeType="withEffect">
                                  <p:stCondLst>
                                    <p:cond delay="0"/>
                                  </p:stCondLst>
                                  <p:childTnLst>
                                    <p:set>
                                      <p:cBhvr>
                                        <p:cTn id="78" dur="1" fill="hold">
                                          <p:stCondLst>
                                            <p:cond delay="0"/>
                                          </p:stCondLst>
                                        </p:cTn>
                                        <p:tgtEl>
                                          <p:spTgt spid="24"/>
                                        </p:tgtEl>
                                        <p:attrNameLst>
                                          <p:attrName>style.visibility</p:attrName>
                                        </p:attrNameLst>
                                      </p:cBhvr>
                                      <p:to>
                                        <p:strVal val="visible"/>
                                      </p:to>
                                    </p:set>
                                    <p:anim calcmode="lin" valueType="num">
                                      <p:cBhvr additive="base">
                                        <p:cTn id="79" dur="500" fill="hold"/>
                                        <p:tgtEl>
                                          <p:spTgt spid="24"/>
                                        </p:tgtEl>
                                        <p:attrNameLst>
                                          <p:attrName>ppt_x</p:attrName>
                                        </p:attrNameLst>
                                      </p:cBhvr>
                                      <p:tavLst>
                                        <p:tav tm="0">
                                          <p:val>
                                            <p:strVal val="1+#ppt_w/2"/>
                                          </p:val>
                                        </p:tav>
                                        <p:tav tm="100000">
                                          <p:val>
                                            <p:strVal val="#ppt_x"/>
                                          </p:val>
                                        </p:tav>
                                      </p:tavLst>
                                    </p:anim>
                                    <p:anim calcmode="lin" valueType="num">
                                      <p:cBhvr additive="base">
                                        <p:cTn id="80" dur="500" fill="hold"/>
                                        <p:tgtEl>
                                          <p:spTgt spid="24"/>
                                        </p:tgtEl>
                                        <p:attrNameLst>
                                          <p:attrName>ppt_y</p:attrName>
                                        </p:attrNameLst>
                                      </p:cBhvr>
                                      <p:tavLst>
                                        <p:tav tm="0">
                                          <p:val>
                                            <p:strVal val="#ppt_y"/>
                                          </p:val>
                                        </p:tav>
                                        <p:tav tm="100000">
                                          <p:val>
                                            <p:strVal val="#ppt_y"/>
                                          </p:val>
                                        </p:tav>
                                      </p:tavLst>
                                    </p:anim>
                                  </p:childTnLst>
                                </p:cTn>
                              </p:par>
                              <p:par>
                                <p:cTn id="81" presetID="2" presetClass="entr" presetSubtype="2" fill="hold" grpId="0" nodeType="withEffect">
                                  <p:stCondLst>
                                    <p:cond delay="0"/>
                                  </p:stCondLst>
                                  <p:childTnLst>
                                    <p:set>
                                      <p:cBhvr>
                                        <p:cTn id="82" dur="1" fill="hold">
                                          <p:stCondLst>
                                            <p:cond delay="0"/>
                                          </p:stCondLst>
                                        </p:cTn>
                                        <p:tgtEl>
                                          <p:spTgt spid="25"/>
                                        </p:tgtEl>
                                        <p:attrNameLst>
                                          <p:attrName>style.visibility</p:attrName>
                                        </p:attrNameLst>
                                      </p:cBhvr>
                                      <p:to>
                                        <p:strVal val="visible"/>
                                      </p:to>
                                    </p:set>
                                    <p:anim calcmode="lin" valueType="num">
                                      <p:cBhvr additive="base">
                                        <p:cTn id="83" dur="500" fill="hold"/>
                                        <p:tgtEl>
                                          <p:spTgt spid="25"/>
                                        </p:tgtEl>
                                        <p:attrNameLst>
                                          <p:attrName>ppt_x</p:attrName>
                                        </p:attrNameLst>
                                      </p:cBhvr>
                                      <p:tavLst>
                                        <p:tav tm="0">
                                          <p:val>
                                            <p:strVal val="1+#ppt_w/2"/>
                                          </p:val>
                                        </p:tav>
                                        <p:tav tm="100000">
                                          <p:val>
                                            <p:strVal val="#ppt_x"/>
                                          </p:val>
                                        </p:tav>
                                      </p:tavLst>
                                    </p:anim>
                                    <p:anim calcmode="lin" valueType="num">
                                      <p:cBhvr additive="base">
                                        <p:cTn id="84" dur="500" fill="hold"/>
                                        <p:tgtEl>
                                          <p:spTgt spid="25"/>
                                        </p:tgtEl>
                                        <p:attrNameLst>
                                          <p:attrName>ppt_y</p:attrName>
                                        </p:attrNameLst>
                                      </p:cBhvr>
                                      <p:tavLst>
                                        <p:tav tm="0">
                                          <p:val>
                                            <p:strVal val="#ppt_y"/>
                                          </p:val>
                                        </p:tav>
                                        <p:tav tm="100000">
                                          <p:val>
                                            <p:strVal val="#ppt_y"/>
                                          </p:val>
                                        </p:tav>
                                      </p:tavLst>
                                    </p:anim>
                                  </p:childTnLst>
                                </p:cTn>
                              </p:par>
                              <p:par>
                                <p:cTn id="85" presetID="2" presetClass="entr" presetSubtype="2" fill="hold" grpId="0" nodeType="withEffect">
                                  <p:stCondLst>
                                    <p:cond delay="0"/>
                                  </p:stCondLst>
                                  <p:childTnLst>
                                    <p:set>
                                      <p:cBhvr>
                                        <p:cTn id="86" dur="1" fill="hold">
                                          <p:stCondLst>
                                            <p:cond delay="0"/>
                                          </p:stCondLst>
                                        </p:cTn>
                                        <p:tgtEl>
                                          <p:spTgt spid="26"/>
                                        </p:tgtEl>
                                        <p:attrNameLst>
                                          <p:attrName>style.visibility</p:attrName>
                                        </p:attrNameLst>
                                      </p:cBhvr>
                                      <p:to>
                                        <p:strVal val="visible"/>
                                      </p:to>
                                    </p:set>
                                    <p:anim calcmode="lin" valueType="num">
                                      <p:cBhvr additive="base">
                                        <p:cTn id="87" dur="500" fill="hold"/>
                                        <p:tgtEl>
                                          <p:spTgt spid="26"/>
                                        </p:tgtEl>
                                        <p:attrNameLst>
                                          <p:attrName>ppt_x</p:attrName>
                                        </p:attrNameLst>
                                      </p:cBhvr>
                                      <p:tavLst>
                                        <p:tav tm="0">
                                          <p:val>
                                            <p:strVal val="1+#ppt_w/2"/>
                                          </p:val>
                                        </p:tav>
                                        <p:tav tm="100000">
                                          <p:val>
                                            <p:strVal val="#ppt_x"/>
                                          </p:val>
                                        </p:tav>
                                      </p:tavLst>
                                    </p:anim>
                                    <p:anim calcmode="lin" valueType="num">
                                      <p:cBhvr additive="base">
                                        <p:cTn id="88" dur="500" fill="hold"/>
                                        <p:tgtEl>
                                          <p:spTgt spid="26"/>
                                        </p:tgtEl>
                                        <p:attrNameLst>
                                          <p:attrName>ppt_y</p:attrName>
                                        </p:attrNameLst>
                                      </p:cBhvr>
                                      <p:tavLst>
                                        <p:tav tm="0">
                                          <p:val>
                                            <p:strVal val="#ppt_y"/>
                                          </p:val>
                                        </p:tav>
                                        <p:tav tm="100000">
                                          <p:val>
                                            <p:strVal val="#ppt_y"/>
                                          </p:val>
                                        </p:tav>
                                      </p:tavLst>
                                    </p:anim>
                                  </p:childTnLst>
                                </p:cTn>
                              </p:par>
                              <p:par>
                                <p:cTn id="89" presetID="2" presetClass="entr" presetSubtype="2" fill="hold" grpId="0" nodeType="withEffect">
                                  <p:stCondLst>
                                    <p:cond delay="0"/>
                                  </p:stCondLst>
                                  <p:childTnLst>
                                    <p:set>
                                      <p:cBhvr>
                                        <p:cTn id="90" dur="1" fill="hold">
                                          <p:stCondLst>
                                            <p:cond delay="0"/>
                                          </p:stCondLst>
                                        </p:cTn>
                                        <p:tgtEl>
                                          <p:spTgt spid="27"/>
                                        </p:tgtEl>
                                        <p:attrNameLst>
                                          <p:attrName>style.visibility</p:attrName>
                                        </p:attrNameLst>
                                      </p:cBhvr>
                                      <p:to>
                                        <p:strVal val="visible"/>
                                      </p:to>
                                    </p:set>
                                    <p:anim calcmode="lin" valueType="num">
                                      <p:cBhvr additive="base">
                                        <p:cTn id="91" dur="500" fill="hold"/>
                                        <p:tgtEl>
                                          <p:spTgt spid="27"/>
                                        </p:tgtEl>
                                        <p:attrNameLst>
                                          <p:attrName>ppt_x</p:attrName>
                                        </p:attrNameLst>
                                      </p:cBhvr>
                                      <p:tavLst>
                                        <p:tav tm="0">
                                          <p:val>
                                            <p:strVal val="1+#ppt_w/2"/>
                                          </p:val>
                                        </p:tav>
                                        <p:tav tm="100000">
                                          <p:val>
                                            <p:strVal val="#ppt_x"/>
                                          </p:val>
                                        </p:tav>
                                      </p:tavLst>
                                    </p:anim>
                                    <p:anim calcmode="lin" valueType="num">
                                      <p:cBhvr additive="base">
                                        <p:cTn id="92" dur="500" fill="hold"/>
                                        <p:tgtEl>
                                          <p:spTgt spid="27"/>
                                        </p:tgtEl>
                                        <p:attrNameLst>
                                          <p:attrName>ppt_y</p:attrName>
                                        </p:attrNameLst>
                                      </p:cBhvr>
                                      <p:tavLst>
                                        <p:tav tm="0">
                                          <p:val>
                                            <p:strVal val="#ppt_y"/>
                                          </p:val>
                                        </p:tav>
                                        <p:tav tm="100000">
                                          <p:val>
                                            <p:strVal val="#ppt_y"/>
                                          </p:val>
                                        </p:tav>
                                      </p:tavLst>
                                    </p:anim>
                                  </p:childTnLst>
                                </p:cTn>
                              </p:par>
                              <p:par>
                                <p:cTn id="93" presetID="2" presetClass="entr" presetSubtype="2" fill="hold" nodeType="withEffect">
                                  <p:stCondLst>
                                    <p:cond delay="0"/>
                                  </p:stCondLst>
                                  <p:childTnLst>
                                    <p:set>
                                      <p:cBhvr>
                                        <p:cTn id="94" dur="1" fill="hold">
                                          <p:stCondLst>
                                            <p:cond delay="0"/>
                                          </p:stCondLst>
                                        </p:cTn>
                                        <p:tgtEl>
                                          <p:spTgt spid="28"/>
                                        </p:tgtEl>
                                        <p:attrNameLst>
                                          <p:attrName>style.visibility</p:attrName>
                                        </p:attrNameLst>
                                      </p:cBhvr>
                                      <p:to>
                                        <p:strVal val="visible"/>
                                      </p:to>
                                    </p:set>
                                    <p:anim calcmode="lin" valueType="num">
                                      <p:cBhvr additive="base">
                                        <p:cTn id="95" dur="500" fill="hold"/>
                                        <p:tgtEl>
                                          <p:spTgt spid="28"/>
                                        </p:tgtEl>
                                        <p:attrNameLst>
                                          <p:attrName>ppt_x</p:attrName>
                                        </p:attrNameLst>
                                      </p:cBhvr>
                                      <p:tavLst>
                                        <p:tav tm="0">
                                          <p:val>
                                            <p:strVal val="1+#ppt_w/2"/>
                                          </p:val>
                                        </p:tav>
                                        <p:tav tm="100000">
                                          <p:val>
                                            <p:strVal val="#ppt_x"/>
                                          </p:val>
                                        </p:tav>
                                      </p:tavLst>
                                    </p:anim>
                                    <p:anim calcmode="lin" valueType="num">
                                      <p:cBhvr additive="base">
                                        <p:cTn id="96" dur="500" fill="hold"/>
                                        <p:tgtEl>
                                          <p:spTgt spid="28"/>
                                        </p:tgtEl>
                                        <p:attrNameLst>
                                          <p:attrName>ppt_y</p:attrName>
                                        </p:attrNameLst>
                                      </p:cBhvr>
                                      <p:tavLst>
                                        <p:tav tm="0">
                                          <p:val>
                                            <p:strVal val="#ppt_y"/>
                                          </p:val>
                                        </p:tav>
                                        <p:tav tm="100000">
                                          <p:val>
                                            <p:strVal val="#ppt_y"/>
                                          </p:val>
                                        </p:tav>
                                      </p:tavLst>
                                    </p:anim>
                                  </p:childTnLst>
                                </p:cTn>
                              </p:par>
                              <p:par>
                                <p:cTn id="97" presetID="2" presetClass="entr" presetSubtype="2" fill="hold" grpId="0" nodeType="withEffect">
                                  <p:stCondLst>
                                    <p:cond delay="0"/>
                                  </p:stCondLst>
                                  <p:childTnLst>
                                    <p:set>
                                      <p:cBhvr>
                                        <p:cTn id="98" dur="1" fill="hold">
                                          <p:stCondLst>
                                            <p:cond delay="0"/>
                                          </p:stCondLst>
                                        </p:cTn>
                                        <p:tgtEl>
                                          <p:spTgt spid="29"/>
                                        </p:tgtEl>
                                        <p:attrNameLst>
                                          <p:attrName>style.visibility</p:attrName>
                                        </p:attrNameLst>
                                      </p:cBhvr>
                                      <p:to>
                                        <p:strVal val="visible"/>
                                      </p:to>
                                    </p:set>
                                    <p:anim calcmode="lin" valueType="num">
                                      <p:cBhvr additive="base">
                                        <p:cTn id="99" dur="500" fill="hold"/>
                                        <p:tgtEl>
                                          <p:spTgt spid="29"/>
                                        </p:tgtEl>
                                        <p:attrNameLst>
                                          <p:attrName>ppt_x</p:attrName>
                                        </p:attrNameLst>
                                      </p:cBhvr>
                                      <p:tavLst>
                                        <p:tav tm="0">
                                          <p:val>
                                            <p:strVal val="1+#ppt_w/2"/>
                                          </p:val>
                                        </p:tav>
                                        <p:tav tm="100000">
                                          <p:val>
                                            <p:strVal val="#ppt_x"/>
                                          </p:val>
                                        </p:tav>
                                      </p:tavLst>
                                    </p:anim>
                                    <p:anim calcmode="lin" valueType="num">
                                      <p:cBhvr additive="base">
                                        <p:cTn id="100" dur="500" fill="hold"/>
                                        <p:tgtEl>
                                          <p:spTgt spid="29"/>
                                        </p:tgtEl>
                                        <p:attrNameLst>
                                          <p:attrName>ppt_y</p:attrName>
                                        </p:attrNameLst>
                                      </p:cBhvr>
                                      <p:tavLst>
                                        <p:tav tm="0">
                                          <p:val>
                                            <p:strVal val="#ppt_y"/>
                                          </p:val>
                                        </p:tav>
                                        <p:tav tm="100000">
                                          <p:val>
                                            <p:strVal val="#ppt_y"/>
                                          </p:val>
                                        </p:tav>
                                      </p:tavLst>
                                    </p:anim>
                                  </p:childTnLst>
                                </p:cTn>
                              </p:par>
                              <p:par>
                                <p:cTn id="101" presetID="2" presetClass="entr" presetSubtype="2" fill="hold" grpId="0" nodeType="withEffect">
                                  <p:stCondLst>
                                    <p:cond delay="0"/>
                                  </p:stCondLst>
                                  <p:childTnLst>
                                    <p:set>
                                      <p:cBhvr>
                                        <p:cTn id="102" dur="1" fill="hold">
                                          <p:stCondLst>
                                            <p:cond delay="0"/>
                                          </p:stCondLst>
                                        </p:cTn>
                                        <p:tgtEl>
                                          <p:spTgt spid="30"/>
                                        </p:tgtEl>
                                        <p:attrNameLst>
                                          <p:attrName>style.visibility</p:attrName>
                                        </p:attrNameLst>
                                      </p:cBhvr>
                                      <p:to>
                                        <p:strVal val="visible"/>
                                      </p:to>
                                    </p:set>
                                    <p:anim calcmode="lin" valueType="num">
                                      <p:cBhvr additive="base">
                                        <p:cTn id="103" dur="500" fill="hold"/>
                                        <p:tgtEl>
                                          <p:spTgt spid="30"/>
                                        </p:tgtEl>
                                        <p:attrNameLst>
                                          <p:attrName>ppt_x</p:attrName>
                                        </p:attrNameLst>
                                      </p:cBhvr>
                                      <p:tavLst>
                                        <p:tav tm="0">
                                          <p:val>
                                            <p:strVal val="1+#ppt_w/2"/>
                                          </p:val>
                                        </p:tav>
                                        <p:tav tm="100000">
                                          <p:val>
                                            <p:strVal val="#ppt_x"/>
                                          </p:val>
                                        </p:tav>
                                      </p:tavLst>
                                    </p:anim>
                                    <p:anim calcmode="lin" valueType="num">
                                      <p:cBhvr additive="base">
                                        <p:cTn id="104" dur="500" fill="hold"/>
                                        <p:tgtEl>
                                          <p:spTgt spid="30"/>
                                        </p:tgtEl>
                                        <p:attrNameLst>
                                          <p:attrName>ppt_y</p:attrName>
                                        </p:attrNameLst>
                                      </p:cBhvr>
                                      <p:tavLst>
                                        <p:tav tm="0">
                                          <p:val>
                                            <p:strVal val="#ppt_y"/>
                                          </p:val>
                                        </p:tav>
                                        <p:tav tm="100000">
                                          <p:val>
                                            <p:strVal val="#ppt_y"/>
                                          </p:val>
                                        </p:tav>
                                      </p:tavLst>
                                    </p:anim>
                                  </p:childTnLst>
                                </p:cTn>
                              </p:par>
                              <p:par>
                                <p:cTn id="105" presetID="2" presetClass="entr" presetSubtype="2" fill="hold" nodeType="withEffect">
                                  <p:stCondLst>
                                    <p:cond delay="0"/>
                                  </p:stCondLst>
                                  <p:childTnLst>
                                    <p:set>
                                      <p:cBhvr>
                                        <p:cTn id="106" dur="1" fill="hold">
                                          <p:stCondLst>
                                            <p:cond delay="0"/>
                                          </p:stCondLst>
                                        </p:cTn>
                                        <p:tgtEl>
                                          <p:spTgt spid="31"/>
                                        </p:tgtEl>
                                        <p:attrNameLst>
                                          <p:attrName>style.visibility</p:attrName>
                                        </p:attrNameLst>
                                      </p:cBhvr>
                                      <p:to>
                                        <p:strVal val="visible"/>
                                      </p:to>
                                    </p:set>
                                    <p:anim calcmode="lin" valueType="num">
                                      <p:cBhvr additive="base">
                                        <p:cTn id="107" dur="500" fill="hold"/>
                                        <p:tgtEl>
                                          <p:spTgt spid="31"/>
                                        </p:tgtEl>
                                        <p:attrNameLst>
                                          <p:attrName>ppt_x</p:attrName>
                                        </p:attrNameLst>
                                      </p:cBhvr>
                                      <p:tavLst>
                                        <p:tav tm="0">
                                          <p:val>
                                            <p:strVal val="1+#ppt_w/2"/>
                                          </p:val>
                                        </p:tav>
                                        <p:tav tm="100000">
                                          <p:val>
                                            <p:strVal val="#ppt_x"/>
                                          </p:val>
                                        </p:tav>
                                      </p:tavLst>
                                    </p:anim>
                                    <p:anim calcmode="lin" valueType="num">
                                      <p:cBhvr additive="base">
                                        <p:cTn id="108" dur="500" fill="hold"/>
                                        <p:tgtEl>
                                          <p:spTgt spid="31"/>
                                        </p:tgtEl>
                                        <p:attrNameLst>
                                          <p:attrName>ppt_y</p:attrName>
                                        </p:attrNameLst>
                                      </p:cBhvr>
                                      <p:tavLst>
                                        <p:tav tm="0">
                                          <p:val>
                                            <p:strVal val="#ppt_y"/>
                                          </p:val>
                                        </p:tav>
                                        <p:tav tm="100000">
                                          <p:val>
                                            <p:strVal val="#ppt_y"/>
                                          </p:val>
                                        </p:tav>
                                      </p:tavLst>
                                    </p:anim>
                                  </p:childTnLst>
                                </p:cTn>
                              </p:par>
                              <p:par>
                                <p:cTn id="109" presetID="2" presetClass="entr" presetSubtype="2" fill="hold" grpId="0" nodeType="withEffect">
                                  <p:stCondLst>
                                    <p:cond delay="0"/>
                                  </p:stCondLst>
                                  <p:childTnLst>
                                    <p:set>
                                      <p:cBhvr>
                                        <p:cTn id="110" dur="1" fill="hold">
                                          <p:stCondLst>
                                            <p:cond delay="0"/>
                                          </p:stCondLst>
                                        </p:cTn>
                                        <p:tgtEl>
                                          <p:spTgt spid="32"/>
                                        </p:tgtEl>
                                        <p:attrNameLst>
                                          <p:attrName>style.visibility</p:attrName>
                                        </p:attrNameLst>
                                      </p:cBhvr>
                                      <p:to>
                                        <p:strVal val="visible"/>
                                      </p:to>
                                    </p:set>
                                    <p:anim calcmode="lin" valueType="num">
                                      <p:cBhvr additive="base">
                                        <p:cTn id="111" dur="500" fill="hold"/>
                                        <p:tgtEl>
                                          <p:spTgt spid="32"/>
                                        </p:tgtEl>
                                        <p:attrNameLst>
                                          <p:attrName>ppt_x</p:attrName>
                                        </p:attrNameLst>
                                      </p:cBhvr>
                                      <p:tavLst>
                                        <p:tav tm="0">
                                          <p:val>
                                            <p:strVal val="1+#ppt_w/2"/>
                                          </p:val>
                                        </p:tav>
                                        <p:tav tm="100000">
                                          <p:val>
                                            <p:strVal val="#ppt_x"/>
                                          </p:val>
                                        </p:tav>
                                      </p:tavLst>
                                    </p:anim>
                                    <p:anim calcmode="lin" valueType="num">
                                      <p:cBhvr additive="base">
                                        <p:cTn id="112" dur="500" fill="hold"/>
                                        <p:tgtEl>
                                          <p:spTgt spid="32"/>
                                        </p:tgtEl>
                                        <p:attrNameLst>
                                          <p:attrName>ppt_y</p:attrName>
                                        </p:attrNameLst>
                                      </p:cBhvr>
                                      <p:tavLst>
                                        <p:tav tm="0">
                                          <p:val>
                                            <p:strVal val="#ppt_y"/>
                                          </p:val>
                                        </p:tav>
                                        <p:tav tm="100000">
                                          <p:val>
                                            <p:strVal val="#ppt_y"/>
                                          </p:val>
                                        </p:tav>
                                      </p:tavLst>
                                    </p:anim>
                                  </p:childTnLst>
                                </p:cTn>
                              </p:par>
                              <p:par>
                                <p:cTn id="113" presetID="2" presetClass="entr" presetSubtype="2" fill="hold" grpId="0" nodeType="withEffect">
                                  <p:stCondLst>
                                    <p:cond delay="0"/>
                                  </p:stCondLst>
                                  <p:childTnLst>
                                    <p:set>
                                      <p:cBhvr>
                                        <p:cTn id="114" dur="1" fill="hold">
                                          <p:stCondLst>
                                            <p:cond delay="0"/>
                                          </p:stCondLst>
                                        </p:cTn>
                                        <p:tgtEl>
                                          <p:spTgt spid="33"/>
                                        </p:tgtEl>
                                        <p:attrNameLst>
                                          <p:attrName>style.visibility</p:attrName>
                                        </p:attrNameLst>
                                      </p:cBhvr>
                                      <p:to>
                                        <p:strVal val="visible"/>
                                      </p:to>
                                    </p:set>
                                    <p:anim calcmode="lin" valueType="num">
                                      <p:cBhvr additive="base">
                                        <p:cTn id="115" dur="500" fill="hold"/>
                                        <p:tgtEl>
                                          <p:spTgt spid="33"/>
                                        </p:tgtEl>
                                        <p:attrNameLst>
                                          <p:attrName>ppt_x</p:attrName>
                                        </p:attrNameLst>
                                      </p:cBhvr>
                                      <p:tavLst>
                                        <p:tav tm="0">
                                          <p:val>
                                            <p:strVal val="1+#ppt_w/2"/>
                                          </p:val>
                                        </p:tav>
                                        <p:tav tm="100000">
                                          <p:val>
                                            <p:strVal val="#ppt_x"/>
                                          </p:val>
                                        </p:tav>
                                      </p:tavLst>
                                    </p:anim>
                                    <p:anim calcmode="lin" valueType="num">
                                      <p:cBhvr additive="base">
                                        <p:cTn id="116" dur="500" fill="hold"/>
                                        <p:tgtEl>
                                          <p:spTgt spid="33"/>
                                        </p:tgtEl>
                                        <p:attrNameLst>
                                          <p:attrName>ppt_y</p:attrName>
                                        </p:attrNameLst>
                                      </p:cBhvr>
                                      <p:tavLst>
                                        <p:tav tm="0">
                                          <p:val>
                                            <p:strVal val="#ppt_y"/>
                                          </p:val>
                                        </p:tav>
                                        <p:tav tm="100000">
                                          <p:val>
                                            <p:strVal val="#ppt_y"/>
                                          </p:val>
                                        </p:tav>
                                      </p:tavLst>
                                    </p:anim>
                                  </p:childTnLst>
                                </p:cTn>
                              </p:par>
                              <p:par>
                                <p:cTn id="117" presetID="2" presetClass="entr" presetSubtype="2" fill="hold" nodeType="withEffect">
                                  <p:stCondLst>
                                    <p:cond delay="0"/>
                                  </p:stCondLst>
                                  <p:childTnLst>
                                    <p:set>
                                      <p:cBhvr>
                                        <p:cTn id="118" dur="1" fill="hold">
                                          <p:stCondLst>
                                            <p:cond delay="0"/>
                                          </p:stCondLst>
                                        </p:cTn>
                                        <p:tgtEl>
                                          <p:spTgt spid="34"/>
                                        </p:tgtEl>
                                        <p:attrNameLst>
                                          <p:attrName>style.visibility</p:attrName>
                                        </p:attrNameLst>
                                      </p:cBhvr>
                                      <p:to>
                                        <p:strVal val="visible"/>
                                      </p:to>
                                    </p:set>
                                    <p:anim calcmode="lin" valueType="num">
                                      <p:cBhvr additive="base">
                                        <p:cTn id="119" dur="500" fill="hold"/>
                                        <p:tgtEl>
                                          <p:spTgt spid="34"/>
                                        </p:tgtEl>
                                        <p:attrNameLst>
                                          <p:attrName>ppt_x</p:attrName>
                                        </p:attrNameLst>
                                      </p:cBhvr>
                                      <p:tavLst>
                                        <p:tav tm="0">
                                          <p:val>
                                            <p:strVal val="1+#ppt_w/2"/>
                                          </p:val>
                                        </p:tav>
                                        <p:tav tm="100000">
                                          <p:val>
                                            <p:strVal val="#ppt_x"/>
                                          </p:val>
                                        </p:tav>
                                      </p:tavLst>
                                    </p:anim>
                                    <p:anim calcmode="lin" valueType="num">
                                      <p:cBhvr additive="base">
                                        <p:cTn id="120" dur="500" fill="hold"/>
                                        <p:tgtEl>
                                          <p:spTgt spid="34"/>
                                        </p:tgtEl>
                                        <p:attrNameLst>
                                          <p:attrName>ppt_y</p:attrName>
                                        </p:attrNameLst>
                                      </p:cBhvr>
                                      <p:tavLst>
                                        <p:tav tm="0">
                                          <p:val>
                                            <p:strVal val="#ppt_y"/>
                                          </p:val>
                                        </p:tav>
                                        <p:tav tm="100000">
                                          <p:val>
                                            <p:strVal val="#ppt_y"/>
                                          </p:val>
                                        </p:tav>
                                      </p:tavLst>
                                    </p:anim>
                                  </p:childTnLst>
                                </p:cTn>
                              </p:par>
                              <p:par>
                                <p:cTn id="121" presetID="2" presetClass="entr" presetSubtype="2" fill="hold" grpId="0" nodeType="withEffect">
                                  <p:stCondLst>
                                    <p:cond delay="0"/>
                                  </p:stCondLst>
                                  <p:childTnLst>
                                    <p:set>
                                      <p:cBhvr>
                                        <p:cTn id="122" dur="1" fill="hold">
                                          <p:stCondLst>
                                            <p:cond delay="0"/>
                                          </p:stCondLst>
                                        </p:cTn>
                                        <p:tgtEl>
                                          <p:spTgt spid="35"/>
                                        </p:tgtEl>
                                        <p:attrNameLst>
                                          <p:attrName>style.visibility</p:attrName>
                                        </p:attrNameLst>
                                      </p:cBhvr>
                                      <p:to>
                                        <p:strVal val="visible"/>
                                      </p:to>
                                    </p:set>
                                    <p:anim calcmode="lin" valueType="num">
                                      <p:cBhvr additive="base">
                                        <p:cTn id="123" dur="500" fill="hold"/>
                                        <p:tgtEl>
                                          <p:spTgt spid="35"/>
                                        </p:tgtEl>
                                        <p:attrNameLst>
                                          <p:attrName>ppt_x</p:attrName>
                                        </p:attrNameLst>
                                      </p:cBhvr>
                                      <p:tavLst>
                                        <p:tav tm="0">
                                          <p:val>
                                            <p:strVal val="1+#ppt_w/2"/>
                                          </p:val>
                                        </p:tav>
                                        <p:tav tm="100000">
                                          <p:val>
                                            <p:strVal val="#ppt_x"/>
                                          </p:val>
                                        </p:tav>
                                      </p:tavLst>
                                    </p:anim>
                                    <p:anim calcmode="lin" valueType="num">
                                      <p:cBhvr additive="base">
                                        <p:cTn id="124" dur="500" fill="hold"/>
                                        <p:tgtEl>
                                          <p:spTgt spid="35"/>
                                        </p:tgtEl>
                                        <p:attrNameLst>
                                          <p:attrName>ppt_y</p:attrName>
                                        </p:attrNameLst>
                                      </p:cBhvr>
                                      <p:tavLst>
                                        <p:tav tm="0">
                                          <p:val>
                                            <p:strVal val="#ppt_y"/>
                                          </p:val>
                                        </p:tav>
                                        <p:tav tm="100000">
                                          <p:val>
                                            <p:strVal val="#ppt_y"/>
                                          </p:val>
                                        </p:tav>
                                      </p:tavLst>
                                    </p:anim>
                                  </p:childTnLst>
                                </p:cTn>
                              </p:par>
                              <p:par>
                                <p:cTn id="125" presetID="2" presetClass="entr" presetSubtype="2" fill="hold" grpId="0" nodeType="withEffect">
                                  <p:stCondLst>
                                    <p:cond delay="0"/>
                                  </p:stCondLst>
                                  <p:childTnLst>
                                    <p:set>
                                      <p:cBhvr>
                                        <p:cTn id="126" dur="1" fill="hold">
                                          <p:stCondLst>
                                            <p:cond delay="0"/>
                                          </p:stCondLst>
                                        </p:cTn>
                                        <p:tgtEl>
                                          <p:spTgt spid="67"/>
                                        </p:tgtEl>
                                        <p:attrNameLst>
                                          <p:attrName>style.visibility</p:attrName>
                                        </p:attrNameLst>
                                      </p:cBhvr>
                                      <p:to>
                                        <p:strVal val="visible"/>
                                      </p:to>
                                    </p:set>
                                    <p:anim calcmode="lin" valueType="num">
                                      <p:cBhvr additive="base">
                                        <p:cTn id="127" dur="500" fill="hold"/>
                                        <p:tgtEl>
                                          <p:spTgt spid="67"/>
                                        </p:tgtEl>
                                        <p:attrNameLst>
                                          <p:attrName>ppt_x</p:attrName>
                                        </p:attrNameLst>
                                      </p:cBhvr>
                                      <p:tavLst>
                                        <p:tav tm="0">
                                          <p:val>
                                            <p:strVal val="1+#ppt_w/2"/>
                                          </p:val>
                                        </p:tav>
                                        <p:tav tm="100000">
                                          <p:val>
                                            <p:strVal val="#ppt_x"/>
                                          </p:val>
                                        </p:tav>
                                      </p:tavLst>
                                    </p:anim>
                                    <p:anim calcmode="lin" valueType="num">
                                      <p:cBhvr additive="base">
                                        <p:cTn id="128" dur="500" fill="hold"/>
                                        <p:tgtEl>
                                          <p:spTgt spid="67"/>
                                        </p:tgtEl>
                                        <p:attrNameLst>
                                          <p:attrName>ppt_y</p:attrName>
                                        </p:attrNameLst>
                                      </p:cBhvr>
                                      <p:tavLst>
                                        <p:tav tm="0">
                                          <p:val>
                                            <p:strVal val="#ppt_y"/>
                                          </p:val>
                                        </p:tav>
                                        <p:tav tm="100000">
                                          <p:val>
                                            <p:strVal val="#ppt_y"/>
                                          </p:val>
                                        </p:tav>
                                      </p:tavLst>
                                    </p:anim>
                                  </p:childTnLst>
                                </p:cTn>
                              </p:par>
                              <p:par>
                                <p:cTn id="129" presetID="2" presetClass="entr" presetSubtype="2" fill="hold" grpId="0" nodeType="withEffect">
                                  <p:stCondLst>
                                    <p:cond delay="0"/>
                                  </p:stCondLst>
                                  <p:childTnLst>
                                    <p:set>
                                      <p:cBhvr>
                                        <p:cTn id="130" dur="1" fill="hold">
                                          <p:stCondLst>
                                            <p:cond delay="0"/>
                                          </p:stCondLst>
                                        </p:cTn>
                                        <p:tgtEl>
                                          <p:spTgt spid="68"/>
                                        </p:tgtEl>
                                        <p:attrNameLst>
                                          <p:attrName>style.visibility</p:attrName>
                                        </p:attrNameLst>
                                      </p:cBhvr>
                                      <p:to>
                                        <p:strVal val="visible"/>
                                      </p:to>
                                    </p:set>
                                    <p:anim calcmode="lin" valueType="num">
                                      <p:cBhvr additive="base">
                                        <p:cTn id="131" dur="500" fill="hold"/>
                                        <p:tgtEl>
                                          <p:spTgt spid="68"/>
                                        </p:tgtEl>
                                        <p:attrNameLst>
                                          <p:attrName>ppt_x</p:attrName>
                                        </p:attrNameLst>
                                      </p:cBhvr>
                                      <p:tavLst>
                                        <p:tav tm="0">
                                          <p:val>
                                            <p:strVal val="1+#ppt_w/2"/>
                                          </p:val>
                                        </p:tav>
                                        <p:tav tm="100000">
                                          <p:val>
                                            <p:strVal val="#ppt_x"/>
                                          </p:val>
                                        </p:tav>
                                      </p:tavLst>
                                    </p:anim>
                                    <p:anim calcmode="lin" valueType="num">
                                      <p:cBhvr additive="base">
                                        <p:cTn id="132" dur="500" fill="hold"/>
                                        <p:tgtEl>
                                          <p:spTgt spid="68"/>
                                        </p:tgtEl>
                                        <p:attrNameLst>
                                          <p:attrName>ppt_y</p:attrName>
                                        </p:attrNameLst>
                                      </p:cBhvr>
                                      <p:tavLst>
                                        <p:tav tm="0">
                                          <p:val>
                                            <p:strVal val="#ppt_y"/>
                                          </p:val>
                                        </p:tav>
                                        <p:tav tm="100000">
                                          <p:val>
                                            <p:strVal val="#ppt_y"/>
                                          </p:val>
                                        </p:tav>
                                      </p:tavLst>
                                    </p:anim>
                                  </p:childTnLst>
                                </p:cTn>
                              </p:par>
                              <p:par>
                                <p:cTn id="133" presetID="2" presetClass="entr" presetSubtype="2" fill="hold" grpId="0" nodeType="withEffect">
                                  <p:stCondLst>
                                    <p:cond delay="0"/>
                                  </p:stCondLst>
                                  <p:childTnLst>
                                    <p:set>
                                      <p:cBhvr>
                                        <p:cTn id="134" dur="1" fill="hold">
                                          <p:stCondLst>
                                            <p:cond delay="0"/>
                                          </p:stCondLst>
                                        </p:cTn>
                                        <p:tgtEl>
                                          <p:spTgt spid="72"/>
                                        </p:tgtEl>
                                        <p:attrNameLst>
                                          <p:attrName>style.visibility</p:attrName>
                                        </p:attrNameLst>
                                      </p:cBhvr>
                                      <p:to>
                                        <p:strVal val="visible"/>
                                      </p:to>
                                    </p:set>
                                    <p:anim calcmode="lin" valueType="num">
                                      <p:cBhvr additive="base">
                                        <p:cTn id="135" dur="500" fill="hold"/>
                                        <p:tgtEl>
                                          <p:spTgt spid="72"/>
                                        </p:tgtEl>
                                        <p:attrNameLst>
                                          <p:attrName>ppt_x</p:attrName>
                                        </p:attrNameLst>
                                      </p:cBhvr>
                                      <p:tavLst>
                                        <p:tav tm="0">
                                          <p:val>
                                            <p:strVal val="1+#ppt_w/2"/>
                                          </p:val>
                                        </p:tav>
                                        <p:tav tm="100000">
                                          <p:val>
                                            <p:strVal val="#ppt_x"/>
                                          </p:val>
                                        </p:tav>
                                      </p:tavLst>
                                    </p:anim>
                                    <p:anim calcmode="lin" valueType="num">
                                      <p:cBhvr additive="base">
                                        <p:cTn id="136" dur="500" fill="hold"/>
                                        <p:tgtEl>
                                          <p:spTgt spid="72"/>
                                        </p:tgtEl>
                                        <p:attrNameLst>
                                          <p:attrName>ppt_y</p:attrName>
                                        </p:attrNameLst>
                                      </p:cBhvr>
                                      <p:tavLst>
                                        <p:tav tm="0">
                                          <p:val>
                                            <p:strVal val="#ppt_y"/>
                                          </p:val>
                                        </p:tav>
                                        <p:tav tm="100000">
                                          <p:val>
                                            <p:strVal val="#ppt_y"/>
                                          </p:val>
                                        </p:tav>
                                      </p:tavLst>
                                    </p:anim>
                                  </p:childTnLst>
                                </p:cTn>
                              </p:par>
                            </p:childTnLst>
                          </p:cTn>
                        </p:par>
                      </p:childTnLst>
                    </p:cTn>
                  </p:par>
                  <p:par>
                    <p:cTn id="137" fill="hold">
                      <p:stCondLst>
                        <p:cond delay="indefinite"/>
                      </p:stCondLst>
                      <p:childTnLst>
                        <p:par>
                          <p:cTn id="138" fill="hold">
                            <p:stCondLst>
                              <p:cond delay="0"/>
                            </p:stCondLst>
                            <p:childTnLst>
                              <p:par>
                                <p:cTn id="139" presetID="2" presetClass="entr" presetSubtype="2" fill="hold" grpId="0" nodeType="clickEffect">
                                  <p:stCondLst>
                                    <p:cond delay="0"/>
                                  </p:stCondLst>
                                  <p:childTnLst>
                                    <p:set>
                                      <p:cBhvr>
                                        <p:cTn id="140" dur="1" fill="hold">
                                          <p:stCondLst>
                                            <p:cond delay="0"/>
                                          </p:stCondLst>
                                        </p:cTn>
                                        <p:tgtEl>
                                          <p:spTgt spid="57"/>
                                        </p:tgtEl>
                                        <p:attrNameLst>
                                          <p:attrName>style.visibility</p:attrName>
                                        </p:attrNameLst>
                                      </p:cBhvr>
                                      <p:to>
                                        <p:strVal val="visible"/>
                                      </p:to>
                                    </p:set>
                                    <p:anim calcmode="lin" valueType="num">
                                      <p:cBhvr additive="base">
                                        <p:cTn id="141" dur="500" fill="hold"/>
                                        <p:tgtEl>
                                          <p:spTgt spid="57"/>
                                        </p:tgtEl>
                                        <p:attrNameLst>
                                          <p:attrName>ppt_x</p:attrName>
                                        </p:attrNameLst>
                                      </p:cBhvr>
                                      <p:tavLst>
                                        <p:tav tm="0">
                                          <p:val>
                                            <p:strVal val="1+#ppt_w/2"/>
                                          </p:val>
                                        </p:tav>
                                        <p:tav tm="100000">
                                          <p:val>
                                            <p:strVal val="#ppt_x"/>
                                          </p:val>
                                        </p:tav>
                                      </p:tavLst>
                                    </p:anim>
                                    <p:anim calcmode="lin" valueType="num">
                                      <p:cBhvr additive="base">
                                        <p:cTn id="142" dur="500" fill="hold"/>
                                        <p:tgtEl>
                                          <p:spTgt spid="57"/>
                                        </p:tgtEl>
                                        <p:attrNameLst>
                                          <p:attrName>ppt_y</p:attrName>
                                        </p:attrNameLst>
                                      </p:cBhvr>
                                      <p:tavLst>
                                        <p:tav tm="0">
                                          <p:val>
                                            <p:strVal val="#ppt_y"/>
                                          </p:val>
                                        </p:tav>
                                        <p:tav tm="100000">
                                          <p:val>
                                            <p:strVal val="#ppt_y"/>
                                          </p:val>
                                        </p:tav>
                                      </p:tavLst>
                                    </p:anim>
                                  </p:childTnLst>
                                </p:cTn>
                              </p:par>
                              <p:par>
                                <p:cTn id="143" presetID="2" presetClass="entr" presetSubtype="2" fill="hold" grpId="0" nodeType="withEffect">
                                  <p:stCondLst>
                                    <p:cond delay="0"/>
                                  </p:stCondLst>
                                  <p:childTnLst>
                                    <p:set>
                                      <p:cBhvr>
                                        <p:cTn id="144" dur="1" fill="hold">
                                          <p:stCondLst>
                                            <p:cond delay="0"/>
                                          </p:stCondLst>
                                        </p:cTn>
                                        <p:tgtEl>
                                          <p:spTgt spid="36"/>
                                        </p:tgtEl>
                                        <p:attrNameLst>
                                          <p:attrName>style.visibility</p:attrName>
                                        </p:attrNameLst>
                                      </p:cBhvr>
                                      <p:to>
                                        <p:strVal val="visible"/>
                                      </p:to>
                                    </p:set>
                                    <p:anim calcmode="lin" valueType="num">
                                      <p:cBhvr additive="base">
                                        <p:cTn id="145" dur="500" fill="hold"/>
                                        <p:tgtEl>
                                          <p:spTgt spid="36"/>
                                        </p:tgtEl>
                                        <p:attrNameLst>
                                          <p:attrName>ppt_x</p:attrName>
                                        </p:attrNameLst>
                                      </p:cBhvr>
                                      <p:tavLst>
                                        <p:tav tm="0">
                                          <p:val>
                                            <p:strVal val="1+#ppt_w/2"/>
                                          </p:val>
                                        </p:tav>
                                        <p:tav tm="100000">
                                          <p:val>
                                            <p:strVal val="#ppt_x"/>
                                          </p:val>
                                        </p:tav>
                                      </p:tavLst>
                                    </p:anim>
                                    <p:anim calcmode="lin" valueType="num">
                                      <p:cBhvr additive="base">
                                        <p:cTn id="146" dur="500" fill="hold"/>
                                        <p:tgtEl>
                                          <p:spTgt spid="36"/>
                                        </p:tgtEl>
                                        <p:attrNameLst>
                                          <p:attrName>ppt_y</p:attrName>
                                        </p:attrNameLst>
                                      </p:cBhvr>
                                      <p:tavLst>
                                        <p:tav tm="0">
                                          <p:val>
                                            <p:strVal val="#ppt_y"/>
                                          </p:val>
                                        </p:tav>
                                        <p:tav tm="100000">
                                          <p:val>
                                            <p:strVal val="#ppt_y"/>
                                          </p:val>
                                        </p:tav>
                                      </p:tavLst>
                                    </p:anim>
                                  </p:childTnLst>
                                </p:cTn>
                              </p:par>
                              <p:par>
                                <p:cTn id="147" presetID="2" presetClass="entr" presetSubtype="2" fill="hold" nodeType="withEffect">
                                  <p:stCondLst>
                                    <p:cond delay="0"/>
                                  </p:stCondLst>
                                  <p:childTnLst>
                                    <p:set>
                                      <p:cBhvr>
                                        <p:cTn id="148" dur="1" fill="hold">
                                          <p:stCondLst>
                                            <p:cond delay="0"/>
                                          </p:stCondLst>
                                        </p:cTn>
                                        <p:tgtEl>
                                          <p:spTgt spid="37"/>
                                        </p:tgtEl>
                                        <p:attrNameLst>
                                          <p:attrName>style.visibility</p:attrName>
                                        </p:attrNameLst>
                                      </p:cBhvr>
                                      <p:to>
                                        <p:strVal val="visible"/>
                                      </p:to>
                                    </p:set>
                                    <p:anim calcmode="lin" valueType="num">
                                      <p:cBhvr additive="base">
                                        <p:cTn id="149" dur="500" fill="hold"/>
                                        <p:tgtEl>
                                          <p:spTgt spid="37"/>
                                        </p:tgtEl>
                                        <p:attrNameLst>
                                          <p:attrName>ppt_x</p:attrName>
                                        </p:attrNameLst>
                                      </p:cBhvr>
                                      <p:tavLst>
                                        <p:tav tm="0">
                                          <p:val>
                                            <p:strVal val="1+#ppt_w/2"/>
                                          </p:val>
                                        </p:tav>
                                        <p:tav tm="100000">
                                          <p:val>
                                            <p:strVal val="#ppt_x"/>
                                          </p:val>
                                        </p:tav>
                                      </p:tavLst>
                                    </p:anim>
                                    <p:anim calcmode="lin" valueType="num">
                                      <p:cBhvr additive="base">
                                        <p:cTn id="150" dur="500" fill="hold"/>
                                        <p:tgtEl>
                                          <p:spTgt spid="37"/>
                                        </p:tgtEl>
                                        <p:attrNameLst>
                                          <p:attrName>ppt_y</p:attrName>
                                        </p:attrNameLst>
                                      </p:cBhvr>
                                      <p:tavLst>
                                        <p:tav tm="0">
                                          <p:val>
                                            <p:strVal val="#ppt_y"/>
                                          </p:val>
                                        </p:tav>
                                        <p:tav tm="100000">
                                          <p:val>
                                            <p:strVal val="#ppt_y"/>
                                          </p:val>
                                        </p:tav>
                                      </p:tavLst>
                                    </p:anim>
                                  </p:childTnLst>
                                </p:cTn>
                              </p:par>
                              <p:par>
                                <p:cTn id="151" presetID="2" presetClass="entr" presetSubtype="2" fill="hold" grpId="0" nodeType="withEffect">
                                  <p:stCondLst>
                                    <p:cond delay="0"/>
                                  </p:stCondLst>
                                  <p:childTnLst>
                                    <p:set>
                                      <p:cBhvr>
                                        <p:cTn id="152" dur="1" fill="hold">
                                          <p:stCondLst>
                                            <p:cond delay="0"/>
                                          </p:stCondLst>
                                        </p:cTn>
                                        <p:tgtEl>
                                          <p:spTgt spid="38"/>
                                        </p:tgtEl>
                                        <p:attrNameLst>
                                          <p:attrName>style.visibility</p:attrName>
                                        </p:attrNameLst>
                                      </p:cBhvr>
                                      <p:to>
                                        <p:strVal val="visible"/>
                                      </p:to>
                                    </p:set>
                                    <p:anim calcmode="lin" valueType="num">
                                      <p:cBhvr additive="base">
                                        <p:cTn id="153" dur="500" fill="hold"/>
                                        <p:tgtEl>
                                          <p:spTgt spid="38"/>
                                        </p:tgtEl>
                                        <p:attrNameLst>
                                          <p:attrName>ppt_x</p:attrName>
                                        </p:attrNameLst>
                                      </p:cBhvr>
                                      <p:tavLst>
                                        <p:tav tm="0">
                                          <p:val>
                                            <p:strVal val="1+#ppt_w/2"/>
                                          </p:val>
                                        </p:tav>
                                        <p:tav tm="100000">
                                          <p:val>
                                            <p:strVal val="#ppt_x"/>
                                          </p:val>
                                        </p:tav>
                                      </p:tavLst>
                                    </p:anim>
                                    <p:anim calcmode="lin" valueType="num">
                                      <p:cBhvr additive="base">
                                        <p:cTn id="154" dur="500" fill="hold"/>
                                        <p:tgtEl>
                                          <p:spTgt spid="38"/>
                                        </p:tgtEl>
                                        <p:attrNameLst>
                                          <p:attrName>ppt_y</p:attrName>
                                        </p:attrNameLst>
                                      </p:cBhvr>
                                      <p:tavLst>
                                        <p:tav tm="0">
                                          <p:val>
                                            <p:strVal val="#ppt_y"/>
                                          </p:val>
                                        </p:tav>
                                        <p:tav tm="100000">
                                          <p:val>
                                            <p:strVal val="#ppt_y"/>
                                          </p:val>
                                        </p:tav>
                                      </p:tavLst>
                                    </p:anim>
                                  </p:childTnLst>
                                </p:cTn>
                              </p:par>
                              <p:par>
                                <p:cTn id="155" presetID="2" presetClass="entr" presetSubtype="2" fill="hold" grpId="0" nodeType="withEffect">
                                  <p:stCondLst>
                                    <p:cond delay="0"/>
                                  </p:stCondLst>
                                  <p:childTnLst>
                                    <p:set>
                                      <p:cBhvr>
                                        <p:cTn id="156" dur="1" fill="hold">
                                          <p:stCondLst>
                                            <p:cond delay="0"/>
                                          </p:stCondLst>
                                        </p:cTn>
                                        <p:tgtEl>
                                          <p:spTgt spid="39"/>
                                        </p:tgtEl>
                                        <p:attrNameLst>
                                          <p:attrName>style.visibility</p:attrName>
                                        </p:attrNameLst>
                                      </p:cBhvr>
                                      <p:to>
                                        <p:strVal val="visible"/>
                                      </p:to>
                                    </p:set>
                                    <p:anim calcmode="lin" valueType="num">
                                      <p:cBhvr additive="base">
                                        <p:cTn id="157" dur="500" fill="hold"/>
                                        <p:tgtEl>
                                          <p:spTgt spid="39"/>
                                        </p:tgtEl>
                                        <p:attrNameLst>
                                          <p:attrName>ppt_x</p:attrName>
                                        </p:attrNameLst>
                                      </p:cBhvr>
                                      <p:tavLst>
                                        <p:tav tm="0">
                                          <p:val>
                                            <p:strVal val="1+#ppt_w/2"/>
                                          </p:val>
                                        </p:tav>
                                        <p:tav tm="100000">
                                          <p:val>
                                            <p:strVal val="#ppt_x"/>
                                          </p:val>
                                        </p:tav>
                                      </p:tavLst>
                                    </p:anim>
                                    <p:anim calcmode="lin" valueType="num">
                                      <p:cBhvr additive="base">
                                        <p:cTn id="158" dur="500" fill="hold"/>
                                        <p:tgtEl>
                                          <p:spTgt spid="39"/>
                                        </p:tgtEl>
                                        <p:attrNameLst>
                                          <p:attrName>ppt_y</p:attrName>
                                        </p:attrNameLst>
                                      </p:cBhvr>
                                      <p:tavLst>
                                        <p:tav tm="0">
                                          <p:val>
                                            <p:strVal val="#ppt_y"/>
                                          </p:val>
                                        </p:tav>
                                        <p:tav tm="100000">
                                          <p:val>
                                            <p:strVal val="#ppt_y"/>
                                          </p:val>
                                        </p:tav>
                                      </p:tavLst>
                                    </p:anim>
                                  </p:childTnLst>
                                </p:cTn>
                              </p:par>
                              <p:par>
                                <p:cTn id="159" presetID="2" presetClass="entr" presetSubtype="2" fill="hold" grpId="0" nodeType="withEffect">
                                  <p:stCondLst>
                                    <p:cond delay="0"/>
                                  </p:stCondLst>
                                  <p:childTnLst>
                                    <p:set>
                                      <p:cBhvr>
                                        <p:cTn id="160" dur="1" fill="hold">
                                          <p:stCondLst>
                                            <p:cond delay="0"/>
                                          </p:stCondLst>
                                        </p:cTn>
                                        <p:tgtEl>
                                          <p:spTgt spid="40"/>
                                        </p:tgtEl>
                                        <p:attrNameLst>
                                          <p:attrName>style.visibility</p:attrName>
                                        </p:attrNameLst>
                                      </p:cBhvr>
                                      <p:to>
                                        <p:strVal val="visible"/>
                                      </p:to>
                                    </p:set>
                                    <p:anim calcmode="lin" valueType="num">
                                      <p:cBhvr additive="base">
                                        <p:cTn id="161" dur="500" fill="hold"/>
                                        <p:tgtEl>
                                          <p:spTgt spid="40"/>
                                        </p:tgtEl>
                                        <p:attrNameLst>
                                          <p:attrName>ppt_x</p:attrName>
                                        </p:attrNameLst>
                                      </p:cBhvr>
                                      <p:tavLst>
                                        <p:tav tm="0">
                                          <p:val>
                                            <p:strVal val="1+#ppt_w/2"/>
                                          </p:val>
                                        </p:tav>
                                        <p:tav tm="100000">
                                          <p:val>
                                            <p:strVal val="#ppt_x"/>
                                          </p:val>
                                        </p:tav>
                                      </p:tavLst>
                                    </p:anim>
                                    <p:anim calcmode="lin" valueType="num">
                                      <p:cBhvr additive="base">
                                        <p:cTn id="162" dur="500" fill="hold"/>
                                        <p:tgtEl>
                                          <p:spTgt spid="40"/>
                                        </p:tgtEl>
                                        <p:attrNameLst>
                                          <p:attrName>ppt_y</p:attrName>
                                        </p:attrNameLst>
                                      </p:cBhvr>
                                      <p:tavLst>
                                        <p:tav tm="0">
                                          <p:val>
                                            <p:strVal val="#ppt_y"/>
                                          </p:val>
                                        </p:tav>
                                        <p:tav tm="100000">
                                          <p:val>
                                            <p:strVal val="#ppt_y"/>
                                          </p:val>
                                        </p:tav>
                                      </p:tavLst>
                                    </p:anim>
                                  </p:childTnLst>
                                </p:cTn>
                              </p:par>
                              <p:par>
                                <p:cTn id="163" presetID="2" presetClass="entr" presetSubtype="2" fill="hold" grpId="0" nodeType="withEffect">
                                  <p:stCondLst>
                                    <p:cond delay="0"/>
                                  </p:stCondLst>
                                  <p:childTnLst>
                                    <p:set>
                                      <p:cBhvr>
                                        <p:cTn id="164" dur="1" fill="hold">
                                          <p:stCondLst>
                                            <p:cond delay="0"/>
                                          </p:stCondLst>
                                        </p:cTn>
                                        <p:tgtEl>
                                          <p:spTgt spid="41"/>
                                        </p:tgtEl>
                                        <p:attrNameLst>
                                          <p:attrName>style.visibility</p:attrName>
                                        </p:attrNameLst>
                                      </p:cBhvr>
                                      <p:to>
                                        <p:strVal val="visible"/>
                                      </p:to>
                                    </p:set>
                                    <p:anim calcmode="lin" valueType="num">
                                      <p:cBhvr additive="base">
                                        <p:cTn id="165" dur="500" fill="hold"/>
                                        <p:tgtEl>
                                          <p:spTgt spid="41"/>
                                        </p:tgtEl>
                                        <p:attrNameLst>
                                          <p:attrName>ppt_x</p:attrName>
                                        </p:attrNameLst>
                                      </p:cBhvr>
                                      <p:tavLst>
                                        <p:tav tm="0">
                                          <p:val>
                                            <p:strVal val="1+#ppt_w/2"/>
                                          </p:val>
                                        </p:tav>
                                        <p:tav tm="100000">
                                          <p:val>
                                            <p:strVal val="#ppt_x"/>
                                          </p:val>
                                        </p:tav>
                                      </p:tavLst>
                                    </p:anim>
                                    <p:anim calcmode="lin" valueType="num">
                                      <p:cBhvr additive="base">
                                        <p:cTn id="166" dur="500" fill="hold"/>
                                        <p:tgtEl>
                                          <p:spTgt spid="41"/>
                                        </p:tgtEl>
                                        <p:attrNameLst>
                                          <p:attrName>ppt_y</p:attrName>
                                        </p:attrNameLst>
                                      </p:cBhvr>
                                      <p:tavLst>
                                        <p:tav tm="0">
                                          <p:val>
                                            <p:strVal val="#ppt_y"/>
                                          </p:val>
                                        </p:tav>
                                        <p:tav tm="100000">
                                          <p:val>
                                            <p:strVal val="#ppt_y"/>
                                          </p:val>
                                        </p:tav>
                                      </p:tavLst>
                                    </p:anim>
                                  </p:childTnLst>
                                </p:cTn>
                              </p:par>
                              <p:par>
                                <p:cTn id="167" presetID="2" presetClass="entr" presetSubtype="2" fill="hold" grpId="0" nodeType="withEffect">
                                  <p:stCondLst>
                                    <p:cond delay="0"/>
                                  </p:stCondLst>
                                  <p:childTnLst>
                                    <p:set>
                                      <p:cBhvr>
                                        <p:cTn id="168" dur="1" fill="hold">
                                          <p:stCondLst>
                                            <p:cond delay="0"/>
                                          </p:stCondLst>
                                        </p:cTn>
                                        <p:tgtEl>
                                          <p:spTgt spid="42"/>
                                        </p:tgtEl>
                                        <p:attrNameLst>
                                          <p:attrName>style.visibility</p:attrName>
                                        </p:attrNameLst>
                                      </p:cBhvr>
                                      <p:to>
                                        <p:strVal val="visible"/>
                                      </p:to>
                                    </p:set>
                                    <p:anim calcmode="lin" valueType="num">
                                      <p:cBhvr additive="base">
                                        <p:cTn id="169" dur="500" fill="hold"/>
                                        <p:tgtEl>
                                          <p:spTgt spid="42"/>
                                        </p:tgtEl>
                                        <p:attrNameLst>
                                          <p:attrName>ppt_x</p:attrName>
                                        </p:attrNameLst>
                                      </p:cBhvr>
                                      <p:tavLst>
                                        <p:tav tm="0">
                                          <p:val>
                                            <p:strVal val="1+#ppt_w/2"/>
                                          </p:val>
                                        </p:tav>
                                        <p:tav tm="100000">
                                          <p:val>
                                            <p:strVal val="#ppt_x"/>
                                          </p:val>
                                        </p:tav>
                                      </p:tavLst>
                                    </p:anim>
                                    <p:anim calcmode="lin" valueType="num">
                                      <p:cBhvr additive="base">
                                        <p:cTn id="170" dur="500" fill="hold"/>
                                        <p:tgtEl>
                                          <p:spTgt spid="42"/>
                                        </p:tgtEl>
                                        <p:attrNameLst>
                                          <p:attrName>ppt_y</p:attrName>
                                        </p:attrNameLst>
                                      </p:cBhvr>
                                      <p:tavLst>
                                        <p:tav tm="0">
                                          <p:val>
                                            <p:strVal val="#ppt_y"/>
                                          </p:val>
                                        </p:tav>
                                        <p:tav tm="100000">
                                          <p:val>
                                            <p:strVal val="#ppt_y"/>
                                          </p:val>
                                        </p:tav>
                                      </p:tavLst>
                                    </p:anim>
                                  </p:childTnLst>
                                </p:cTn>
                              </p:par>
                              <p:par>
                                <p:cTn id="171" presetID="2" presetClass="entr" presetSubtype="2" fill="hold" nodeType="withEffect">
                                  <p:stCondLst>
                                    <p:cond delay="0"/>
                                  </p:stCondLst>
                                  <p:childTnLst>
                                    <p:set>
                                      <p:cBhvr>
                                        <p:cTn id="172" dur="1" fill="hold">
                                          <p:stCondLst>
                                            <p:cond delay="0"/>
                                          </p:stCondLst>
                                        </p:cTn>
                                        <p:tgtEl>
                                          <p:spTgt spid="43"/>
                                        </p:tgtEl>
                                        <p:attrNameLst>
                                          <p:attrName>style.visibility</p:attrName>
                                        </p:attrNameLst>
                                      </p:cBhvr>
                                      <p:to>
                                        <p:strVal val="visible"/>
                                      </p:to>
                                    </p:set>
                                    <p:anim calcmode="lin" valueType="num">
                                      <p:cBhvr additive="base">
                                        <p:cTn id="173" dur="500" fill="hold"/>
                                        <p:tgtEl>
                                          <p:spTgt spid="43"/>
                                        </p:tgtEl>
                                        <p:attrNameLst>
                                          <p:attrName>ppt_x</p:attrName>
                                        </p:attrNameLst>
                                      </p:cBhvr>
                                      <p:tavLst>
                                        <p:tav tm="0">
                                          <p:val>
                                            <p:strVal val="1+#ppt_w/2"/>
                                          </p:val>
                                        </p:tav>
                                        <p:tav tm="100000">
                                          <p:val>
                                            <p:strVal val="#ppt_x"/>
                                          </p:val>
                                        </p:tav>
                                      </p:tavLst>
                                    </p:anim>
                                    <p:anim calcmode="lin" valueType="num">
                                      <p:cBhvr additive="base">
                                        <p:cTn id="174" dur="500" fill="hold"/>
                                        <p:tgtEl>
                                          <p:spTgt spid="43"/>
                                        </p:tgtEl>
                                        <p:attrNameLst>
                                          <p:attrName>ppt_y</p:attrName>
                                        </p:attrNameLst>
                                      </p:cBhvr>
                                      <p:tavLst>
                                        <p:tav tm="0">
                                          <p:val>
                                            <p:strVal val="#ppt_y"/>
                                          </p:val>
                                        </p:tav>
                                        <p:tav tm="100000">
                                          <p:val>
                                            <p:strVal val="#ppt_y"/>
                                          </p:val>
                                        </p:tav>
                                      </p:tavLst>
                                    </p:anim>
                                  </p:childTnLst>
                                </p:cTn>
                              </p:par>
                              <p:par>
                                <p:cTn id="175" presetID="2" presetClass="entr" presetSubtype="2" fill="hold" grpId="0" nodeType="withEffect">
                                  <p:stCondLst>
                                    <p:cond delay="0"/>
                                  </p:stCondLst>
                                  <p:childTnLst>
                                    <p:set>
                                      <p:cBhvr>
                                        <p:cTn id="176" dur="1" fill="hold">
                                          <p:stCondLst>
                                            <p:cond delay="0"/>
                                          </p:stCondLst>
                                        </p:cTn>
                                        <p:tgtEl>
                                          <p:spTgt spid="44"/>
                                        </p:tgtEl>
                                        <p:attrNameLst>
                                          <p:attrName>style.visibility</p:attrName>
                                        </p:attrNameLst>
                                      </p:cBhvr>
                                      <p:to>
                                        <p:strVal val="visible"/>
                                      </p:to>
                                    </p:set>
                                    <p:anim calcmode="lin" valueType="num">
                                      <p:cBhvr additive="base">
                                        <p:cTn id="177" dur="500" fill="hold"/>
                                        <p:tgtEl>
                                          <p:spTgt spid="44"/>
                                        </p:tgtEl>
                                        <p:attrNameLst>
                                          <p:attrName>ppt_x</p:attrName>
                                        </p:attrNameLst>
                                      </p:cBhvr>
                                      <p:tavLst>
                                        <p:tav tm="0">
                                          <p:val>
                                            <p:strVal val="1+#ppt_w/2"/>
                                          </p:val>
                                        </p:tav>
                                        <p:tav tm="100000">
                                          <p:val>
                                            <p:strVal val="#ppt_x"/>
                                          </p:val>
                                        </p:tav>
                                      </p:tavLst>
                                    </p:anim>
                                    <p:anim calcmode="lin" valueType="num">
                                      <p:cBhvr additive="base">
                                        <p:cTn id="178" dur="500" fill="hold"/>
                                        <p:tgtEl>
                                          <p:spTgt spid="44"/>
                                        </p:tgtEl>
                                        <p:attrNameLst>
                                          <p:attrName>ppt_y</p:attrName>
                                        </p:attrNameLst>
                                      </p:cBhvr>
                                      <p:tavLst>
                                        <p:tav tm="0">
                                          <p:val>
                                            <p:strVal val="#ppt_y"/>
                                          </p:val>
                                        </p:tav>
                                        <p:tav tm="100000">
                                          <p:val>
                                            <p:strVal val="#ppt_y"/>
                                          </p:val>
                                        </p:tav>
                                      </p:tavLst>
                                    </p:anim>
                                  </p:childTnLst>
                                </p:cTn>
                              </p:par>
                              <p:par>
                                <p:cTn id="179" presetID="2" presetClass="entr" presetSubtype="2" fill="hold" grpId="0" nodeType="withEffect">
                                  <p:stCondLst>
                                    <p:cond delay="0"/>
                                  </p:stCondLst>
                                  <p:childTnLst>
                                    <p:set>
                                      <p:cBhvr>
                                        <p:cTn id="180" dur="1" fill="hold">
                                          <p:stCondLst>
                                            <p:cond delay="0"/>
                                          </p:stCondLst>
                                        </p:cTn>
                                        <p:tgtEl>
                                          <p:spTgt spid="45"/>
                                        </p:tgtEl>
                                        <p:attrNameLst>
                                          <p:attrName>style.visibility</p:attrName>
                                        </p:attrNameLst>
                                      </p:cBhvr>
                                      <p:to>
                                        <p:strVal val="visible"/>
                                      </p:to>
                                    </p:set>
                                    <p:anim calcmode="lin" valueType="num">
                                      <p:cBhvr additive="base">
                                        <p:cTn id="181" dur="500" fill="hold"/>
                                        <p:tgtEl>
                                          <p:spTgt spid="45"/>
                                        </p:tgtEl>
                                        <p:attrNameLst>
                                          <p:attrName>ppt_x</p:attrName>
                                        </p:attrNameLst>
                                      </p:cBhvr>
                                      <p:tavLst>
                                        <p:tav tm="0">
                                          <p:val>
                                            <p:strVal val="1+#ppt_w/2"/>
                                          </p:val>
                                        </p:tav>
                                        <p:tav tm="100000">
                                          <p:val>
                                            <p:strVal val="#ppt_x"/>
                                          </p:val>
                                        </p:tav>
                                      </p:tavLst>
                                    </p:anim>
                                    <p:anim calcmode="lin" valueType="num">
                                      <p:cBhvr additive="base">
                                        <p:cTn id="182" dur="500" fill="hold"/>
                                        <p:tgtEl>
                                          <p:spTgt spid="45"/>
                                        </p:tgtEl>
                                        <p:attrNameLst>
                                          <p:attrName>ppt_y</p:attrName>
                                        </p:attrNameLst>
                                      </p:cBhvr>
                                      <p:tavLst>
                                        <p:tav tm="0">
                                          <p:val>
                                            <p:strVal val="#ppt_y"/>
                                          </p:val>
                                        </p:tav>
                                        <p:tav tm="100000">
                                          <p:val>
                                            <p:strVal val="#ppt_y"/>
                                          </p:val>
                                        </p:tav>
                                      </p:tavLst>
                                    </p:anim>
                                  </p:childTnLst>
                                </p:cTn>
                              </p:par>
                              <p:par>
                                <p:cTn id="183" presetID="2" presetClass="entr" presetSubtype="2" fill="hold" nodeType="withEffect">
                                  <p:stCondLst>
                                    <p:cond delay="0"/>
                                  </p:stCondLst>
                                  <p:childTnLst>
                                    <p:set>
                                      <p:cBhvr>
                                        <p:cTn id="184" dur="1" fill="hold">
                                          <p:stCondLst>
                                            <p:cond delay="0"/>
                                          </p:stCondLst>
                                        </p:cTn>
                                        <p:tgtEl>
                                          <p:spTgt spid="46"/>
                                        </p:tgtEl>
                                        <p:attrNameLst>
                                          <p:attrName>style.visibility</p:attrName>
                                        </p:attrNameLst>
                                      </p:cBhvr>
                                      <p:to>
                                        <p:strVal val="visible"/>
                                      </p:to>
                                    </p:set>
                                    <p:anim calcmode="lin" valueType="num">
                                      <p:cBhvr additive="base">
                                        <p:cTn id="185" dur="500" fill="hold"/>
                                        <p:tgtEl>
                                          <p:spTgt spid="46"/>
                                        </p:tgtEl>
                                        <p:attrNameLst>
                                          <p:attrName>ppt_x</p:attrName>
                                        </p:attrNameLst>
                                      </p:cBhvr>
                                      <p:tavLst>
                                        <p:tav tm="0">
                                          <p:val>
                                            <p:strVal val="1+#ppt_w/2"/>
                                          </p:val>
                                        </p:tav>
                                        <p:tav tm="100000">
                                          <p:val>
                                            <p:strVal val="#ppt_x"/>
                                          </p:val>
                                        </p:tav>
                                      </p:tavLst>
                                    </p:anim>
                                    <p:anim calcmode="lin" valueType="num">
                                      <p:cBhvr additive="base">
                                        <p:cTn id="186" dur="500" fill="hold"/>
                                        <p:tgtEl>
                                          <p:spTgt spid="46"/>
                                        </p:tgtEl>
                                        <p:attrNameLst>
                                          <p:attrName>ppt_y</p:attrName>
                                        </p:attrNameLst>
                                      </p:cBhvr>
                                      <p:tavLst>
                                        <p:tav tm="0">
                                          <p:val>
                                            <p:strVal val="#ppt_y"/>
                                          </p:val>
                                        </p:tav>
                                        <p:tav tm="100000">
                                          <p:val>
                                            <p:strVal val="#ppt_y"/>
                                          </p:val>
                                        </p:tav>
                                      </p:tavLst>
                                    </p:anim>
                                  </p:childTnLst>
                                </p:cTn>
                              </p:par>
                              <p:par>
                                <p:cTn id="187" presetID="2" presetClass="entr" presetSubtype="2" fill="hold" grpId="0" nodeType="withEffect">
                                  <p:stCondLst>
                                    <p:cond delay="0"/>
                                  </p:stCondLst>
                                  <p:childTnLst>
                                    <p:set>
                                      <p:cBhvr>
                                        <p:cTn id="188" dur="1" fill="hold">
                                          <p:stCondLst>
                                            <p:cond delay="0"/>
                                          </p:stCondLst>
                                        </p:cTn>
                                        <p:tgtEl>
                                          <p:spTgt spid="47"/>
                                        </p:tgtEl>
                                        <p:attrNameLst>
                                          <p:attrName>style.visibility</p:attrName>
                                        </p:attrNameLst>
                                      </p:cBhvr>
                                      <p:to>
                                        <p:strVal val="visible"/>
                                      </p:to>
                                    </p:set>
                                    <p:anim calcmode="lin" valueType="num">
                                      <p:cBhvr additive="base">
                                        <p:cTn id="189" dur="500" fill="hold"/>
                                        <p:tgtEl>
                                          <p:spTgt spid="47"/>
                                        </p:tgtEl>
                                        <p:attrNameLst>
                                          <p:attrName>ppt_x</p:attrName>
                                        </p:attrNameLst>
                                      </p:cBhvr>
                                      <p:tavLst>
                                        <p:tav tm="0">
                                          <p:val>
                                            <p:strVal val="1+#ppt_w/2"/>
                                          </p:val>
                                        </p:tav>
                                        <p:tav tm="100000">
                                          <p:val>
                                            <p:strVal val="#ppt_x"/>
                                          </p:val>
                                        </p:tav>
                                      </p:tavLst>
                                    </p:anim>
                                    <p:anim calcmode="lin" valueType="num">
                                      <p:cBhvr additive="base">
                                        <p:cTn id="190" dur="500" fill="hold"/>
                                        <p:tgtEl>
                                          <p:spTgt spid="47"/>
                                        </p:tgtEl>
                                        <p:attrNameLst>
                                          <p:attrName>ppt_y</p:attrName>
                                        </p:attrNameLst>
                                      </p:cBhvr>
                                      <p:tavLst>
                                        <p:tav tm="0">
                                          <p:val>
                                            <p:strVal val="#ppt_y"/>
                                          </p:val>
                                        </p:tav>
                                        <p:tav tm="100000">
                                          <p:val>
                                            <p:strVal val="#ppt_y"/>
                                          </p:val>
                                        </p:tav>
                                      </p:tavLst>
                                    </p:anim>
                                  </p:childTnLst>
                                </p:cTn>
                              </p:par>
                              <p:par>
                                <p:cTn id="191" presetID="2" presetClass="entr" presetSubtype="2" fill="hold" grpId="0" nodeType="withEffect">
                                  <p:stCondLst>
                                    <p:cond delay="0"/>
                                  </p:stCondLst>
                                  <p:childTnLst>
                                    <p:set>
                                      <p:cBhvr>
                                        <p:cTn id="192" dur="1" fill="hold">
                                          <p:stCondLst>
                                            <p:cond delay="0"/>
                                          </p:stCondLst>
                                        </p:cTn>
                                        <p:tgtEl>
                                          <p:spTgt spid="48"/>
                                        </p:tgtEl>
                                        <p:attrNameLst>
                                          <p:attrName>style.visibility</p:attrName>
                                        </p:attrNameLst>
                                      </p:cBhvr>
                                      <p:to>
                                        <p:strVal val="visible"/>
                                      </p:to>
                                    </p:set>
                                    <p:anim calcmode="lin" valueType="num">
                                      <p:cBhvr additive="base">
                                        <p:cTn id="193" dur="500" fill="hold"/>
                                        <p:tgtEl>
                                          <p:spTgt spid="48"/>
                                        </p:tgtEl>
                                        <p:attrNameLst>
                                          <p:attrName>ppt_x</p:attrName>
                                        </p:attrNameLst>
                                      </p:cBhvr>
                                      <p:tavLst>
                                        <p:tav tm="0">
                                          <p:val>
                                            <p:strVal val="1+#ppt_w/2"/>
                                          </p:val>
                                        </p:tav>
                                        <p:tav tm="100000">
                                          <p:val>
                                            <p:strVal val="#ppt_x"/>
                                          </p:val>
                                        </p:tav>
                                      </p:tavLst>
                                    </p:anim>
                                    <p:anim calcmode="lin" valueType="num">
                                      <p:cBhvr additive="base">
                                        <p:cTn id="194" dur="500" fill="hold"/>
                                        <p:tgtEl>
                                          <p:spTgt spid="48"/>
                                        </p:tgtEl>
                                        <p:attrNameLst>
                                          <p:attrName>ppt_y</p:attrName>
                                        </p:attrNameLst>
                                      </p:cBhvr>
                                      <p:tavLst>
                                        <p:tav tm="0">
                                          <p:val>
                                            <p:strVal val="#ppt_y"/>
                                          </p:val>
                                        </p:tav>
                                        <p:tav tm="100000">
                                          <p:val>
                                            <p:strVal val="#ppt_y"/>
                                          </p:val>
                                        </p:tav>
                                      </p:tavLst>
                                    </p:anim>
                                  </p:childTnLst>
                                </p:cTn>
                              </p:par>
                              <p:par>
                                <p:cTn id="195" presetID="2" presetClass="entr" presetSubtype="2" fill="hold" grpId="0" nodeType="withEffect">
                                  <p:stCondLst>
                                    <p:cond delay="0"/>
                                  </p:stCondLst>
                                  <p:childTnLst>
                                    <p:set>
                                      <p:cBhvr>
                                        <p:cTn id="196" dur="1" fill="hold">
                                          <p:stCondLst>
                                            <p:cond delay="0"/>
                                          </p:stCondLst>
                                        </p:cTn>
                                        <p:tgtEl>
                                          <p:spTgt spid="49"/>
                                        </p:tgtEl>
                                        <p:attrNameLst>
                                          <p:attrName>style.visibility</p:attrName>
                                        </p:attrNameLst>
                                      </p:cBhvr>
                                      <p:to>
                                        <p:strVal val="visible"/>
                                      </p:to>
                                    </p:set>
                                    <p:anim calcmode="lin" valueType="num">
                                      <p:cBhvr additive="base">
                                        <p:cTn id="197" dur="500" fill="hold"/>
                                        <p:tgtEl>
                                          <p:spTgt spid="49"/>
                                        </p:tgtEl>
                                        <p:attrNameLst>
                                          <p:attrName>ppt_x</p:attrName>
                                        </p:attrNameLst>
                                      </p:cBhvr>
                                      <p:tavLst>
                                        <p:tav tm="0">
                                          <p:val>
                                            <p:strVal val="1+#ppt_w/2"/>
                                          </p:val>
                                        </p:tav>
                                        <p:tav tm="100000">
                                          <p:val>
                                            <p:strVal val="#ppt_x"/>
                                          </p:val>
                                        </p:tav>
                                      </p:tavLst>
                                    </p:anim>
                                    <p:anim calcmode="lin" valueType="num">
                                      <p:cBhvr additive="base">
                                        <p:cTn id="198" dur="500" fill="hold"/>
                                        <p:tgtEl>
                                          <p:spTgt spid="49"/>
                                        </p:tgtEl>
                                        <p:attrNameLst>
                                          <p:attrName>ppt_y</p:attrName>
                                        </p:attrNameLst>
                                      </p:cBhvr>
                                      <p:tavLst>
                                        <p:tav tm="0">
                                          <p:val>
                                            <p:strVal val="#ppt_y"/>
                                          </p:val>
                                        </p:tav>
                                        <p:tav tm="100000">
                                          <p:val>
                                            <p:strVal val="#ppt_y"/>
                                          </p:val>
                                        </p:tav>
                                      </p:tavLst>
                                    </p:anim>
                                  </p:childTnLst>
                                </p:cTn>
                              </p:par>
                              <p:par>
                                <p:cTn id="199" presetID="2" presetClass="entr" presetSubtype="2" fill="hold" grpId="0" nodeType="withEffect">
                                  <p:stCondLst>
                                    <p:cond delay="0"/>
                                  </p:stCondLst>
                                  <p:childTnLst>
                                    <p:set>
                                      <p:cBhvr>
                                        <p:cTn id="200" dur="1" fill="hold">
                                          <p:stCondLst>
                                            <p:cond delay="0"/>
                                          </p:stCondLst>
                                        </p:cTn>
                                        <p:tgtEl>
                                          <p:spTgt spid="50"/>
                                        </p:tgtEl>
                                        <p:attrNameLst>
                                          <p:attrName>style.visibility</p:attrName>
                                        </p:attrNameLst>
                                      </p:cBhvr>
                                      <p:to>
                                        <p:strVal val="visible"/>
                                      </p:to>
                                    </p:set>
                                    <p:anim calcmode="lin" valueType="num">
                                      <p:cBhvr additive="base">
                                        <p:cTn id="201" dur="500" fill="hold"/>
                                        <p:tgtEl>
                                          <p:spTgt spid="50"/>
                                        </p:tgtEl>
                                        <p:attrNameLst>
                                          <p:attrName>ppt_x</p:attrName>
                                        </p:attrNameLst>
                                      </p:cBhvr>
                                      <p:tavLst>
                                        <p:tav tm="0">
                                          <p:val>
                                            <p:strVal val="1+#ppt_w/2"/>
                                          </p:val>
                                        </p:tav>
                                        <p:tav tm="100000">
                                          <p:val>
                                            <p:strVal val="#ppt_x"/>
                                          </p:val>
                                        </p:tav>
                                      </p:tavLst>
                                    </p:anim>
                                    <p:anim calcmode="lin" valueType="num">
                                      <p:cBhvr additive="base">
                                        <p:cTn id="202" dur="500" fill="hold"/>
                                        <p:tgtEl>
                                          <p:spTgt spid="50"/>
                                        </p:tgtEl>
                                        <p:attrNameLst>
                                          <p:attrName>ppt_y</p:attrName>
                                        </p:attrNameLst>
                                      </p:cBhvr>
                                      <p:tavLst>
                                        <p:tav tm="0">
                                          <p:val>
                                            <p:strVal val="#ppt_y"/>
                                          </p:val>
                                        </p:tav>
                                        <p:tav tm="100000">
                                          <p:val>
                                            <p:strVal val="#ppt_y"/>
                                          </p:val>
                                        </p:tav>
                                      </p:tavLst>
                                    </p:anim>
                                  </p:childTnLst>
                                </p:cTn>
                              </p:par>
                              <p:par>
                                <p:cTn id="203" presetID="2" presetClass="entr" presetSubtype="2" fill="hold" grpId="0" nodeType="withEffect">
                                  <p:stCondLst>
                                    <p:cond delay="0"/>
                                  </p:stCondLst>
                                  <p:childTnLst>
                                    <p:set>
                                      <p:cBhvr>
                                        <p:cTn id="204" dur="1" fill="hold">
                                          <p:stCondLst>
                                            <p:cond delay="0"/>
                                          </p:stCondLst>
                                        </p:cTn>
                                        <p:tgtEl>
                                          <p:spTgt spid="51"/>
                                        </p:tgtEl>
                                        <p:attrNameLst>
                                          <p:attrName>style.visibility</p:attrName>
                                        </p:attrNameLst>
                                      </p:cBhvr>
                                      <p:to>
                                        <p:strVal val="visible"/>
                                      </p:to>
                                    </p:set>
                                    <p:anim calcmode="lin" valueType="num">
                                      <p:cBhvr additive="base">
                                        <p:cTn id="205" dur="500" fill="hold"/>
                                        <p:tgtEl>
                                          <p:spTgt spid="51"/>
                                        </p:tgtEl>
                                        <p:attrNameLst>
                                          <p:attrName>ppt_x</p:attrName>
                                        </p:attrNameLst>
                                      </p:cBhvr>
                                      <p:tavLst>
                                        <p:tav tm="0">
                                          <p:val>
                                            <p:strVal val="1+#ppt_w/2"/>
                                          </p:val>
                                        </p:tav>
                                        <p:tav tm="100000">
                                          <p:val>
                                            <p:strVal val="#ppt_x"/>
                                          </p:val>
                                        </p:tav>
                                      </p:tavLst>
                                    </p:anim>
                                    <p:anim calcmode="lin" valueType="num">
                                      <p:cBhvr additive="base">
                                        <p:cTn id="206" dur="500" fill="hold"/>
                                        <p:tgtEl>
                                          <p:spTgt spid="51"/>
                                        </p:tgtEl>
                                        <p:attrNameLst>
                                          <p:attrName>ppt_y</p:attrName>
                                        </p:attrNameLst>
                                      </p:cBhvr>
                                      <p:tavLst>
                                        <p:tav tm="0">
                                          <p:val>
                                            <p:strVal val="#ppt_y"/>
                                          </p:val>
                                        </p:tav>
                                        <p:tav tm="100000">
                                          <p:val>
                                            <p:strVal val="#ppt_y"/>
                                          </p:val>
                                        </p:tav>
                                      </p:tavLst>
                                    </p:anim>
                                  </p:childTnLst>
                                </p:cTn>
                              </p:par>
                              <p:par>
                                <p:cTn id="207" presetID="2" presetClass="entr" presetSubtype="2" fill="hold" nodeType="withEffect">
                                  <p:stCondLst>
                                    <p:cond delay="0"/>
                                  </p:stCondLst>
                                  <p:childTnLst>
                                    <p:set>
                                      <p:cBhvr>
                                        <p:cTn id="208" dur="1" fill="hold">
                                          <p:stCondLst>
                                            <p:cond delay="0"/>
                                          </p:stCondLst>
                                        </p:cTn>
                                        <p:tgtEl>
                                          <p:spTgt spid="52"/>
                                        </p:tgtEl>
                                        <p:attrNameLst>
                                          <p:attrName>style.visibility</p:attrName>
                                        </p:attrNameLst>
                                      </p:cBhvr>
                                      <p:to>
                                        <p:strVal val="visible"/>
                                      </p:to>
                                    </p:set>
                                    <p:anim calcmode="lin" valueType="num">
                                      <p:cBhvr additive="base">
                                        <p:cTn id="209" dur="500" fill="hold"/>
                                        <p:tgtEl>
                                          <p:spTgt spid="52"/>
                                        </p:tgtEl>
                                        <p:attrNameLst>
                                          <p:attrName>ppt_x</p:attrName>
                                        </p:attrNameLst>
                                      </p:cBhvr>
                                      <p:tavLst>
                                        <p:tav tm="0">
                                          <p:val>
                                            <p:strVal val="1+#ppt_w/2"/>
                                          </p:val>
                                        </p:tav>
                                        <p:tav tm="100000">
                                          <p:val>
                                            <p:strVal val="#ppt_x"/>
                                          </p:val>
                                        </p:tav>
                                      </p:tavLst>
                                    </p:anim>
                                    <p:anim calcmode="lin" valueType="num">
                                      <p:cBhvr additive="base">
                                        <p:cTn id="210" dur="500" fill="hold"/>
                                        <p:tgtEl>
                                          <p:spTgt spid="52"/>
                                        </p:tgtEl>
                                        <p:attrNameLst>
                                          <p:attrName>ppt_y</p:attrName>
                                        </p:attrNameLst>
                                      </p:cBhvr>
                                      <p:tavLst>
                                        <p:tav tm="0">
                                          <p:val>
                                            <p:strVal val="#ppt_y"/>
                                          </p:val>
                                        </p:tav>
                                        <p:tav tm="100000">
                                          <p:val>
                                            <p:strVal val="#ppt_y"/>
                                          </p:val>
                                        </p:tav>
                                      </p:tavLst>
                                    </p:anim>
                                  </p:childTnLst>
                                </p:cTn>
                              </p:par>
                              <p:par>
                                <p:cTn id="211" presetID="2" presetClass="entr" presetSubtype="2" fill="hold" grpId="0" nodeType="withEffect">
                                  <p:stCondLst>
                                    <p:cond delay="0"/>
                                  </p:stCondLst>
                                  <p:childTnLst>
                                    <p:set>
                                      <p:cBhvr>
                                        <p:cTn id="212" dur="1" fill="hold">
                                          <p:stCondLst>
                                            <p:cond delay="0"/>
                                          </p:stCondLst>
                                        </p:cTn>
                                        <p:tgtEl>
                                          <p:spTgt spid="53"/>
                                        </p:tgtEl>
                                        <p:attrNameLst>
                                          <p:attrName>style.visibility</p:attrName>
                                        </p:attrNameLst>
                                      </p:cBhvr>
                                      <p:to>
                                        <p:strVal val="visible"/>
                                      </p:to>
                                    </p:set>
                                    <p:anim calcmode="lin" valueType="num">
                                      <p:cBhvr additive="base">
                                        <p:cTn id="213" dur="500" fill="hold"/>
                                        <p:tgtEl>
                                          <p:spTgt spid="53"/>
                                        </p:tgtEl>
                                        <p:attrNameLst>
                                          <p:attrName>ppt_x</p:attrName>
                                        </p:attrNameLst>
                                      </p:cBhvr>
                                      <p:tavLst>
                                        <p:tav tm="0">
                                          <p:val>
                                            <p:strVal val="1+#ppt_w/2"/>
                                          </p:val>
                                        </p:tav>
                                        <p:tav tm="100000">
                                          <p:val>
                                            <p:strVal val="#ppt_x"/>
                                          </p:val>
                                        </p:tav>
                                      </p:tavLst>
                                    </p:anim>
                                    <p:anim calcmode="lin" valueType="num">
                                      <p:cBhvr additive="base">
                                        <p:cTn id="214" dur="500" fill="hold"/>
                                        <p:tgtEl>
                                          <p:spTgt spid="53"/>
                                        </p:tgtEl>
                                        <p:attrNameLst>
                                          <p:attrName>ppt_y</p:attrName>
                                        </p:attrNameLst>
                                      </p:cBhvr>
                                      <p:tavLst>
                                        <p:tav tm="0">
                                          <p:val>
                                            <p:strVal val="#ppt_y"/>
                                          </p:val>
                                        </p:tav>
                                        <p:tav tm="100000">
                                          <p:val>
                                            <p:strVal val="#ppt_y"/>
                                          </p:val>
                                        </p:tav>
                                      </p:tavLst>
                                    </p:anim>
                                  </p:childTnLst>
                                </p:cTn>
                              </p:par>
                              <p:par>
                                <p:cTn id="215" presetID="2" presetClass="entr" presetSubtype="2" fill="hold" grpId="0" nodeType="withEffect">
                                  <p:stCondLst>
                                    <p:cond delay="0"/>
                                  </p:stCondLst>
                                  <p:childTnLst>
                                    <p:set>
                                      <p:cBhvr>
                                        <p:cTn id="216" dur="1" fill="hold">
                                          <p:stCondLst>
                                            <p:cond delay="0"/>
                                          </p:stCondLst>
                                        </p:cTn>
                                        <p:tgtEl>
                                          <p:spTgt spid="54"/>
                                        </p:tgtEl>
                                        <p:attrNameLst>
                                          <p:attrName>style.visibility</p:attrName>
                                        </p:attrNameLst>
                                      </p:cBhvr>
                                      <p:to>
                                        <p:strVal val="visible"/>
                                      </p:to>
                                    </p:set>
                                    <p:anim calcmode="lin" valueType="num">
                                      <p:cBhvr additive="base">
                                        <p:cTn id="217" dur="500" fill="hold"/>
                                        <p:tgtEl>
                                          <p:spTgt spid="54"/>
                                        </p:tgtEl>
                                        <p:attrNameLst>
                                          <p:attrName>ppt_x</p:attrName>
                                        </p:attrNameLst>
                                      </p:cBhvr>
                                      <p:tavLst>
                                        <p:tav tm="0">
                                          <p:val>
                                            <p:strVal val="1+#ppt_w/2"/>
                                          </p:val>
                                        </p:tav>
                                        <p:tav tm="100000">
                                          <p:val>
                                            <p:strVal val="#ppt_x"/>
                                          </p:val>
                                        </p:tav>
                                      </p:tavLst>
                                    </p:anim>
                                    <p:anim calcmode="lin" valueType="num">
                                      <p:cBhvr additive="base">
                                        <p:cTn id="218" dur="500" fill="hold"/>
                                        <p:tgtEl>
                                          <p:spTgt spid="54"/>
                                        </p:tgtEl>
                                        <p:attrNameLst>
                                          <p:attrName>ppt_y</p:attrName>
                                        </p:attrNameLst>
                                      </p:cBhvr>
                                      <p:tavLst>
                                        <p:tav tm="0">
                                          <p:val>
                                            <p:strVal val="#ppt_y"/>
                                          </p:val>
                                        </p:tav>
                                        <p:tav tm="100000">
                                          <p:val>
                                            <p:strVal val="#ppt_y"/>
                                          </p:val>
                                        </p:tav>
                                      </p:tavLst>
                                    </p:anim>
                                  </p:childTnLst>
                                </p:cTn>
                              </p:par>
                              <p:par>
                                <p:cTn id="219" presetID="2" presetClass="entr" presetSubtype="2" fill="hold" nodeType="withEffect">
                                  <p:stCondLst>
                                    <p:cond delay="0"/>
                                  </p:stCondLst>
                                  <p:childTnLst>
                                    <p:set>
                                      <p:cBhvr>
                                        <p:cTn id="220" dur="1" fill="hold">
                                          <p:stCondLst>
                                            <p:cond delay="0"/>
                                          </p:stCondLst>
                                        </p:cTn>
                                        <p:tgtEl>
                                          <p:spTgt spid="55"/>
                                        </p:tgtEl>
                                        <p:attrNameLst>
                                          <p:attrName>style.visibility</p:attrName>
                                        </p:attrNameLst>
                                      </p:cBhvr>
                                      <p:to>
                                        <p:strVal val="visible"/>
                                      </p:to>
                                    </p:set>
                                    <p:anim calcmode="lin" valueType="num">
                                      <p:cBhvr additive="base">
                                        <p:cTn id="221" dur="500" fill="hold"/>
                                        <p:tgtEl>
                                          <p:spTgt spid="55"/>
                                        </p:tgtEl>
                                        <p:attrNameLst>
                                          <p:attrName>ppt_x</p:attrName>
                                        </p:attrNameLst>
                                      </p:cBhvr>
                                      <p:tavLst>
                                        <p:tav tm="0">
                                          <p:val>
                                            <p:strVal val="1+#ppt_w/2"/>
                                          </p:val>
                                        </p:tav>
                                        <p:tav tm="100000">
                                          <p:val>
                                            <p:strVal val="#ppt_x"/>
                                          </p:val>
                                        </p:tav>
                                      </p:tavLst>
                                    </p:anim>
                                    <p:anim calcmode="lin" valueType="num">
                                      <p:cBhvr additive="base">
                                        <p:cTn id="222" dur="500" fill="hold"/>
                                        <p:tgtEl>
                                          <p:spTgt spid="55"/>
                                        </p:tgtEl>
                                        <p:attrNameLst>
                                          <p:attrName>ppt_y</p:attrName>
                                        </p:attrNameLst>
                                      </p:cBhvr>
                                      <p:tavLst>
                                        <p:tav tm="0">
                                          <p:val>
                                            <p:strVal val="#ppt_y"/>
                                          </p:val>
                                        </p:tav>
                                        <p:tav tm="100000">
                                          <p:val>
                                            <p:strVal val="#ppt_y"/>
                                          </p:val>
                                        </p:tav>
                                      </p:tavLst>
                                    </p:anim>
                                  </p:childTnLst>
                                </p:cTn>
                              </p:par>
                              <p:par>
                                <p:cTn id="223" presetID="2" presetClass="entr" presetSubtype="2" fill="hold" grpId="0" nodeType="withEffect">
                                  <p:stCondLst>
                                    <p:cond delay="0"/>
                                  </p:stCondLst>
                                  <p:childTnLst>
                                    <p:set>
                                      <p:cBhvr>
                                        <p:cTn id="224" dur="1" fill="hold">
                                          <p:stCondLst>
                                            <p:cond delay="0"/>
                                          </p:stCondLst>
                                        </p:cTn>
                                        <p:tgtEl>
                                          <p:spTgt spid="56"/>
                                        </p:tgtEl>
                                        <p:attrNameLst>
                                          <p:attrName>style.visibility</p:attrName>
                                        </p:attrNameLst>
                                      </p:cBhvr>
                                      <p:to>
                                        <p:strVal val="visible"/>
                                      </p:to>
                                    </p:set>
                                    <p:anim calcmode="lin" valueType="num">
                                      <p:cBhvr additive="base">
                                        <p:cTn id="225" dur="500" fill="hold"/>
                                        <p:tgtEl>
                                          <p:spTgt spid="56"/>
                                        </p:tgtEl>
                                        <p:attrNameLst>
                                          <p:attrName>ppt_x</p:attrName>
                                        </p:attrNameLst>
                                      </p:cBhvr>
                                      <p:tavLst>
                                        <p:tav tm="0">
                                          <p:val>
                                            <p:strVal val="1+#ppt_w/2"/>
                                          </p:val>
                                        </p:tav>
                                        <p:tav tm="100000">
                                          <p:val>
                                            <p:strVal val="#ppt_x"/>
                                          </p:val>
                                        </p:tav>
                                      </p:tavLst>
                                    </p:anim>
                                    <p:anim calcmode="lin" valueType="num">
                                      <p:cBhvr additive="base">
                                        <p:cTn id="226" dur="500" fill="hold"/>
                                        <p:tgtEl>
                                          <p:spTgt spid="56"/>
                                        </p:tgtEl>
                                        <p:attrNameLst>
                                          <p:attrName>ppt_y</p:attrName>
                                        </p:attrNameLst>
                                      </p:cBhvr>
                                      <p:tavLst>
                                        <p:tav tm="0">
                                          <p:val>
                                            <p:strVal val="#ppt_y"/>
                                          </p:val>
                                        </p:tav>
                                        <p:tav tm="100000">
                                          <p:val>
                                            <p:strVal val="#ppt_y"/>
                                          </p:val>
                                        </p:tav>
                                      </p:tavLst>
                                    </p:anim>
                                  </p:childTnLst>
                                </p:cTn>
                              </p:par>
                              <p:par>
                                <p:cTn id="227" presetID="2" presetClass="entr" presetSubtype="2" fill="hold" grpId="0" nodeType="withEffect">
                                  <p:stCondLst>
                                    <p:cond delay="0"/>
                                  </p:stCondLst>
                                  <p:childTnLst>
                                    <p:set>
                                      <p:cBhvr>
                                        <p:cTn id="228" dur="1" fill="hold">
                                          <p:stCondLst>
                                            <p:cond delay="0"/>
                                          </p:stCondLst>
                                        </p:cTn>
                                        <p:tgtEl>
                                          <p:spTgt spid="58"/>
                                        </p:tgtEl>
                                        <p:attrNameLst>
                                          <p:attrName>style.visibility</p:attrName>
                                        </p:attrNameLst>
                                      </p:cBhvr>
                                      <p:to>
                                        <p:strVal val="visible"/>
                                      </p:to>
                                    </p:set>
                                    <p:anim calcmode="lin" valueType="num">
                                      <p:cBhvr additive="base">
                                        <p:cTn id="229" dur="500" fill="hold"/>
                                        <p:tgtEl>
                                          <p:spTgt spid="58"/>
                                        </p:tgtEl>
                                        <p:attrNameLst>
                                          <p:attrName>ppt_x</p:attrName>
                                        </p:attrNameLst>
                                      </p:cBhvr>
                                      <p:tavLst>
                                        <p:tav tm="0">
                                          <p:val>
                                            <p:strVal val="1+#ppt_w/2"/>
                                          </p:val>
                                        </p:tav>
                                        <p:tav tm="100000">
                                          <p:val>
                                            <p:strVal val="#ppt_x"/>
                                          </p:val>
                                        </p:tav>
                                      </p:tavLst>
                                    </p:anim>
                                    <p:anim calcmode="lin" valueType="num">
                                      <p:cBhvr additive="base">
                                        <p:cTn id="230" dur="500" fill="hold"/>
                                        <p:tgtEl>
                                          <p:spTgt spid="58"/>
                                        </p:tgtEl>
                                        <p:attrNameLst>
                                          <p:attrName>ppt_y</p:attrName>
                                        </p:attrNameLst>
                                      </p:cBhvr>
                                      <p:tavLst>
                                        <p:tav tm="0">
                                          <p:val>
                                            <p:strVal val="#ppt_y"/>
                                          </p:val>
                                        </p:tav>
                                        <p:tav tm="100000">
                                          <p:val>
                                            <p:strVal val="#ppt_y"/>
                                          </p:val>
                                        </p:tav>
                                      </p:tavLst>
                                    </p:anim>
                                  </p:childTnLst>
                                </p:cTn>
                              </p:par>
                              <p:par>
                                <p:cTn id="231" presetID="2" presetClass="entr" presetSubtype="2" fill="hold" grpId="0" nodeType="withEffect">
                                  <p:stCondLst>
                                    <p:cond delay="0"/>
                                  </p:stCondLst>
                                  <p:childTnLst>
                                    <p:set>
                                      <p:cBhvr>
                                        <p:cTn id="232" dur="1" fill="hold">
                                          <p:stCondLst>
                                            <p:cond delay="0"/>
                                          </p:stCondLst>
                                        </p:cTn>
                                        <p:tgtEl>
                                          <p:spTgt spid="59"/>
                                        </p:tgtEl>
                                        <p:attrNameLst>
                                          <p:attrName>style.visibility</p:attrName>
                                        </p:attrNameLst>
                                      </p:cBhvr>
                                      <p:to>
                                        <p:strVal val="visible"/>
                                      </p:to>
                                    </p:set>
                                    <p:anim calcmode="lin" valueType="num">
                                      <p:cBhvr additive="base">
                                        <p:cTn id="233" dur="500" fill="hold"/>
                                        <p:tgtEl>
                                          <p:spTgt spid="59"/>
                                        </p:tgtEl>
                                        <p:attrNameLst>
                                          <p:attrName>ppt_x</p:attrName>
                                        </p:attrNameLst>
                                      </p:cBhvr>
                                      <p:tavLst>
                                        <p:tav tm="0">
                                          <p:val>
                                            <p:strVal val="1+#ppt_w/2"/>
                                          </p:val>
                                        </p:tav>
                                        <p:tav tm="100000">
                                          <p:val>
                                            <p:strVal val="#ppt_x"/>
                                          </p:val>
                                        </p:tav>
                                      </p:tavLst>
                                    </p:anim>
                                    <p:anim calcmode="lin" valueType="num">
                                      <p:cBhvr additive="base">
                                        <p:cTn id="234" dur="500" fill="hold"/>
                                        <p:tgtEl>
                                          <p:spTgt spid="59"/>
                                        </p:tgtEl>
                                        <p:attrNameLst>
                                          <p:attrName>ppt_y</p:attrName>
                                        </p:attrNameLst>
                                      </p:cBhvr>
                                      <p:tavLst>
                                        <p:tav tm="0">
                                          <p:val>
                                            <p:strVal val="#ppt_y"/>
                                          </p:val>
                                        </p:tav>
                                        <p:tav tm="100000">
                                          <p:val>
                                            <p:strVal val="#ppt_y"/>
                                          </p:val>
                                        </p:tav>
                                      </p:tavLst>
                                    </p:anim>
                                  </p:childTnLst>
                                </p:cTn>
                              </p:par>
                              <p:par>
                                <p:cTn id="235" presetID="2" presetClass="entr" presetSubtype="2" fill="hold" grpId="0" nodeType="withEffect">
                                  <p:stCondLst>
                                    <p:cond delay="0"/>
                                  </p:stCondLst>
                                  <p:childTnLst>
                                    <p:set>
                                      <p:cBhvr>
                                        <p:cTn id="236" dur="1" fill="hold">
                                          <p:stCondLst>
                                            <p:cond delay="0"/>
                                          </p:stCondLst>
                                        </p:cTn>
                                        <p:tgtEl>
                                          <p:spTgt spid="69"/>
                                        </p:tgtEl>
                                        <p:attrNameLst>
                                          <p:attrName>style.visibility</p:attrName>
                                        </p:attrNameLst>
                                      </p:cBhvr>
                                      <p:to>
                                        <p:strVal val="visible"/>
                                      </p:to>
                                    </p:set>
                                    <p:anim calcmode="lin" valueType="num">
                                      <p:cBhvr additive="base">
                                        <p:cTn id="237" dur="500" fill="hold"/>
                                        <p:tgtEl>
                                          <p:spTgt spid="69"/>
                                        </p:tgtEl>
                                        <p:attrNameLst>
                                          <p:attrName>ppt_x</p:attrName>
                                        </p:attrNameLst>
                                      </p:cBhvr>
                                      <p:tavLst>
                                        <p:tav tm="0">
                                          <p:val>
                                            <p:strVal val="1+#ppt_w/2"/>
                                          </p:val>
                                        </p:tav>
                                        <p:tav tm="100000">
                                          <p:val>
                                            <p:strVal val="#ppt_x"/>
                                          </p:val>
                                        </p:tav>
                                      </p:tavLst>
                                    </p:anim>
                                    <p:anim calcmode="lin" valueType="num">
                                      <p:cBhvr additive="base">
                                        <p:cTn id="238" dur="500" fill="hold"/>
                                        <p:tgtEl>
                                          <p:spTgt spid="69"/>
                                        </p:tgtEl>
                                        <p:attrNameLst>
                                          <p:attrName>ppt_y</p:attrName>
                                        </p:attrNameLst>
                                      </p:cBhvr>
                                      <p:tavLst>
                                        <p:tav tm="0">
                                          <p:val>
                                            <p:strVal val="#ppt_y"/>
                                          </p:val>
                                        </p:tav>
                                        <p:tav tm="100000">
                                          <p:val>
                                            <p:strVal val="#ppt_y"/>
                                          </p:val>
                                        </p:tav>
                                      </p:tavLst>
                                    </p:anim>
                                  </p:childTnLst>
                                </p:cTn>
                              </p:par>
                              <p:par>
                                <p:cTn id="239" presetID="2" presetClass="entr" presetSubtype="2" fill="hold" grpId="0" nodeType="withEffect">
                                  <p:stCondLst>
                                    <p:cond delay="0"/>
                                  </p:stCondLst>
                                  <p:childTnLst>
                                    <p:set>
                                      <p:cBhvr>
                                        <p:cTn id="240" dur="1" fill="hold">
                                          <p:stCondLst>
                                            <p:cond delay="0"/>
                                          </p:stCondLst>
                                        </p:cTn>
                                        <p:tgtEl>
                                          <p:spTgt spid="70"/>
                                        </p:tgtEl>
                                        <p:attrNameLst>
                                          <p:attrName>style.visibility</p:attrName>
                                        </p:attrNameLst>
                                      </p:cBhvr>
                                      <p:to>
                                        <p:strVal val="visible"/>
                                      </p:to>
                                    </p:set>
                                    <p:anim calcmode="lin" valueType="num">
                                      <p:cBhvr additive="base">
                                        <p:cTn id="241" dur="500" fill="hold"/>
                                        <p:tgtEl>
                                          <p:spTgt spid="70"/>
                                        </p:tgtEl>
                                        <p:attrNameLst>
                                          <p:attrName>ppt_x</p:attrName>
                                        </p:attrNameLst>
                                      </p:cBhvr>
                                      <p:tavLst>
                                        <p:tav tm="0">
                                          <p:val>
                                            <p:strVal val="1+#ppt_w/2"/>
                                          </p:val>
                                        </p:tav>
                                        <p:tav tm="100000">
                                          <p:val>
                                            <p:strVal val="#ppt_x"/>
                                          </p:val>
                                        </p:tav>
                                      </p:tavLst>
                                    </p:anim>
                                    <p:anim calcmode="lin" valueType="num">
                                      <p:cBhvr additive="base">
                                        <p:cTn id="242" dur="500" fill="hold"/>
                                        <p:tgtEl>
                                          <p:spTgt spid="70"/>
                                        </p:tgtEl>
                                        <p:attrNameLst>
                                          <p:attrName>ppt_y</p:attrName>
                                        </p:attrNameLst>
                                      </p:cBhvr>
                                      <p:tavLst>
                                        <p:tav tm="0">
                                          <p:val>
                                            <p:strVal val="#ppt_y"/>
                                          </p:val>
                                        </p:tav>
                                        <p:tav tm="100000">
                                          <p:val>
                                            <p:strVal val="#ppt_y"/>
                                          </p:val>
                                        </p:tav>
                                      </p:tavLst>
                                    </p:anim>
                                  </p:childTnLst>
                                </p:cTn>
                              </p:par>
                              <p:par>
                                <p:cTn id="243" presetID="2" presetClass="entr" presetSubtype="2" fill="hold" grpId="0" nodeType="withEffect">
                                  <p:stCondLst>
                                    <p:cond delay="0"/>
                                  </p:stCondLst>
                                  <p:childTnLst>
                                    <p:set>
                                      <p:cBhvr>
                                        <p:cTn id="244" dur="1" fill="hold">
                                          <p:stCondLst>
                                            <p:cond delay="0"/>
                                          </p:stCondLst>
                                        </p:cTn>
                                        <p:tgtEl>
                                          <p:spTgt spid="71"/>
                                        </p:tgtEl>
                                        <p:attrNameLst>
                                          <p:attrName>style.visibility</p:attrName>
                                        </p:attrNameLst>
                                      </p:cBhvr>
                                      <p:to>
                                        <p:strVal val="visible"/>
                                      </p:to>
                                    </p:set>
                                    <p:anim calcmode="lin" valueType="num">
                                      <p:cBhvr additive="base">
                                        <p:cTn id="245" dur="500" fill="hold"/>
                                        <p:tgtEl>
                                          <p:spTgt spid="71"/>
                                        </p:tgtEl>
                                        <p:attrNameLst>
                                          <p:attrName>ppt_x</p:attrName>
                                        </p:attrNameLst>
                                      </p:cBhvr>
                                      <p:tavLst>
                                        <p:tav tm="0">
                                          <p:val>
                                            <p:strVal val="1+#ppt_w/2"/>
                                          </p:val>
                                        </p:tav>
                                        <p:tav tm="100000">
                                          <p:val>
                                            <p:strVal val="#ppt_x"/>
                                          </p:val>
                                        </p:tav>
                                      </p:tavLst>
                                    </p:anim>
                                    <p:anim calcmode="lin" valueType="num">
                                      <p:cBhvr additive="base">
                                        <p:cTn id="246" dur="500" fill="hold"/>
                                        <p:tgtEl>
                                          <p:spTgt spid="7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P spid="6" grpId="0" animBg="1"/>
      <p:bldP spid="7" grpId="0" animBg="1"/>
      <p:bldP spid="8" grpId="0" animBg="1"/>
      <p:bldP spid="9" grpId="0" animBg="1"/>
      <p:bldP spid="11" grpId="0" animBg="1"/>
      <p:bldP spid="12" grpId="0" animBg="1"/>
      <p:bldP spid="14" grpId="0" animBg="1"/>
      <p:bldP spid="15" grpId="0" animBg="1"/>
      <p:bldP spid="16" grpId="0" animBg="1"/>
      <p:bldP spid="17" grpId="0" animBg="1"/>
      <p:bldP spid="18" grpId="0" animBg="1"/>
      <p:bldP spid="20" grpId="0" animBg="1"/>
      <p:bldP spid="21" grpId="0" animBg="1"/>
      <p:bldP spid="23" grpId="0" animBg="1"/>
      <p:bldP spid="24" grpId="0" animBg="1"/>
      <p:bldP spid="25" grpId="0" animBg="1"/>
      <p:bldP spid="26" grpId="0" animBg="1"/>
      <p:bldP spid="27" grpId="0" animBg="1"/>
      <p:bldP spid="29" grpId="0" animBg="1"/>
      <p:bldP spid="30" grpId="0" animBg="1"/>
      <p:bldP spid="32" grpId="0" animBg="1"/>
      <p:bldP spid="33" grpId="0" animBg="1"/>
      <p:bldP spid="35" grpId="0" animBg="1"/>
      <p:bldP spid="36" grpId="0" animBg="1"/>
      <p:bldP spid="38" grpId="0" animBg="1"/>
      <p:bldP spid="39" grpId="0" animBg="1"/>
      <p:bldP spid="40" grpId="0" animBg="1"/>
      <p:bldP spid="41" grpId="0" animBg="1"/>
      <p:bldP spid="42" grpId="0" animBg="1"/>
      <p:bldP spid="44" grpId="0" animBg="1"/>
      <p:bldP spid="45" grpId="0" animBg="1"/>
      <p:bldP spid="47" grpId="0" animBg="1"/>
      <p:bldP spid="48" grpId="0" animBg="1"/>
      <p:bldP spid="49" grpId="0" animBg="1"/>
      <p:bldP spid="50" grpId="0" animBg="1"/>
      <p:bldP spid="51" grpId="0" animBg="1"/>
      <p:bldP spid="53" grpId="0" animBg="1"/>
      <p:bldP spid="54" grpId="0" animBg="1"/>
      <p:bldP spid="56" grpId="0" animBg="1"/>
      <p:bldP spid="58" grpId="0" animBg="1"/>
      <p:bldP spid="59" grpId="0" animBg="1"/>
      <p:bldP spid="67" grpId="0"/>
      <p:bldP spid="68" grpId="0"/>
      <p:bldP spid="69" grpId="0"/>
      <p:bldP spid="70" grpId="0"/>
      <p:bldP spid="71" grpId="0"/>
      <p:bldP spid="7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0">
          <a:extLst>
            <a:ext uri="{FF2B5EF4-FFF2-40B4-BE49-F238E27FC236}">
              <a16:creationId xmlns:a16="http://schemas.microsoft.com/office/drawing/2014/main" id="{619C7883-D3D3-13F0-503E-E8C96321C72B}"/>
            </a:ext>
          </a:extLst>
        </p:cNvPr>
        <p:cNvGrpSpPr/>
        <p:nvPr/>
      </p:nvGrpSpPr>
      <p:grpSpPr>
        <a:xfrm>
          <a:off x="0" y="0"/>
          <a:ext cx="0" cy="0"/>
          <a:chOff x="0" y="0"/>
          <a:chExt cx="0" cy="0"/>
        </a:xfrm>
      </p:grpSpPr>
      <p:sp>
        <p:nvSpPr>
          <p:cNvPr id="105" name="Google Shape;105;p27">
            <a:extLst>
              <a:ext uri="{FF2B5EF4-FFF2-40B4-BE49-F238E27FC236}">
                <a16:creationId xmlns:a16="http://schemas.microsoft.com/office/drawing/2014/main" id="{ECB05D6D-7B1F-E3B3-FE75-B9DB4C81A3A4}"/>
              </a:ext>
            </a:extLst>
          </p:cNvPr>
          <p:cNvSpPr/>
          <p:nvPr/>
        </p:nvSpPr>
        <p:spPr>
          <a:xfrm rot="5400000">
            <a:off x="1652259" y="-1666129"/>
            <a:ext cx="5220048" cy="8524571"/>
          </a:xfrm>
          <a:prstGeom prst="triangle">
            <a:avLst>
              <a:gd name="adj" fmla="val 50411"/>
            </a:avLst>
          </a:prstGeom>
          <a:solidFill>
            <a:schemeClr val="accent1">
              <a:lumMod val="75000"/>
            </a:schemeClr>
          </a:solidFill>
          <a:ln/>
        </p:spPr>
        <p:style>
          <a:lnRef idx="2">
            <a:schemeClr val="accent1"/>
          </a:lnRef>
          <a:fillRef idx="1">
            <a:schemeClr val="lt1"/>
          </a:fillRef>
          <a:effectRef idx="0">
            <a:schemeClr val="accent1"/>
          </a:effectRef>
          <a:fontRef idx="minor">
            <a:schemeClr val="dk1"/>
          </a:fontRef>
        </p:style>
        <p:txBody>
          <a:bodyPr spcFirstLastPara="1" wrap="square" lIns="121900" tIns="121900" rIns="121900" bIns="121900" anchor="ctr" anchorCtr="0">
            <a:noAutofit/>
          </a:bodyPr>
          <a:lstStyle/>
          <a:p>
            <a:endParaRPr sz="2400"/>
          </a:p>
        </p:txBody>
      </p:sp>
      <p:sp>
        <p:nvSpPr>
          <p:cNvPr id="2" name="Google Shape;105;p27">
            <a:extLst>
              <a:ext uri="{FF2B5EF4-FFF2-40B4-BE49-F238E27FC236}">
                <a16:creationId xmlns:a16="http://schemas.microsoft.com/office/drawing/2014/main" id="{E929162A-563F-F5E5-29E9-73291E2235F3}"/>
              </a:ext>
            </a:extLst>
          </p:cNvPr>
          <p:cNvSpPr/>
          <p:nvPr/>
        </p:nvSpPr>
        <p:spPr>
          <a:xfrm rot="16200000">
            <a:off x="5137500" y="-144290"/>
            <a:ext cx="5692586" cy="8416413"/>
          </a:xfrm>
          <a:prstGeom prst="triangle">
            <a:avLst>
              <a:gd name="adj" fmla="val 50411"/>
            </a:avLst>
          </a:prstGeom>
          <a:solidFill>
            <a:schemeClr val="accent1">
              <a:lumMod val="75000"/>
            </a:schemeClr>
          </a:solidFill>
          <a:ln>
            <a:solidFill>
              <a:schemeClr val="accent1"/>
            </a:solidFill>
          </a:ln>
        </p:spPr>
        <p:txBody>
          <a:bodyPr spcFirstLastPara="1" wrap="square" lIns="121900" tIns="121900" rIns="121900" bIns="121900" anchor="ctr" anchorCtr="0">
            <a:noAutofit/>
          </a:bodyPr>
          <a:lstStyle/>
          <a:p>
            <a:endParaRPr sz="2400"/>
          </a:p>
        </p:txBody>
      </p:sp>
      <p:sp>
        <p:nvSpPr>
          <p:cNvPr id="4" name="Text 7">
            <a:extLst>
              <a:ext uri="{FF2B5EF4-FFF2-40B4-BE49-F238E27FC236}">
                <a16:creationId xmlns:a16="http://schemas.microsoft.com/office/drawing/2014/main" id="{1872FA14-1184-4B38-BA2C-7D8B1612E6CF}"/>
              </a:ext>
            </a:extLst>
          </p:cNvPr>
          <p:cNvSpPr/>
          <p:nvPr/>
        </p:nvSpPr>
        <p:spPr>
          <a:xfrm>
            <a:off x="4992329" y="2924015"/>
            <a:ext cx="2514600" cy="615598"/>
          </a:xfrm>
          <a:prstGeom prst="rect">
            <a:avLst/>
          </a:prstGeom>
          <a:noFill/>
          <a:ln/>
        </p:spPr>
        <p:txBody>
          <a:bodyPr wrap="square" lIns="0" tIns="0" rIns="0" bIns="0" rtlCol="0" anchor="ctr"/>
          <a:lstStyle/>
          <a:p>
            <a:pPr marL="0" indent="0">
              <a:buNone/>
            </a:pPr>
            <a:r>
              <a:rPr lang="en-US" sz="4000" b="1" kern="0" spc="400" dirty="0">
                <a:solidFill>
                  <a:srgbClr val="06B6D4"/>
                </a:solidFill>
                <a:latin typeface="Calibri" pitchFamily="34" charset="0"/>
                <a:ea typeface="Calibri" pitchFamily="34" charset="-122"/>
                <a:cs typeface="Calibri" pitchFamily="34" charset="-120"/>
              </a:rPr>
              <a:t>PARTIE 1</a:t>
            </a:r>
            <a:endParaRPr lang="en-US" sz="4000" dirty="0"/>
          </a:p>
        </p:txBody>
      </p:sp>
      <p:sp>
        <p:nvSpPr>
          <p:cNvPr id="5" name="Text 8">
            <a:extLst>
              <a:ext uri="{FF2B5EF4-FFF2-40B4-BE49-F238E27FC236}">
                <a16:creationId xmlns:a16="http://schemas.microsoft.com/office/drawing/2014/main" id="{50E587CB-C694-CC0D-C692-A8FD21D43FDB}"/>
              </a:ext>
            </a:extLst>
          </p:cNvPr>
          <p:cNvSpPr/>
          <p:nvPr/>
        </p:nvSpPr>
        <p:spPr>
          <a:xfrm>
            <a:off x="4992328" y="3539613"/>
            <a:ext cx="4549877" cy="1017638"/>
          </a:xfrm>
          <a:prstGeom prst="rect">
            <a:avLst/>
          </a:prstGeom>
          <a:noFill/>
          <a:ln/>
        </p:spPr>
        <p:txBody>
          <a:bodyPr wrap="square" lIns="0" tIns="0" rIns="0" bIns="0" rtlCol="0" anchor="ctr"/>
          <a:lstStyle/>
          <a:p>
            <a:r>
              <a:rPr lang="en-US" sz="4000" b="1" dirty="0" err="1">
                <a:solidFill>
                  <a:schemeClr val="bg1"/>
                </a:solidFill>
              </a:rPr>
              <a:t>Cœur</a:t>
            </a:r>
            <a:r>
              <a:rPr lang="en-US" sz="4000" b="1" dirty="0">
                <a:solidFill>
                  <a:schemeClr val="bg1"/>
                </a:solidFill>
              </a:rPr>
              <a:t> technique</a:t>
            </a:r>
            <a:endParaRPr lang="fr-FR" sz="4000" dirty="0">
              <a:solidFill>
                <a:schemeClr val="bg1"/>
              </a:solidFill>
              <a:effectLst/>
            </a:endParaRPr>
          </a:p>
        </p:txBody>
      </p:sp>
      <p:sp>
        <p:nvSpPr>
          <p:cNvPr id="8" name="Shape 22">
            <a:extLst>
              <a:ext uri="{FF2B5EF4-FFF2-40B4-BE49-F238E27FC236}">
                <a16:creationId xmlns:a16="http://schemas.microsoft.com/office/drawing/2014/main" id="{120CC8D5-CB75-9912-D327-4F1FFD57E266}"/>
              </a:ext>
            </a:extLst>
          </p:cNvPr>
          <p:cNvSpPr/>
          <p:nvPr/>
        </p:nvSpPr>
        <p:spPr>
          <a:xfrm>
            <a:off x="3406877" y="2924015"/>
            <a:ext cx="1317619" cy="1382514"/>
          </a:xfrm>
          <a:prstGeom prst="ellipse">
            <a:avLst/>
          </a:prstGeom>
          <a:solidFill>
            <a:srgbClr val="1E3A8A"/>
          </a:solidFill>
          <a:ln w="12700">
            <a:solidFill>
              <a:srgbClr val="1E3A8A"/>
            </a:solidFill>
            <a:prstDash val="solid"/>
          </a:ln>
        </p:spPr>
        <p:txBody>
          <a:bodyPr/>
          <a:lstStyle/>
          <a:p>
            <a:endParaRPr lang="fr-FR"/>
          </a:p>
        </p:txBody>
      </p:sp>
      <p:pic>
        <p:nvPicPr>
          <p:cNvPr id="9" name="Image 2" descr="preencoded.png">
            <a:extLst>
              <a:ext uri="{FF2B5EF4-FFF2-40B4-BE49-F238E27FC236}">
                <a16:creationId xmlns:a16="http://schemas.microsoft.com/office/drawing/2014/main" id="{3619DFD2-6167-BACA-CC85-E6E93044C1E0}"/>
              </a:ext>
            </a:extLst>
          </p:cNvPr>
          <p:cNvPicPr>
            <a:picLocks noChangeAspect="1"/>
          </p:cNvPicPr>
          <p:nvPr/>
        </p:nvPicPr>
        <p:blipFill>
          <a:blip r:embed="rId3"/>
          <a:stretch>
            <a:fillRect/>
          </a:stretch>
        </p:blipFill>
        <p:spPr>
          <a:xfrm>
            <a:off x="3586044" y="3033743"/>
            <a:ext cx="1028724" cy="1028724"/>
          </a:xfrm>
          <a:prstGeom prst="rect">
            <a:avLst/>
          </a:prstGeom>
        </p:spPr>
      </p:pic>
    </p:spTree>
    <p:extLst>
      <p:ext uri="{BB962C8B-B14F-4D97-AF65-F5344CB8AC3E}">
        <p14:creationId xmlns:p14="http://schemas.microsoft.com/office/powerpoint/2010/main" val="9243221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1+#ppt_w/2"/>
                                          </p:val>
                                        </p:tav>
                                        <p:tav tm="100000">
                                          <p:val>
                                            <p:strVal val="#ppt_x"/>
                                          </p:val>
                                        </p:tav>
                                      </p:tavLst>
                                    </p:anim>
                                    <p:anim calcmode="lin" valueType="num">
                                      <p:cBhvr additive="base">
                                        <p:cTn id="12" dur="500" fill="hold"/>
                                        <p:tgtEl>
                                          <p:spTgt spid="5"/>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1+#ppt_w/2"/>
                                          </p:val>
                                        </p:tav>
                                        <p:tav tm="100000">
                                          <p:val>
                                            <p:strVal val="#ppt_x"/>
                                          </p:val>
                                        </p:tav>
                                      </p:tavLst>
                                    </p:anim>
                                    <p:anim calcmode="lin" valueType="num">
                                      <p:cBhvr additive="base">
                                        <p:cTn id="16" dur="500" fill="hold"/>
                                        <p:tgtEl>
                                          <p:spTgt spid="8"/>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1+#ppt_w/2"/>
                                          </p:val>
                                        </p:tav>
                                        <p:tav tm="100000">
                                          <p:val>
                                            <p:strVal val="#ppt_x"/>
                                          </p:val>
                                        </p:tav>
                                      </p:tavLst>
                                    </p:anim>
                                    <p:anim calcmode="lin" valueType="num">
                                      <p:cBhvr additive="base">
                                        <p:cTn id="20"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44" name="Google Shape;105;p27">
            <a:extLst>
              <a:ext uri="{FF2B5EF4-FFF2-40B4-BE49-F238E27FC236}">
                <a16:creationId xmlns:a16="http://schemas.microsoft.com/office/drawing/2014/main" id="{D51BC811-5941-3D63-CAEB-9B314FF82122}"/>
              </a:ext>
            </a:extLst>
          </p:cNvPr>
          <p:cNvSpPr/>
          <p:nvPr/>
        </p:nvSpPr>
        <p:spPr>
          <a:xfrm rot="5400000">
            <a:off x="-660076" y="646210"/>
            <a:ext cx="2201895" cy="881743"/>
          </a:xfrm>
          <a:prstGeom prst="triangle">
            <a:avLst>
              <a:gd name="adj" fmla="val 50411"/>
            </a:avLst>
          </a:prstGeom>
          <a:solidFill>
            <a:schemeClr val="accent1">
              <a:lumMod val="75000"/>
            </a:schemeClr>
          </a:solidFill>
          <a:ln/>
        </p:spPr>
        <p:style>
          <a:lnRef idx="2">
            <a:schemeClr val="accent1"/>
          </a:lnRef>
          <a:fillRef idx="1">
            <a:schemeClr val="lt1"/>
          </a:fillRef>
          <a:effectRef idx="0">
            <a:schemeClr val="accent1"/>
          </a:effectRef>
          <a:fontRef idx="minor">
            <a:schemeClr val="dk1"/>
          </a:fontRef>
        </p:style>
        <p:txBody>
          <a:bodyPr spcFirstLastPara="1" wrap="square" lIns="121900" tIns="121900" rIns="121900" bIns="121900" anchor="ctr" anchorCtr="0">
            <a:noAutofit/>
          </a:bodyPr>
          <a:lstStyle/>
          <a:p>
            <a:endParaRPr sz="2400"/>
          </a:p>
        </p:txBody>
      </p:sp>
      <p:sp>
        <p:nvSpPr>
          <p:cNvPr id="45" name="Google Shape;105;p27">
            <a:extLst>
              <a:ext uri="{FF2B5EF4-FFF2-40B4-BE49-F238E27FC236}">
                <a16:creationId xmlns:a16="http://schemas.microsoft.com/office/drawing/2014/main" id="{C9195B38-900D-A89E-29E4-FAEAE8513E9E}"/>
              </a:ext>
            </a:extLst>
          </p:cNvPr>
          <p:cNvSpPr/>
          <p:nvPr/>
        </p:nvSpPr>
        <p:spPr>
          <a:xfrm rot="16200000">
            <a:off x="10650181" y="5330638"/>
            <a:ext cx="2201895" cy="881743"/>
          </a:xfrm>
          <a:prstGeom prst="triangle">
            <a:avLst>
              <a:gd name="adj" fmla="val 50411"/>
            </a:avLst>
          </a:prstGeom>
          <a:solidFill>
            <a:schemeClr val="accent1">
              <a:lumMod val="75000"/>
            </a:schemeClr>
          </a:solidFill>
          <a:ln>
            <a:solidFill>
              <a:schemeClr val="accent1"/>
            </a:solidFill>
          </a:ln>
        </p:spPr>
        <p:txBody>
          <a:bodyPr spcFirstLastPara="1" wrap="square" lIns="121900" tIns="121900" rIns="121900" bIns="121900" anchor="ctr" anchorCtr="0">
            <a:noAutofit/>
          </a:bodyPr>
          <a:lstStyle/>
          <a:p>
            <a:endParaRPr sz="2400"/>
          </a:p>
        </p:txBody>
      </p:sp>
      <p:sp>
        <p:nvSpPr>
          <p:cNvPr id="2" name="Shape 0"/>
          <p:cNvSpPr/>
          <p:nvPr/>
        </p:nvSpPr>
        <p:spPr>
          <a:xfrm>
            <a:off x="548640" y="502920"/>
            <a:ext cx="164592" cy="164592"/>
          </a:xfrm>
          <a:prstGeom prst="rect">
            <a:avLst/>
          </a:prstGeom>
          <a:solidFill>
            <a:srgbClr val="06B6D4"/>
          </a:solidFill>
          <a:ln w="12700">
            <a:solidFill>
              <a:srgbClr val="06B6D4"/>
            </a:solidFill>
            <a:prstDash val="solid"/>
          </a:ln>
        </p:spPr>
        <p:txBody>
          <a:bodyPr/>
          <a:lstStyle/>
          <a:p>
            <a:endParaRPr lang="fr-FR"/>
          </a:p>
        </p:txBody>
      </p:sp>
      <p:sp>
        <p:nvSpPr>
          <p:cNvPr id="3" name="Text 1"/>
          <p:cNvSpPr/>
          <p:nvPr/>
        </p:nvSpPr>
        <p:spPr>
          <a:xfrm>
            <a:off x="777240" y="411480"/>
            <a:ext cx="2011680" cy="320040"/>
          </a:xfrm>
          <a:prstGeom prst="rect">
            <a:avLst/>
          </a:prstGeom>
          <a:noFill/>
          <a:ln/>
        </p:spPr>
        <p:txBody>
          <a:bodyPr wrap="square" rtlCol="0" anchor="ctr"/>
          <a:lstStyle/>
          <a:p>
            <a:pPr marL="0" indent="0">
              <a:buNone/>
            </a:pPr>
            <a:r>
              <a:rPr lang="en-US" sz="1100" b="1" kern="0" spc="200" dirty="0">
                <a:solidFill>
                  <a:srgbClr val="0F172A"/>
                </a:solidFill>
                <a:latin typeface="Calibri" pitchFamily="34" charset="0"/>
                <a:ea typeface="Calibri" pitchFamily="34" charset="-122"/>
                <a:cs typeface="Calibri" pitchFamily="34" charset="-120"/>
              </a:rPr>
              <a:t>Syndic IA</a:t>
            </a:r>
            <a:endParaRPr lang="en-US" sz="1100" dirty="0"/>
          </a:p>
        </p:txBody>
      </p:sp>
      <p:sp>
        <p:nvSpPr>
          <p:cNvPr id="4" name="Text 2"/>
          <p:cNvSpPr/>
          <p:nvPr/>
        </p:nvSpPr>
        <p:spPr>
          <a:xfrm>
            <a:off x="548640" y="914400"/>
            <a:ext cx="5486400" cy="320040"/>
          </a:xfrm>
          <a:prstGeom prst="rect">
            <a:avLst/>
          </a:prstGeom>
          <a:noFill/>
          <a:ln/>
        </p:spPr>
        <p:txBody>
          <a:bodyPr wrap="square" rtlCol="0" anchor="ctr"/>
          <a:lstStyle/>
          <a:p>
            <a:pPr marL="0" indent="0">
              <a:buNone/>
            </a:pPr>
            <a:r>
              <a:rPr lang="en-US" sz="1200" b="1" kern="0" spc="400" dirty="0">
                <a:solidFill>
                  <a:srgbClr val="06B6D4"/>
                </a:solidFill>
                <a:latin typeface="Calibri" pitchFamily="34" charset="0"/>
                <a:ea typeface="Calibri" pitchFamily="34" charset="-122"/>
                <a:cs typeface="Calibri" pitchFamily="34" charset="-120"/>
              </a:rPr>
              <a:t>07 · BACKEND</a:t>
            </a:r>
            <a:endParaRPr lang="en-US" sz="1200" dirty="0"/>
          </a:p>
        </p:txBody>
      </p:sp>
      <p:sp>
        <p:nvSpPr>
          <p:cNvPr id="5" name="Text 3"/>
          <p:cNvSpPr/>
          <p:nvPr/>
        </p:nvSpPr>
        <p:spPr>
          <a:xfrm>
            <a:off x="548640" y="1234440"/>
            <a:ext cx="10972800" cy="822960"/>
          </a:xfrm>
          <a:prstGeom prst="rect">
            <a:avLst/>
          </a:prstGeom>
          <a:noFill/>
          <a:ln/>
        </p:spPr>
        <p:txBody>
          <a:bodyPr wrap="square" lIns="0" tIns="0" rIns="0" bIns="0" rtlCol="0" anchor="ctr"/>
          <a:lstStyle/>
          <a:p>
            <a:pPr marL="0" indent="0">
              <a:buNone/>
            </a:pPr>
            <a:r>
              <a:rPr lang="en-US" sz="3600" b="1" dirty="0">
                <a:solidFill>
                  <a:srgbClr val="0F172A"/>
                </a:solidFill>
                <a:latin typeface="Georgia" pitchFamily="34" charset="0"/>
                <a:ea typeface="Georgia" pitchFamily="34" charset="-122"/>
                <a:cs typeface="Georgia" pitchFamily="34" charset="-120"/>
              </a:rPr>
              <a:t>Le rôle central de main.py</a:t>
            </a:r>
            <a:endParaRPr lang="en-US" sz="3600" dirty="0"/>
          </a:p>
        </p:txBody>
      </p:sp>
      <p:sp>
        <p:nvSpPr>
          <p:cNvPr id="6" name="Shape 4"/>
          <p:cNvSpPr/>
          <p:nvPr/>
        </p:nvSpPr>
        <p:spPr>
          <a:xfrm>
            <a:off x="548640" y="2286000"/>
            <a:ext cx="5120640" cy="4114800"/>
          </a:xfrm>
          <a:prstGeom prst="rect">
            <a:avLst/>
          </a:prstGeom>
          <a:solidFill>
            <a:srgbClr val="0F172A"/>
          </a:solidFill>
          <a:ln w="12700">
            <a:solidFill>
              <a:srgbClr val="0F172A"/>
            </a:solidFill>
            <a:prstDash val="solid"/>
          </a:ln>
        </p:spPr>
        <p:txBody>
          <a:bodyPr/>
          <a:lstStyle/>
          <a:p>
            <a:endParaRPr lang="fr-FR"/>
          </a:p>
        </p:txBody>
      </p:sp>
      <p:sp>
        <p:nvSpPr>
          <p:cNvPr id="7" name="Shape 5"/>
          <p:cNvSpPr/>
          <p:nvPr/>
        </p:nvSpPr>
        <p:spPr>
          <a:xfrm>
            <a:off x="777240" y="2468880"/>
            <a:ext cx="164592" cy="164592"/>
          </a:xfrm>
          <a:prstGeom prst="ellipse">
            <a:avLst/>
          </a:prstGeom>
          <a:solidFill>
            <a:srgbClr val="EF4444"/>
          </a:solidFill>
          <a:ln w="12700">
            <a:solidFill>
              <a:srgbClr val="EF4444"/>
            </a:solidFill>
            <a:prstDash val="solid"/>
          </a:ln>
        </p:spPr>
        <p:txBody>
          <a:bodyPr/>
          <a:lstStyle/>
          <a:p>
            <a:endParaRPr lang="fr-FR"/>
          </a:p>
        </p:txBody>
      </p:sp>
      <p:sp>
        <p:nvSpPr>
          <p:cNvPr id="8" name="Shape 6"/>
          <p:cNvSpPr/>
          <p:nvPr/>
        </p:nvSpPr>
        <p:spPr>
          <a:xfrm>
            <a:off x="1005840" y="2468880"/>
            <a:ext cx="164592" cy="164592"/>
          </a:xfrm>
          <a:prstGeom prst="ellipse">
            <a:avLst/>
          </a:prstGeom>
          <a:solidFill>
            <a:srgbClr val="F59E0B"/>
          </a:solidFill>
          <a:ln w="12700">
            <a:solidFill>
              <a:srgbClr val="F59E0B"/>
            </a:solidFill>
            <a:prstDash val="solid"/>
          </a:ln>
        </p:spPr>
        <p:txBody>
          <a:bodyPr/>
          <a:lstStyle/>
          <a:p>
            <a:endParaRPr lang="fr-FR"/>
          </a:p>
        </p:txBody>
      </p:sp>
      <p:sp>
        <p:nvSpPr>
          <p:cNvPr id="9" name="Shape 7"/>
          <p:cNvSpPr/>
          <p:nvPr/>
        </p:nvSpPr>
        <p:spPr>
          <a:xfrm>
            <a:off x="1234440" y="2468880"/>
            <a:ext cx="164592" cy="164592"/>
          </a:xfrm>
          <a:prstGeom prst="ellipse">
            <a:avLst/>
          </a:prstGeom>
          <a:solidFill>
            <a:srgbClr val="22C55E"/>
          </a:solidFill>
          <a:ln w="12700">
            <a:solidFill>
              <a:srgbClr val="22C55E"/>
            </a:solidFill>
            <a:prstDash val="solid"/>
          </a:ln>
        </p:spPr>
        <p:txBody>
          <a:bodyPr/>
          <a:lstStyle/>
          <a:p>
            <a:endParaRPr lang="fr-FR"/>
          </a:p>
        </p:txBody>
      </p:sp>
      <p:sp>
        <p:nvSpPr>
          <p:cNvPr id="10" name="Text 8"/>
          <p:cNvSpPr/>
          <p:nvPr/>
        </p:nvSpPr>
        <p:spPr>
          <a:xfrm>
            <a:off x="1463040" y="2423160"/>
            <a:ext cx="3657600" cy="274320"/>
          </a:xfrm>
          <a:prstGeom prst="rect">
            <a:avLst/>
          </a:prstGeom>
          <a:noFill/>
          <a:ln/>
        </p:spPr>
        <p:txBody>
          <a:bodyPr wrap="square" lIns="0" tIns="0" rIns="0" bIns="0" rtlCol="0" anchor="ctr"/>
          <a:lstStyle/>
          <a:p>
            <a:pPr marL="0" indent="0">
              <a:buNone/>
            </a:pPr>
            <a:r>
              <a:rPr lang="en-US" sz="1100" dirty="0">
                <a:solidFill>
                  <a:srgbClr val="94A3B8"/>
                </a:solidFill>
                <a:latin typeface="Consolas" pitchFamily="34" charset="0"/>
                <a:ea typeface="Consolas" pitchFamily="34" charset="-122"/>
                <a:cs typeface="Consolas" pitchFamily="34" charset="-120"/>
              </a:rPr>
              <a:t>main.py</a:t>
            </a:r>
            <a:endParaRPr lang="en-US" sz="1100" dirty="0"/>
          </a:p>
        </p:txBody>
      </p:sp>
      <p:sp>
        <p:nvSpPr>
          <p:cNvPr id="11" name="Shape 9"/>
          <p:cNvSpPr/>
          <p:nvPr/>
        </p:nvSpPr>
        <p:spPr>
          <a:xfrm>
            <a:off x="640080" y="2788920"/>
            <a:ext cx="4937760" cy="0"/>
          </a:xfrm>
          <a:prstGeom prst="line">
            <a:avLst/>
          </a:prstGeom>
          <a:noFill/>
          <a:ln w="12700">
            <a:solidFill>
              <a:srgbClr val="1E293B"/>
            </a:solidFill>
            <a:prstDash val="solid"/>
          </a:ln>
        </p:spPr>
        <p:txBody>
          <a:bodyPr/>
          <a:lstStyle/>
          <a:p>
            <a:endParaRPr lang="fr-FR"/>
          </a:p>
        </p:txBody>
      </p:sp>
      <p:sp>
        <p:nvSpPr>
          <p:cNvPr id="12" name="Text 10"/>
          <p:cNvSpPr/>
          <p:nvPr/>
        </p:nvSpPr>
        <p:spPr>
          <a:xfrm>
            <a:off x="777240" y="2926080"/>
            <a:ext cx="4754880" cy="3291840"/>
          </a:xfrm>
          <a:prstGeom prst="rect">
            <a:avLst/>
          </a:prstGeom>
          <a:noFill/>
          <a:ln/>
        </p:spPr>
        <p:txBody>
          <a:bodyPr wrap="square" lIns="0" tIns="0" rIns="0" bIns="0" rtlCol="0" anchor="ctr"/>
          <a:lstStyle/>
          <a:p>
            <a:pPr marL="0" indent="0">
              <a:buNone/>
            </a:pPr>
            <a:r>
              <a:rPr lang="en-US" sz="1200" dirty="0">
                <a:solidFill>
                  <a:srgbClr val="C084FC"/>
                </a:solidFill>
                <a:latin typeface="Consolas" pitchFamily="34" charset="0"/>
                <a:ea typeface="Consolas" pitchFamily="34" charset="-122"/>
                <a:cs typeface="Consolas" pitchFamily="34" charset="-120"/>
              </a:rPr>
              <a:t>from</a:t>
            </a:r>
            <a:r>
              <a:rPr lang="en-US" sz="1200" dirty="0">
                <a:solidFill>
                  <a:srgbClr val="FFFFFF"/>
                </a:solidFill>
                <a:latin typeface="Consolas" pitchFamily="34" charset="0"/>
                <a:ea typeface="Consolas" pitchFamily="34" charset="-122"/>
                <a:cs typeface="Consolas" pitchFamily="34" charset="-120"/>
              </a:rPr>
              <a:t> fastapi </a:t>
            </a:r>
            <a:r>
              <a:rPr lang="en-US" sz="1200" dirty="0">
                <a:solidFill>
                  <a:srgbClr val="C084FC"/>
                </a:solidFill>
                <a:latin typeface="Consolas" pitchFamily="34" charset="0"/>
                <a:ea typeface="Consolas" pitchFamily="34" charset="-122"/>
                <a:cs typeface="Consolas" pitchFamily="34" charset="-120"/>
              </a:rPr>
              <a:t>import</a:t>
            </a:r>
            <a:r>
              <a:rPr lang="en-US" sz="1200" dirty="0">
                <a:solidFill>
                  <a:srgbClr val="FFFFFF"/>
                </a:solidFill>
                <a:latin typeface="Consolas" pitchFamily="34" charset="0"/>
                <a:ea typeface="Consolas" pitchFamily="34" charset="-122"/>
                <a:cs typeface="Consolas" pitchFamily="34" charset="-120"/>
              </a:rPr>
              <a:t> FastAPI, WebSocket
</a:t>
            </a:r>
            <a:r>
              <a:rPr lang="en-US" sz="1200" dirty="0">
                <a:solidFill>
                  <a:srgbClr val="C084FC"/>
                </a:solidFill>
                <a:latin typeface="Consolas" pitchFamily="34" charset="0"/>
                <a:ea typeface="Consolas" pitchFamily="34" charset="-122"/>
                <a:cs typeface="Consolas" pitchFamily="34" charset="-120"/>
              </a:rPr>
              <a:t>from</a:t>
            </a:r>
            <a:r>
              <a:rPr lang="en-US" sz="1200" dirty="0">
                <a:solidFill>
                  <a:srgbClr val="FFFFFF"/>
                </a:solidFill>
                <a:latin typeface="Consolas" pitchFamily="34" charset="0"/>
                <a:ea typeface="Consolas" pitchFamily="34" charset="-122"/>
                <a:cs typeface="Consolas" pitchFamily="34" charset="-120"/>
              </a:rPr>
              <a:t> twilio.request_validator </a:t>
            </a:r>
            <a:r>
              <a:rPr lang="en-US" sz="1200" dirty="0">
                <a:solidFill>
                  <a:srgbClr val="C084FC"/>
                </a:solidFill>
                <a:latin typeface="Consolas" pitchFamily="34" charset="0"/>
                <a:ea typeface="Consolas" pitchFamily="34" charset="-122"/>
                <a:cs typeface="Consolas" pitchFamily="34" charset="-120"/>
              </a:rPr>
              <a:t>import</a:t>
            </a:r>
            <a:r>
              <a:rPr lang="en-US" sz="1200" dirty="0">
                <a:solidFill>
                  <a:srgbClr val="FFFFFF"/>
                </a:solidFill>
                <a:latin typeface="Consolas" pitchFamily="34" charset="0"/>
                <a:ea typeface="Consolas" pitchFamily="34" charset="-122"/>
                <a:cs typeface="Consolas" pitchFamily="34" charset="-120"/>
              </a:rPr>
              <a:t> RequestValidator
app </a:t>
            </a:r>
            <a:r>
              <a:rPr lang="en-US" sz="1200" dirty="0">
                <a:solidFill>
                  <a:srgbClr val="F472B6"/>
                </a:solidFill>
                <a:latin typeface="Consolas" pitchFamily="34" charset="0"/>
                <a:ea typeface="Consolas" pitchFamily="34" charset="-122"/>
                <a:cs typeface="Consolas" pitchFamily="34" charset="-120"/>
              </a:rPr>
              <a:t>= </a:t>
            </a:r>
            <a:r>
              <a:rPr lang="en-US" sz="1200" dirty="0">
                <a:solidFill>
                  <a:srgbClr val="60A5FA"/>
                </a:solidFill>
                <a:latin typeface="Consolas" pitchFamily="34" charset="0"/>
                <a:ea typeface="Consolas" pitchFamily="34" charset="-122"/>
                <a:cs typeface="Consolas" pitchFamily="34" charset="-120"/>
              </a:rPr>
              <a:t>FastAPI(</a:t>
            </a:r>
            <a:r>
              <a:rPr lang="en-US" sz="1200" dirty="0">
                <a:solidFill>
                  <a:srgbClr val="FFFFFF"/>
                </a:solidFill>
                <a:latin typeface="Consolas" pitchFamily="34" charset="0"/>
                <a:ea typeface="Consolas" pitchFamily="34" charset="-122"/>
                <a:cs typeface="Consolas" pitchFamily="34" charset="-120"/>
              </a:rPr>
              <a:t>lifespan=lifespan)
</a:t>
            </a:r>
            <a:r>
              <a:rPr lang="en-US" sz="1200" dirty="0">
                <a:solidFill>
                  <a:srgbClr val="F472B6"/>
                </a:solidFill>
                <a:latin typeface="Consolas" pitchFamily="34" charset="0"/>
                <a:ea typeface="Consolas" pitchFamily="34" charset="-122"/>
                <a:cs typeface="Consolas" pitchFamily="34" charset="-120"/>
              </a:rPr>
              <a:t>@app.</a:t>
            </a:r>
            <a:r>
              <a:rPr lang="en-US" sz="1200" dirty="0">
                <a:solidFill>
                  <a:srgbClr val="60A5FA"/>
                </a:solidFill>
                <a:latin typeface="Consolas" pitchFamily="34" charset="0"/>
                <a:ea typeface="Consolas" pitchFamily="34" charset="-122"/>
                <a:cs typeface="Consolas" pitchFamily="34" charset="-120"/>
              </a:rPr>
              <a:t>post(</a:t>
            </a:r>
            <a:r>
              <a:rPr lang="en-US" sz="1200" dirty="0">
                <a:solidFill>
                  <a:srgbClr val="FACC15"/>
                </a:solidFill>
                <a:latin typeface="Consolas" pitchFamily="34" charset="0"/>
                <a:ea typeface="Consolas" pitchFamily="34" charset="-122"/>
                <a:cs typeface="Consolas" pitchFamily="34" charset="-120"/>
              </a:rPr>
              <a:t>"/webhook"</a:t>
            </a:r>
            <a:r>
              <a:rPr lang="en-US" sz="1200" dirty="0">
                <a:solidFill>
                  <a:srgbClr val="FFFFFF"/>
                </a:solidFill>
                <a:latin typeface="Consolas" pitchFamily="34" charset="0"/>
                <a:ea typeface="Consolas" pitchFamily="34" charset="-122"/>
                <a:cs typeface="Consolas" pitchFamily="34" charset="-120"/>
              </a:rPr>
              <a:t>)
</a:t>
            </a:r>
            <a:r>
              <a:rPr lang="en-US" sz="1200" dirty="0">
                <a:solidFill>
                  <a:srgbClr val="C084FC"/>
                </a:solidFill>
                <a:latin typeface="Consolas" pitchFamily="34" charset="0"/>
                <a:ea typeface="Consolas" pitchFamily="34" charset="-122"/>
                <a:cs typeface="Consolas" pitchFamily="34" charset="-120"/>
              </a:rPr>
              <a:t>async def </a:t>
            </a:r>
            <a:r>
              <a:rPr lang="en-US" sz="1200" dirty="0">
                <a:solidFill>
                  <a:srgbClr val="60A5FA"/>
                </a:solidFill>
                <a:latin typeface="Consolas" pitchFamily="34" charset="0"/>
                <a:ea typeface="Consolas" pitchFamily="34" charset="-122"/>
                <a:cs typeface="Consolas" pitchFamily="34" charset="-120"/>
              </a:rPr>
              <a:t>whatsapp_webhook</a:t>
            </a:r>
            <a:r>
              <a:rPr lang="en-US" sz="1200" dirty="0">
                <a:solidFill>
                  <a:srgbClr val="FFFFFF"/>
                </a:solidFill>
                <a:latin typeface="Consolas" pitchFamily="34" charset="0"/>
                <a:ea typeface="Consolas" pitchFamily="34" charset="-122"/>
                <a:cs typeface="Consolas" pitchFamily="34" charset="-120"/>
              </a:rPr>
              <a:t>(request):
</a:t>
            </a:r>
            <a:r>
              <a:rPr lang="en-US" sz="1200" dirty="0">
                <a:solidFill>
                  <a:srgbClr val="64748B"/>
                </a:solidFill>
                <a:latin typeface="Consolas" pitchFamily="34" charset="0"/>
                <a:ea typeface="Consolas" pitchFamily="34" charset="-122"/>
                <a:cs typeface="Consolas" pitchFamily="34" charset="-120"/>
              </a:rPr>
              <a:t>    # Pipeline IA + ticket
</a:t>
            </a:r>
            <a:r>
              <a:rPr lang="en-US" sz="1200" dirty="0">
                <a:solidFill>
                  <a:srgbClr val="FFFFFF"/>
                </a:solidFill>
                <a:latin typeface="Consolas" pitchFamily="34" charset="0"/>
                <a:ea typeface="Consolas" pitchFamily="34" charset="-122"/>
                <a:cs typeface="Consolas" pitchFamily="34" charset="-120"/>
              </a:rPr>
              <a:t>    ...
</a:t>
            </a:r>
            <a:r>
              <a:rPr lang="en-US" sz="1200" dirty="0">
                <a:solidFill>
                  <a:srgbClr val="F472B6"/>
                </a:solidFill>
                <a:latin typeface="Consolas" pitchFamily="34" charset="0"/>
                <a:ea typeface="Consolas" pitchFamily="34" charset="-122"/>
                <a:cs typeface="Consolas" pitchFamily="34" charset="-120"/>
              </a:rPr>
              <a:t>@app.</a:t>
            </a:r>
            <a:r>
              <a:rPr lang="en-US" sz="1200" dirty="0">
                <a:solidFill>
                  <a:srgbClr val="60A5FA"/>
                </a:solidFill>
                <a:latin typeface="Consolas" pitchFamily="34" charset="0"/>
                <a:ea typeface="Consolas" pitchFamily="34" charset="-122"/>
                <a:cs typeface="Consolas" pitchFamily="34" charset="-120"/>
              </a:rPr>
              <a:t>websocket(</a:t>
            </a:r>
            <a:r>
              <a:rPr lang="en-US" sz="1200" dirty="0">
                <a:solidFill>
                  <a:srgbClr val="FACC15"/>
                </a:solidFill>
                <a:latin typeface="Consolas" pitchFamily="34" charset="0"/>
                <a:ea typeface="Consolas" pitchFamily="34" charset="-122"/>
                <a:cs typeface="Consolas" pitchFamily="34" charset="-120"/>
              </a:rPr>
              <a:t>"/ws"</a:t>
            </a:r>
            <a:r>
              <a:rPr lang="en-US" sz="1200" dirty="0">
                <a:solidFill>
                  <a:srgbClr val="FFFFFF"/>
                </a:solidFill>
                <a:latin typeface="Consolas" pitchFamily="34" charset="0"/>
                <a:ea typeface="Consolas" pitchFamily="34" charset="-122"/>
                <a:cs typeface="Consolas" pitchFamily="34" charset="-120"/>
              </a:rPr>
              <a:t>)
</a:t>
            </a:r>
            <a:r>
              <a:rPr lang="en-US" sz="1200" dirty="0">
                <a:solidFill>
                  <a:srgbClr val="C084FC"/>
                </a:solidFill>
                <a:latin typeface="Consolas" pitchFamily="34" charset="0"/>
                <a:ea typeface="Consolas" pitchFamily="34" charset="-122"/>
                <a:cs typeface="Consolas" pitchFamily="34" charset="-120"/>
              </a:rPr>
              <a:t>async def </a:t>
            </a:r>
            <a:r>
              <a:rPr lang="en-US" sz="1200" dirty="0">
                <a:solidFill>
                  <a:srgbClr val="60A5FA"/>
                </a:solidFill>
                <a:latin typeface="Consolas" pitchFamily="34" charset="0"/>
                <a:ea typeface="Consolas" pitchFamily="34" charset="-122"/>
                <a:cs typeface="Consolas" pitchFamily="34" charset="-120"/>
              </a:rPr>
              <a:t>ws</a:t>
            </a:r>
            <a:r>
              <a:rPr lang="en-US" sz="1200" dirty="0">
                <a:solidFill>
                  <a:srgbClr val="FFFFFF"/>
                </a:solidFill>
                <a:latin typeface="Consolas" pitchFamily="34" charset="0"/>
                <a:ea typeface="Consolas" pitchFamily="34" charset="-122"/>
                <a:cs typeface="Consolas" pitchFamily="34" charset="-120"/>
              </a:rPr>
              <a:t>(websocket):
</a:t>
            </a:r>
            <a:r>
              <a:rPr lang="en-US" sz="1200" dirty="0">
                <a:solidFill>
                  <a:srgbClr val="64748B"/>
                </a:solidFill>
                <a:latin typeface="Consolas" pitchFamily="34" charset="0"/>
                <a:ea typeface="Consolas" pitchFamily="34" charset="-122"/>
                <a:cs typeface="Consolas" pitchFamily="34" charset="-120"/>
              </a:rPr>
              <a:t>    # Broadcast "REFRESH"</a:t>
            </a:r>
            <a:endParaRPr lang="en-US" sz="1200" dirty="0"/>
          </a:p>
        </p:txBody>
      </p:sp>
      <p:sp>
        <p:nvSpPr>
          <p:cNvPr id="13" name="Shape 11"/>
          <p:cNvSpPr/>
          <p:nvPr/>
        </p:nvSpPr>
        <p:spPr>
          <a:xfrm>
            <a:off x="5943600" y="2286000"/>
            <a:ext cx="5760720" cy="640080"/>
          </a:xfrm>
          <a:prstGeom prst="rect">
            <a:avLst/>
          </a:prstGeom>
          <a:solidFill>
            <a:srgbClr val="FFFFFF"/>
          </a:solidFill>
          <a:ln w="12700">
            <a:solidFill>
              <a:srgbClr val="E2E8F0"/>
            </a:solidFill>
            <a:prstDash val="solid"/>
          </a:ln>
        </p:spPr>
        <p:txBody>
          <a:bodyPr/>
          <a:lstStyle/>
          <a:p>
            <a:endParaRPr lang="fr-FR"/>
          </a:p>
        </p:txBody>
      </p:sp>
      <p:sp>
        <p:nvSpPr>
          <p:cNvPr id="14" name="Shape 12"/>
          <p:cNvSpPr/>
          <p:nvPr/>
        </p:nvSpPr>
        <p:spPr>
          <a:xfrm>
            <a:off x="6126480" y="2404872"/>
            <a:ext cx="411480" cy="411480"/>
          </a:xfrm>
          <a:prstGeom prst="ellipse">
            <a:avLst/>
          </a:prstGeom>
          <a:solidFill>
            <a:srgbClr val="06B6D4"/>
          </a:solidFill>
          <a:ln w="12700">
            <a:solidFill>
              <a:srgbClr val="06B6D4"/>
            </a:solidFill>
            <a:prstDash val="solid"/>
          </a:ln>
        </p:spPr>
        <p:txBody>
          <a:bodyPr/>
          <a:lstStyle/>
          <a:p>
            <a:endParaRPr lang="fr-FR"/>
          </a:p>
        </p:txBody>
      </p:sp>
      <p:pic>
        <p:nvPicPr>
          <p:cNvPr id="15" name="Image 0" descr="preencoded.png"/>
          <p:cNvPicPr>
            <a:picLocks noChangeAspect="1"/>
          </p:cNvPicPr>
          <p:nvPr/>
        </p:nvPicPr>
        <p:blipFill>
          <a:blip r:embed="rId3"/>
          <a:stretch>
            <a:fillRect/>
          </a:stretch>
        </p:blipFill>
        <p:spPr>
          <a:xfrm>
            <a:off x="6199632" y="2478024"/>
            <a:ext cx="265176" cy="265176"/>
          </a:xfrm>
          <a:prstGeom prst="rect">
            <a:avLst/>
          </a:prstGeom>
        </p:spPr>
      </p:pic>
      <p:sp>
        <p:nvSpPr>
          <p:cNvPr id="16" name="Text 13"/>
          <p:cNvSpPr/>
          <p:nvPr/>
        </p:nvSpPr>
        <p:spPr>
          <a:xfrm>
            <a:off x="6720840" y="2340864"/>
            <a:ext cx="4846320" cy="27432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Webhook WhatsApp</a:t>
            </a:r>
            <a:endParaRPr lang="en-US" sz="1300" dirty="0"/>
          </a:p>
        </p:txBody>
      </p:sp>
      <p:sp>
        <p:nvSpPr>
          <p:cNvPr id="17" name="Text 14"/>
          <p:cNvSpPr/>
          <p:nvPr/>
        </p:nvSpPr>
        <p:spPr>
          <a:xfrm>
            <a:off x="6720840" y="2615184"/>
            <a:ext cx="4846320" cy="27432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Réception et validation des messages Twilio.</a:t>
            </a:r>
            <a:endParaRPr lang="en-US" sz="1100" dirty="0"/>
          </a:p>
        </p:txBody>
      </p:sp>
      <p:sp>
        <p:nvSpPr>
          <p:cNvPr id="18" name="Shape 15"/>
          <p:cNvSpPr/>
          <p:nvPr/>
        </p:nvSpPr>
        <p:spPr>
          <a:xfrm>
            <a:off x="5943600" y="2971800"/>
            <a:ext cx="5760720" cy="640080"/>
          </a:xfrm>
          <a:prstGeom prst="rect">
            <a:avLst/>
          </a:prstGeom>
          <a:solidFill>
            <a:srgbClr val="FFFFFF"/>
          </a:solidFill>
          <a:ln w="12700">
            <a:solidFill>
              <a:srgbClr val="E2E8F0"/>
            </a:solidFill>
            <a:prstDash val="solid"/>
          </a:ln>
        </p:spPr>
        <p:txBody>
          <a:bodyPr/>
          <a:lstStyle/>
          <a:p>
            <a:endParaRPr lang="fr-FR"/>
          </a:p>
        </p:txBody>
      </p:sp>
      <p:sp>
        <p:nvSpPr>
          <p:cNvPr id="19" name="Shape 16"/>
          <p:cNvSpPr/>
          <p:nvPr/>
        </p:nvSpPr>
        <p:spPr>
          <a:xfrm>
            <a:off x="6126480" y="3090672"/>
            <a:ext cx="411480" cy="411480"/>
          </a:xfrm>
          <a:prstGeom prst="ellipse">
            <a:avLst/>
          </a:prstGeom>
          <a:solidFill>
            <a:srgbClr val="06B6D4"/>
          </a:solidFill>
          <a:ln w="12700">
            <a:solidFill>
              <a:srgbClr val="06B6D4"/>
            </a:solidFill>
            <a:prstDash val="solid"/>
          </a:ln>
        </p:spPr>
        <p:txBody>
          <a:bodyPr/>
          <a:lstStyle/>
          <a:p>
            <a:endParaRPr lang="fr-FR"/>
          </a:p>
        </p:txBody>
      </p:sp>
      <p:pic>
        <p:nvPicPr>
          <p:cNvPr id="20" name="Image 1" descr="preencoded.png"/>
          <p:cNvPicPr>
            <a:picLocks noChangeAspect="1"/>
          </p:cNvPicPr>
          <p:nvPr/>
        </p:nvPicPr>
        <p:blipFill>
          <a:blip r:embed="rId4"/>
          <a:stretch>
            <a:fillRect/>
          </a:stretch>
        </p:blipFill>
        <p:spPr>
          <a:xfrm>
            <a:off x="6199632" y="3163824"/>
            <a:ext cx="265176" cy="265176"/>
          </a:xfrm>
          <a:prstGeom prst="rect">
            <a:avLst/>
          </a:prstGeom>
        </p:spPr>
      </p:pic>
      <p:sp>
        <p:nvSpPr>
          <p:cNvPr id="21" name="Text 17"/>
          <p:cNvSpPr/>
          <p:nvPr/>
        </p:nvSpPr>
        <p:spPr>
          <a:xfrm>
            <a:off x="6720840" y="3026664"/>
            <a:ext cx="4846320" cy="27432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APIs Admin</a:t>
            </a:r>
            <a:endParaRPr lang="en-US" sz="1300" dirty="0"/>
          </a:p>
        </p:txBody>
      </p:sp>
      <p:sp>
        <p:nvSpPr>
          <p:cNvPr id="22" name="Text 18"/>
          <p:cNvSpPr/>
          <p:nvPr/>
        </p:nvSpPr>
        <p:spPr>
          <a:xfrm>
            <a:off x="6720840" y="3300984"/>
            <a:ext cx="4846320" cy="27432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25 routes API REST + WebSocket pour le dashboard Flutter.</a:t>
            </a:r>
            <a:endParaRPr lang="en-US" sz="1100" dirty="0"/>
          </a:p>
        </p:txBody>
      </p:sp>
      <p:sp>
        <p:nvSpPr>
          <p:cNvPr id="23" name="Shape 19"/>
          <p:cNvSpPr/>
          <p:nvPr/>
        </p:nvSpPr>
        <p:spPr>
          <a:xfrm>
            <a:off x="5943600" y="3657600"/>
            <a:ext cx="5760720" cy="640080"/>
          </a:xfrm>
          <a:prstGeom prst="rect">
            <a:avLst/>
          </a:prstGeom>
          <a:solidFill>
            <a:srgbClr val="FFFFFF"/>
          </a:solidFill>
          <a:ln w="12700">
            <a:solidFill>
              <a:srgbClr val="E2E8F0"/>
            </a:solidFill>
            <a:prstDash val="solid"/>
          </a:ln>
        </p:spPr>
        <p:txBody>
          <a:bodyPr/>
          <a:lstStyle/>
          <a:p>
            <a:endParaRPr lang="fr-FR"/>
          </a:p>
        </p:txBody>
      </p:sp>
      <p:sp>
        <p:nvSpPr>
          <p:cNvPr id="24" name="Shape 20"/>
          <p:cNvSpPr/>
          <p:nvPr/>
        </p:nvSpPr>
        <p:spPr>
          <a:xfrm>
            <a:off x="6126480" y="3776472"/>
            <a:ext cx="411480" cy="411480"/>
          </a:xfrm>
          <a:prstGeom prst="ellipse">
            <a:avLst/>
          </a:prstGeom>
          <a:solidFill>
            <a:srgbClr val="06B6D4"/>
          </a:solidFill>
          <a:ln w="12700">
            <a:solidFill>
              <a:srgbClr val="06B6D4"/>
            </a:solidFill>
            <a:prstDash val="solid"/>
          </a:ln>
        </p:spPr>
        <p:txBody>
          <a:bodyPr/>
          <a:lstStyle/>
          <a:p>
            <a:endParaRPr lang="fr-FR"/>
          </a:p>
        </p:txBody>
      </p:sp>
      <p:pic>
        <p:nvPicPr>
          <p:cNvPr id="25" name="Image 2" descr="preencoded.png"/>
          <p:cNvPicPr>
            <a:picLocks noChangeAspect="1"/>
          </p:cNvPicPr>
          <p:nvPr/>
        </p:nvPicPr>
        <p:blipFill>
          <a:blip r:embed="rId5"/>
          <a:stretch>
            <a:fillRect/>
          </a:stretch>
        </p:blipFill>
        <p:spPr>
          <a:xfrm>
            <a:off x="6199632" y="3849624"/>
            <a:ext cx="265176" cy="265176"/>
          </a:xfrm>
          <a:prstGeom prst="rect">
            <a:avLst/>
          </a:prstGeom>
        </p:spPr>
      </p:pic>
      <p:sp>
        <p:nvSpPr>
          <p:cNvPr id="26" name="Text 21"/>
          <p:cNvSpPr/>
          <p:nvPr/>
        </p:nvSpPr>
        <p:spPr>
          <a:xfrm>
            <a:off x="6720840" y="3712464"/>
            <a:ext cx="4846320" cy="27432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WebSocket /ws</a:t>
            </a:r>
            <a:endParaRPr lang="en-US" sz="1300" dirty="0"/>
          </a:p>
        </p:txBody>
      </p:sp>
      <p:sp>
        <p:nvSpPr>
          <p:cNvPr id="27" name="Text 22"/>
          <p:cNvSpPr/>
          <p:nvPr/>
        </p:nvSpPr>
        <p:spPr>
          <a:xfrm>
            <a:off x="6720840" y="3986784"/>
            <a:ext cx="4846320" cy="27432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Diffusion REFRESH en temps réel au front.</a:t>
            </a:r>
            <a:endParaRPr lang="en-US" sz="1100" dirty="0"/>
          </a:p>
        </p:txBody>
      </p:sp>
      <p:sp>
        <p:nvSpPr>
          <p:cNvPr id="28" name="Shape 23"/>
          <p:cNvSpPr/>
          <p:nvPr/>
        </p:nvSpPr>
        <p:spPr>
          <a:xfrm>
            <a:off x="5943600" y="4343400"/>
            <a:ext cx="5760720" cy="640080"/>
          </a:xfrm>
          <a:prstGeom prst="rect">
            <a:avLst/>
          </a:prstGeom>
          <a:solidFill>
            <a:srgbClr val="FFFFFF"/>
          </a:solidFill>
          <a:ln w="12700">
            <a:solidFill>
              <a:srgbClr val="E2E8F0"/>
            </a:solidFill>
            <a:prstDash val="solid"/>
          </a:ln>
        </p:spPr>
        <p:txBody>
          <a:bodyPr/>
          <a:lstStyle/>
          <a:p>
            <a:endParaRPr lang="fr-FR"/>
          </a:p>
        </p:txBody>
      </p:sp>
      <p:sp>
        <p:nvSpPr>
          <p:cNvPr id="29" name="Shape 24"/>
          <p:cNvSpPr/>
          <p:nvPr/>
        </p:nvSpPr>
        <p:spPr>
          <a:xfrm>
            <a:off x="6126480" y="4462272"/>
            <a:ext cx="411480" cy="411480"/>
          </a:xfrm>
          <a:prstGeom prst="ellipse">
            <a:avLst/>
          </a:prstGeom>
          <a:solidFill>
            <a:srgbClr val="06B6D4"/>
          </a:solidFill>
          <a:ln w="12700">
            <a:solidFill>
              <a:srgbClr val="06B6D4"/>
            </a:solidFill>
            <a:prstDash val="solid"/>
          </a:ln>
        </p:spPr>
        <p:txBody>
          <a:bodyPr/>
          <a:lstStyle/>
          <a:p>
            <a:endParaRPr lang="fr-FR"/>
          </a:p>
        </p:txBody>
      </p:sp>
      <p:pic>
        <p:nvPicPr>
          <p:cNvPr id="30" name="Image 3" descr="preencoded.png"/>
          <p:cNvPicPr>
            <a:picLocks noChangeAspect="1"/>
          </p:cNvPicPr>
          <p:nvPr/>
        </p:nvPicPr>
        <p:blipFill>
          <a:blip r:embed="rId6"/>
          <a:stretch>
            <a:fillRect/>
          </a:stretch>
        </p:blipFill>
        <p:spPr>
          <a:xfrm>
            <a:off x="6199632" y="4535424"/>
            <a:ext cx="265176" cy="265176"/>
          </a:xfrm>
          <a:prstGeom prst="rect">
            <a:avLst/>
          </a:prstGeom>
        </p:spPr>
      </p:pic>
      <p:sp>
        <p:nvSpPr>
          <p:cNvPr id="31" name="Text 25"/>
          <p:cNvSpPr/>
          <p:nvPr/>
        </p:nvSpPr>
        <p:spPr>
          <a:xfrm>
            <a:off x="6720840" y="4398264"/>
            <a:ext cx="4846320" cy="27432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PostgreSQL pool</a:t>
            </a:r>
            <a:endParaRPr lang="en-US" sz="1300" dirty="0"/>
          </a:p>
        </p:txBody>
      </p:sp>
      <p:sp>
        <p:nvSpPr>
          <p:cNvPr id="32" name="Text 26"/>
          <p:cNvSpPr/>
          <p:nvPr/>
        </p:nvSpPr>
        <p:spPr>
          <a:xfrm>
            <a:off x="6720840" y="4672584"/>
            <a:ext cx="4846320" cy="27432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Connexion asyncpg avec pool 5–20.</a:t>
            </a:r>
            <a:endParaRPr lang="en-US" sz="1100" dirty="0"/>
          </a:p>
        </p:txBody>
      </p:sp>
      <p:sp>
        <p:nvSpPr>
          <p:cNvPr id="33" name="Shape 27"/>
          <p:cNvSpPr/>
          <p:nvPr/>
        </p:nvSpPr>
        <p:spPr>
          <a:xfrm>
            <a:off x="5943600" y="5029200"/>
            <a:ext cx="5760720" cy="640080"/>
          </a:xfrm>
          <a:prstGeom prst="rect">
            <a:avLst/>
          </a:prstGeom>
          <a:solidFill>
            <a:srgbClr val="FFFFFF"/>
          </a:solidFill>
          <a:ln w="12700">
            <a:solidFill>
              <a:srgbClr val="E2E8F0"/>
            </a:solidFill>
            <a:prstDash val="solid"/>
          </a:ln>
        </p:spPr>
        <p:txBody>
          <a:bodyPr/>
          <a:lstStyle/>
          <a:p>
            <a:endParaRPr lang="fr-FR"/>
          </a:p>
        </p:txBody>
      </p:sp>
      <p:sp>
        <p:nvSpPr>
          <p:cNvPr id="34" name="Shape 28"/>
          <p:cNvSpPr/>
          <p:nvPr/>
        </p:nvSpPr>
        <p:spPr>
          <a:xfrm>
            <a:off x="6126480" y="5148072"/>
            <a:ext cx="411480" cy="411480"/>
          </a:xfrm>
          <a:prstGeom prst="ellipse">
            <a:avLst/>
          </a:prstGeom>
          <a:solidFill>
            <a:srgbClr val="06B6D4"/>
          </a:solidFill>
          <a:ln w="12700">
            <a:solidFill>
              <a:srgbClr val="06B6D4"/>
            </a:solidFill>
            <a:prstDash val="solid"/>
          </a:ln>
        </p:spPr>
        <p:txBody>
          <a:bodyPr/>
          <a:lstStyle/>
          <a:p>
            <a:endParaRPr lang="fr-FR"/>
          </a:p>
        </p:txBody>
      </p:sp>
      <p:pic>
        <p:nvPicPr>
          <p:cNvPr id="35" name="Image 4" descr="preencoded.png"/>
          <p:cNvPicPr>
            <a:picLocks noChangeAspect="1"/>
          </p:cNvPicPr>
          <p:nvPr/>
        </p:nvPicPr>
        <p:blipFill>
          <a:blip r:embed="rId7"/>
          <a:stretch>
            <a:fillRect/>
          </a:stretch>
        </p:blipFill>
        <p:spPr>
          <a:xfrm>
            <a:off x="6199632" y="5221224"/>
            <a:ext cx="265176" cy="265176"/>
          </a:xfrm>
          <a:prstGeom prst="rect">
            <a:avLst/>
          </a:prstGeom>
        </p:spPr>
      </p:pic>
      <p:sp>
        <p:nvSpPr>
          <p:cNvPr id="36" name="Text 29"/>
          <p:cNvSpPr/>
          <p:nvPr/>
        </p:nvSpPr>
        <p:spPr>
          <a:xfrm>
            <a:off x="6720840" y="5084064"/>
            <a:ext cx="4846320" cy="27432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IA &amp; RAG</a:t>
            </a:r>
            <a:endParaRPr lang="en-US" sz="1300" dirty="0"/>
          </a:p>
        </p:txBody>
      </p:sp>
      <p:sp>
        <p:nvSpPr>
          <p:cNvPr id="37" name="Text 30"/>
          <p:cNvSpPr/>
          <p:nvPr/>
        </p:nvSpPr>
        <p:spPr>
          <a:xfrm>
            <a:off x="6720840" y="5358384"/>
            <a:ext cx="4846320" cy="27432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Groq LLM + ChromaDB + détection urgence.</a:t>
            </a:r>
            <a:endParaRPr lang="en-US" sz="1100" dirty="0"/>
          </a:p>
        </p:txBody>
      </p:sp>
      <p:sp>
        <p:nvSpPr>
          <p:cNvPr id="38" name="Shape 31"/>
          <p:cNvSpPr/>
          <p:nvPr/>
        </p:nvSpPr>
        <p:spPr>
          <a:xfrm>
            <a:off x="5943600" y="5715000"/>
            <a:ext cx="5760720" cy="640080"/>
          </a:xfrm>
          <a:prstGeom prst="rect">
            <a:avLst/>
          </a:prstGeom>
          <a:solidFill>
            <a:srgbClr val="FFFFFF"/>
          </a:solidFill>
          <a:ln w="12700">
            <a:solidFill>
              <a:srgbClr val="E2E8F0"/>
            </a:solidFill>
            <a:prstDash val="solid"/>
          </a:ln>
        </p:spPr>
        <p:txBody>
          <a:bodyPr/>
          <a:lstStyle/>
          <a:p>
            <a:endParaRPr lang="fr-FR"/>
          </a:p>
        </p:txBody>
      </p:sp>
      <p:sp>
        <p:nvSpPr>
          <p:cNvPr id="39" name="Shape 32"/>
          <p:cNvSpPr/>
          <p:nvPr/>
        </p:nvSpPr>
        <p:spPr>
          <a:xfrm>
            <a:off x="6126480" y="5833872"/>
            <a:ext cx="411480" cy="411480"/>
          </a:xfrm>
          <a:prstGeom prst="ellipse">
            <a:avLst/>
          </a:prstGeom>
          <a:solidFill>
            <a:srgbClr val="06B6D4"/>
          </a:solidFill>
          <a:ln w="12700">
            <a:solidFill>
              <a:srgbClr val="06B6D4"/>
            </a:solidFill>
            <a:prstDash val="solid"/>
          </a:ln>
        </p:spPr>
        <p:txBody>
          <a:bodyPr/>
          <a:lstStyle/>
          <a:p>
            <a:endParaRPr lang="fr-FR"/>
          </a:p>
        </p:txBody>
      </p:sp>
      <p:pic>
        <p:nvPicPr>
          <p:cNvPr id="40" name="Image 5" descr="preencoded.png"/>
          <p:cNvPicPr>
            <a:picLocks noChangeAspect="1"/>
          </p:cNvPicPr>
          <p:nvPr/>
        </p:nvPicPr>
        <p:blipFill>
          <a:blip r:embed="rId8"/>
          <a:stretch>
            <a:fillRect/>
          </a:stretch>
        </p:blipFill>
        <p:spPr>
          <a:xfrm>
            <a:off x="6199632" y="5907024"/>
            <a:ext cx="265176" cy="265176"/>
          </a:xfrm>
          <a:prstGeom prst="rect">
            <a:avLst/>
          </a:prstGeom>
        </p:spPr>
      </p:pic>
      <p:sp>
        <p:nvSpPr>
          <p:cNvPr id="41" name="Text 33"/>
          <p:cNvSpPr/>
          <p:nvPr/>
        </p:nvSpPr>
        <p:spPr>
          <a:xfrm>
            <a:off x="6720840" y="5769864"/>
            <a:ext cx="4846320" cy="274320"/>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Notifications</a:t>
            </a:r>
            <a:endParaRPr lang="en-US" sz="1300" dirty="0"/>
          </a:p>
        </p:txBody>
      </p:sp>
      <p:sp>
        <p:nvSpPr>
          <p:cNvPr id="42" name="Text 34"/>
          <p:cNvSpPr/>
          <p:nvPr/>
        </p:nvSpPr>
        <p:spPr>
          <a:xfrm>
            <a:off x="6720840" y="6044184"/>
            <a:ext cx="4846320" cy="27432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Firebase Cloud Messaging vers admin_alerts.</a:t>
            </a:r>
            <a:endParaRPr lang="en-US" sz="1100" dirty="0"/>
          </a:p>
        </p:txBody>
      </p:sp>
      <p:sp>
        <p:nvSpPr>
          <p:cNvPr id="43" name="Text 35"/>
          <p:cNvSpPr/>
          <p:nvPr/>
        </p:nvSpPr>
        <p:spPr>
          <a:xfrm>
            <a:off x="10911535" y="6446520"/>
            <a:ext cx="914400" cy="274320"/>
          </a:xfrm>
          <a:prstGeom prst="rect">
            <a:avLst/>
          </a:prstGeom>
          <a:noFill/>
          <a:ln/>
        </p:spPr>
        <p:txBody>
          <a:bodyPr wrap="square" rtlCol="0" anchor="ctr"/>
          <a:lstStyle/>
          <a:p>
            <a:pPr marL="0" indent="0" algn="r">
              <a:buNone/>
            </a:pPr>
            <a:r>
              <a:rPr lang="en-US" sz="1000" dirty="0">
                <a:solidFill>
                  <a:srgbClr val="475569"/>
                </a:solidFill>
                <a:latin typeface="Calibri" pitchFamily="34" charset="0"/>
                <a:ea typeface="Calibri" pitchFamily="34" charset="-122"/>
                <a:cs typeface="Calibri" pitchFamily="34" charset="-120"/>
              </a:rPr>
              <a:t>07 / 24</a:t>
            </a:r>
            <a:endParaRPr lang="en-US" sz="1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2"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 calcmode="lin" valueType="num">
                                      <p:cBhvr additive="base">
                                        <p:cTn id="30" dur="500" fill="hold"/>
                                        <p:tgtEl>
                                          <p:spTgt spid="13"/>
                                        </p:tgtEl>
                                        <p:attrNameLst>
                                          <p:attrName>ppt_x</p:attrName>
                                        </p:attrNameLst>
                                      </p:cBhvr>
                                      <p:tavLst>
                                        <p:tav tm="0">
                                          <p:val>
                                            <p:strVal val="1+#ppt_w/2"/>
                                          </p:val>
                                        </p:tav>
                                        <p:tav tm="100000">
                                          <p:val>
                                            <p:strVal val="#ppt_x"/>
                                          </p:val>
                                        </p:tav>
                                      </p:tavLst>
                                    </p:anim>
                                    <p:anim calcmode="lin" valueType="num">
                                      <p:cBhvr additive="base">
                                        <p:cTn id="31" dur="500" fill="hold"/>
                                        <p:tgtEl>
                                          <p:spTgt spid="13"/>
                                        </p:tgtEl>
                                        <p:attrNameLst>
                                          <p:attrName>ppt_y</p:attrName>
                                        </p:attrNameLst>
                                      </p:cBhvr>
                                      <p:tavLst>
                                        <p:tav tm="0">
                                          <p:val>
                                            <p:strVal val="#ppt_y"/>
                                          </p:val>
                                        </p:tav>
                                        <p:tav tm="100000">
                                          <p:val>
                                            <p:strVal val="#ppt_y"/>
                                          </p:val>
                                        </p:tav>
                                      </p:tavLst>
                                    </p:anim>
                                  </p:childTnLst>
                                </p:cTn>
                              </p:par>
                              <p:par>
                                <p:cTn id="32" presetID="2" presetClass="entr" presetSubtype="2"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 calcmode="lin" valueType="num">
                                      <p:cBhvr additive="base">
                                        <p:cTn id="34" dur="500" fill="hold"/>
                                        <p:tgtEl>
                                          <p:spTgt spid="14"/>
                                        </p:tgtEl>
                                        <p:attrNameLst>
                                          <p:attrName>ppt_x</p:attrName>
                                        </p:attrNameLst>
                                      </p:cBhvr>
                                      <p:tavLst>
                                        <p:tav tm="0">
                                          <p:val>
                                            <p:strVal val="1+#ppt_w/2"/>
                                          </p:val>
                                        </p:tav>
                                        <p:tav tm="100000">
                                          <p:val>
                                            <p:strVal val="#ppt_x"/>
                                          </p:val>
                                        </p:tav>
                                      </p:tavLst>
                                    </p:anim>
                                    <p:anim calcmode="lin" valueType="num">
                                      <p:cBhvr additive="base">
                                        <p:cTn id="35" dur="500" fill="hold"/>
                                        <p:tgtEl>
                                          <p:spTgt spid="14"/>
                                        </p:tgtEl>
                                        <p:attrNameLst>
                                          <p:attrName>ppt_y</p:attrName>
                                        </p:attrNameLst>
                                      </p:cBhvr>
                                      <p:tavLst>
                                        <p:tav tm="0">
                                          <p:val>
                                            <p:strVal val="#ppt_y"/>
                                          </p:val>
                                        </p:tav>
                                        <p:tav tm="100000">
                                          <p:val>
                                            <p:strVal val="#ppt_y"/>
                                          </p:val>
                                        </p:tav>
                                      </p:tavLst>
                                    </p:anim>
                                  </p:childTnLst>
                                </p:cTn>
                              </p:par>
                              <p:par>
                                <p:cTn id="36" presetID="2" presetClass="entr" presetSubtype="2" fill="hold" nodeType="withEffect">
                                  <p:stCondLst>
                                    <p:cond delay="0"/>
                                  </p:stCondLst>
                                  <p:childTnLst>
                                    <p:set>
                                      <p:cBhvr>
                                        <p:cTn id="37" dur="1" fill="hold">
                                          <p:stCondLst>
                                            <p:cond delay="0"/>
                                          </p:stCondLst>
                                        </p:cTn>
                                        <p:tgtEl>
                                          <p:spTgt spid="15"/>
                                        </p:tgtEl>
                                        <p:attrNameLst>
                                          <p:attrName>style.visibility</p:attrName>
                                        </p:attrNameLst>
                                      </p:cBhvr>
                                      <p:to>
                                        <p:strVal val="visible"/>
                                      </p:to>
                                    </p:set>
                                    <p:anim calcmode="lin" valueType="num">
                                      <p:cBhvr additive="base">
                                        <p:cTn id="38" dur="500" fill="hold"/>
                                        <p:tgtEl>
                                          <p:spTgt spid="15"/>
                                        </p:tgtEl>
                                        <p:attrNameLst>
                                          <p:attrName>ppt_x</p:attrName>
                                        </p:attrNameLst>
                                      </p:cBhvr>
                                      <p:tavLst>
                                        <p:tav tm="0">
                                          <p:val>
                                            <p:strVal val="1+#ppt_w/2"/>
                                          </p:val>
                                        </p:tav>
                                        <p:tav tm="100000">
                                          <p:val>
                                            <p:strVal val="#ppt_x"/>
                                          </p:val>
                                        </p:tav>
                                      </p:tavLst>
                                    </p:anim>
                                    <p:anim calcmode="lin" valueType="num">
                                      <p:cBhvr additive="base">
                                        <p:cTn id="39" dur="500" fill="hold"/>
                                        <p:tgtEl>
                                          <p:spTgt spid="15"/>
                                        </p:tgtEl>
                                        <p:attrNameLst>
                                          <p:attrName>ppt_y</p:attrName>
                                        </p:attrNameLst>
                                      </p:cBhvr>
                                      <p:tavLst>
                                        <p:tav tm="0">
                                          <p:val>
                                            <p:strVal val="#ppt_y"/>
                                          </p:val>
                                        </p:tav>
                                        <p:tav tm="100000">
                                          <p:val>
                                            <p:strVal val="#ppt_y"/>
                                          </p:val>
                                        </p:tav>
                                      </p:tavLst>
                                    </p:anim>
                                  </p:childTnLst>
                                </p:cTn>
                              </p:par>
                              <p:par>
                                <p:cTn id="40" presetID="2" presetClass="entr" presetSubtype="2"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anim calcmode="lin" valueType="num">
                                      <p:cBhvr additive="base">
                                        <p:cTn id="42" dur="500" fill="hold"/>
                                        <p:tgtEl>
                                          <p:spTgt spid="16"/>
                                        </p:tgtEl>
                                        <p:attrNameLst>
                                          <p:attrName>ppt_x</p:attrName>
                                        </p:attrNameLst>
                                      </p:cBhvr>
                                      <p:tavLst>
                                        <p:tav tm="0">
                                          <p:val>
                                            <p:strVal val="1+#ppt_w/2"/>
                                          </p:val>
                                        </p:tav>
                                        <p:tav tm="100000">
                                          <p:val>
                                            <p:strVal val="#ppt_x"/>
                                          </p:val>
                                        </p:tav>
                                      </p:tavLst>
                                    </p:anim>
                                    <p:anim calcmode="lin" valueType="num">
                                      <p:cBhvr additive="base">
                                        <p:cTn id="43" dur="500" fill="hold"/>
                                        <p:tgtEl>
                                          <p:spTgt spid="16"/>
                                        </p:tgtEl>
                                        <p:attrNameLst>
                                          <p:attrName>ppt_y</p:attrName>
                                        </p:attrNameLst>
                                      </p:cBhvr>
                                      <p:tavLst>
                                        <p:tav tm="0">
                                          <p:val>
                                            <p:strVal val="#ppt_y"/>
                                          </p:val>
                                        </p:tav>
                                        <p:tav tm="100000">
                                          <p:val>
                                            <p:strVal val="#ppt_y"/>
                                          </p:val>
                                        </p:tav>
                                      </p:tavLst>
                                    </p:anim>
                                  </p:childTnLst>
                                </p:cTn>
                              </p:par>
                              <p:par>
                                <p:cTn id="44" presetID="2" presetClass="entr" presetSubtype="2"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 calcmode="lin" valueType="num">
                                      <p:cBhvr additive="base">
                                        <p:cTn id="46" dur="500" fill="hold"/>
                                        <p:tgtEl>
                                          <p:spTgt spid="17"/>
                                        </p:tgtEl>
                                        <p:attrNameLst>
                                          <p:attrName>ppt_x</p:attrName>
                                        </p:attrNameLst>
                                      </p:cBhvr>
                                      <p:tavLst>
                                        <p:tav tm="0">
                                          <p:val>
                                            <p:strVal val="1+#ppt_w/2"/>
                                          </p:val>
                                        </p:tav>
                                        <p:tav tm="100000">
                                          <p:val>
                                            <p:strVal val="#ppt_x"/>
                                          </p:val>
                                        </p:tav>
                                      </p:tavLst>
                                    </p:anim>
                                    <p:anim calcmode="lin" valueType="num">
                                      <p:cBhvr additive="base">
                                        <p:cTn id="47" dur="500" fill="hold"/>
                                        <p:tgtEl>
                                          <p:spTgt spid="17"/>
                                        </p:tgtEl>
                                        <p:attrNameLst>
                                          <p:attrName>ppt_y</p:attrName>
                                        </p:attrNameLst>
                                      </p:cBhvr>
                                      <p:tavLst>
                                        <p:tav tm="0">
                                          <p:val>
                                            <p:strVal val="#ppt_y"/>
                                          </p:val>
                                        </p:tav>
                                        <p:tav tm="100000">
                                          <p:val>
                                            <p:strVal val="#ppt_y"/>
                                          </p:val>
                                        </p:tav>
                                      </p:tavLst>
                                    </p:anim>
                                  </p:childTnLst>
                                </p:cTn>
                              </p:par>
                              <p:par>
                                <p:cTn id="48" presetID="2" presetClass="entr" presetSubtype="2"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 calcmode="lin" valueType="num">
                                      <p:cBhvr additive="base">
                                        <p:cTn id="50" dur="500" fill="hold"/>
                                        <p:tgtEl>
                                          <p:spTgt spid="18"/>
                                        </p:tgtEl>
                                        <p:attrNameLst>
                                          <p:attrName>ppt_x</p:attrName>
                                        </p:attrNameLst>
                                      </p:cBhvr>
                                      <p:tavLst>
                                        <p:tav tm="0">
                                          <p:val>
                                            <p:strVal val="1+#ppt_w/2"/>
                                          </p:val>
                                        </p:tav>
                                        <p:tav tm="100000">
                                          <p:val>
                                            <p:strVal val="#ppt_x"/>
                                          </p:val>
                                        </p:tav>
                                      </p:tavLst>
                                    </p:anim>
                                    <p:anim calcmode="lin" valueType="num">
                                      <p:cBhvr additive="base">
                                        <p:cTn id="51" dur="500" fill="hold"/>
                                        <p:tgtEl>
                                          <p:spTgt spid="18"/>
                                        </p:tgtEl>
                                        <p:attrNameLst>
                                          <p:attrName>ppt_y</p:attrName>
                                        </p:attrNameLst>
                                      </p:cBhvr>
                                      <p:tavLst>
                                        <p:tav tm="0">
                                          <p:val>
                                            <p:strVal val="#ppt_y"/>
                                          </p:val>
                                        </p:tav>
                                        <p:tav tm="100000">
                                          <p:val>
                                            <p:strVal val="#ppt_y"/>
                                          </p:val>
                                        </p:tav>
                                      </p:tavLst>
                                    </p:anim>
                                  </p:childTnLst>
                                </p:cTn>
                              </p:par>
                              <p:par>
                                <p:cTn id="52" presetID="2" presetClass="entr" presetSubtype="2" fill="hold" grpId="0" nodeType="withEffect">
                                  <p:stCondLst>
                                    <p:cond delay="0"/>
                                  </p:stCondLst>
                                  <p:childTnLst>
                                    <p:set>
                                      <p:cBhvr>
                                        <p:cTn id="53" dur="1" fill="hold">
                                          <p:stCondLst>
                                            <p:cond delay="0"/>
                                          </p:stCondLst>
                                        </p:cTn>
                                        <p:tgtEl>
                                          <p:spTgt spid="19"/>
                                        </p:tgtEl>
                                        <p:attrNameLst>
                                          <p:attrName>style.visibility</p:attrName>
                                        </p:attrNameLst>
                                      </p:cBhvr>
                                      <p:to>
                                        <p:strVal val="visible"/>
                                      </p:to>
                                    </p:set>
                                    <p:anim calcmode="lin" valueType="num">
                                      <p:cBhvr additive="base">
                                        <p:cTn id="54" dur="500" fill="hold"/>
                                        <p:tgtEl>
                                          <p:spTgt spid="19"/>
                                        </p:tgtEl>
                                        <p:attrNameLst>
                                          <p:attrName>ppt_x</p:attrName>
                                        </p:attrNameLst>
                                      </p:cBhvr>
                                      <p:tavLst>
                                        <p:tav tm="0">
                                          <p:val>
                                            <p:strVal val="1+#ppt_w/2"/>
                                          </p:val>
                                        </p:tav>
                                        <p:tav tm="100000">
                                          <p:val>
                                            <p:strVal val="#ppt_x"/>
                                          </p:val>
                                        </p:tav>
                                      </p:tavLst>
                                    </p:anim>
                                    <p:anim calcmode="lin" valueType="num">
                                      <p:cBhvr additive="base">
                                        <p:cTn id="55" dur="500" fill="hold"/>
                                        <p:tgtEl>
                                          <p:spTgt spid="19"/>
                                        </p:tgtEl>
                                        <p:attrNameLst>
                                          <p:attrName>ppt_y</p:attrName>
                                        </p:attrNameLst>
                                      </p:cBhvr>
                                      <p:tavLst>
                                        <p:tav tm="0">
                                          <p:val>
                                            <p:strVal val="#ppt_y"/>
                                          </p:val>
                                        </p:tav>
                                        <p:tav tm="100000">
                                          <p:val>
                                            <p:strVal val="#ppt_y"/>
                                          </p:val>
                                        </p:tav>
                                      </p:tavLst>
                                    </p:anim>
                                  </p:childTnLst>
                                </p:cTn>
                              </p:par>
                              <p:par>
                                <p:cTn id="56" presetID="2" presetClass="entr" presetSubtype="2" fill="hold" nodeType="withEffect">
                                  <p:stCondLst>
                                    <p:cond delay="0"/>
                                  </p:stCondLst>
                                  <p:childTnLst>
                                    <p:set>
                                      <p:cBhvr>
                                        <p:cTn id="57" dur="1" fill="hold">
                                          <p:stCondLst>
                                            <p:cond delay="0"/>
                                          </p:stCondLst>
                                        </p:cTn>
                                        <p:tgtEl>
                                          <p:spTgt spid="20"/>
                                        </p:tgtEl>
                                        <p:attrNameLst>
                                          <p:attrName>style.visibility</p:attrName>
                                        </p:attrNameLst>
                                      </p:cBhvr>
                                      <p:to>
                                        <p:strVal val="visible"/>
                                      </p:to>
                                    </p:set>
                                    <p:anim calcmode="lin" valueType="num">
                                      <p:cBhvr additive="base">
                                        <p:cTn id="58" dur="500" fill="hold"/>
                                        <p:tgtEl>
                                          <p:spTgt spid="20"/>
                                        </p:tgtEl>
                                        <p:attrNameLst>
                                          <p:attrName>ppt_x</p:attrName>
                                        </p:attrNameLst>
                                      </p:cBhvr>
                                      <p:tavLst>
                                        <p:tav tm="0">
                                          <p:val>
                                            <p:strVal val="1+#ppt_w/2"/>
                                          </p:val>
                                        </p:tav>
                                        <p:tav tm="100000">
                                          <p:val>
                                            <p:strVal val="#ppt_x"/>
                                          </p:val>
                                        </p:tav>
                                      </p:tavLst>
                                    </p:anim>
                                    <p:anim calcmode="lin" valueType="num">
                                      <p:cBhvr additive="base">
                                        <p:cTn id="59" dur="500" fill="hold"/>
                                        <p:tgtEl>
                                          <p:spTgt spid="20"/>
                                        </p:tgtEl>
                                        <p:attrNameLst>
                                          <p:attrName>ppt_y</p:attrName>
                                        </p:attrNameLst>
                                      </p:cBhvr>
                                      <p:tavLst>
                                        <p:tav tm="0">
                                          <p:val>
                                            <p:strVal val="#ppt_y"/>
                                          </p:val>
                                        </p:tav>
                                        <p:tav tm="100000">
                                          <p:val>
                                            <p:strVal val="#ppt_y"/>
                                          </p:val>
                                        </p:tav>
                                      </p:tavLst>
                                    </p:anim>
                                  </p:childTnLst>
                                </p:cTn>
                              </p:par>
                              <p:par>
                                <p:cTn id="60" presetID="2" presetClass="entr" presetSubtype="2" fill="hold" grpId="0" nodeType="withEffect">
                                  <p:stCondLst>
                                    <p:cond delay="0"/>
                                  </p:stCondLst>
                                  <p:childTnLst>
                                    <p:set>
                                      <p:cBhvr>
                                        <p:cTn id="61" dur="1" fill="hold">
                                          <p:stCondLst>
                                            <p:cond delay="0"/>
                                          </p:stCondLst>
                                        </p:cTn>
                                        <p:tgtEl>
                                          <p:spTgt spid="21"/>
                                        </p:tgtEl>
                                        <p:attrNameLst>
                                          <p:attrName>style.visibility</p:attrName>
                                        </p:attrNameLst>
                                      </p:cBhvr>
                                      <p:to>
                                        <p:strVal val="visible"/>
                                      </p:to>
                                    </p:set>
                                    <p:anim calcmode="lin" valueType="num">
                                      <p:cBhvr additive="base">
                                        <p:cTn id="62" dur="500" fill="hold"/>
                                        <p:tgtEl>
                                          <p:spTgt spid="21"/>
                                        </p:tgtEl>
                                        <p:attrNameLst>
                                          <p:attrName>ppt_x</p:attrName>
                                        </p:attrNameLst>
                                      </p:cBhvr>
                                      <p:tavLst>
                                        <p:tav tm="0">
                                          <p:val>
                                            <p:strVal val="1+#ppt_w/2"/>
                                          </p:val>
                                        </p:tav>
                                        <p:tav tm="100000">
                                          <p:val>
                                            <p:strVal val="#ppt_x"/>
                                          </p:val>
                                        </p:tav>
                                      </p:tavLst>
                                    </p:anim>
                                    <p:anim calcmode="lin" valueType="num">
                                      <p:cBhvr additive="base">
                                        <p:cTn id="63" dur="500" fill="hold"/>
                                        <p:tgtEl>
                                          <p:spTgt spid="21"/>
                                        </p:tgtEl>
                                        <p:attrNameLst>
                                          <p:attrName>ppt_y</p:attrName>
                                        </p:attrNameLst>
                                      </p:cBhvr>
                                      <p:tavLst>
                                        <p:tav tm="0">
                                          <p:val>
                                            <p:strVal val="#ppt_y"/>
                                          </p:val>
                                        </p:tav>
                                        <p:tav tm="100000">
                                          <p:val>
                                            <p:strVal val="#ppt_y"/>
                                          </p:val>
                                        </p:tav>
                                      </p:tavLst>
                                    </p:anim>
                                  </p:childTnLst>
                                </p:cTn>
                              </p:par>
                              <p:par>
                                <p:cTn id="64" presetID="2" presetClass="entr" presetSubtype="2"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 calcmode="lin" valueType="num">
                                      <p:cBhvr additive="base">
                                        <p:cTn id="66" dur="500" fill="hold"/>
                                        <p:tgtEl>
                                          <p:spTgt spid="22"/>
                                        </p:tgtEl>
                                        <p:attrNameLst>
                                          <p:attrName>ppt_x</p:attrName>
                                        </p:attrNameLst>
                                      </p:cBhvr>
                                      <p:tavLst>
                                        <p:tav tm="0">
                                          <p:val>
                                            <p:strVal val="1+#ppt_w/2"/>
                                          </p:val>
                                        </p:tav>
                                        <p:tav tm="100000">
                                          <p:val>
                                            <p:strVal val="#ppt_x"/>
                                          </p:val>
                                        </p:tav>
                                      </p:tavLst>
                                    </p:anim>
                                    <p:anim calcmode="lin" valueType="num">
                                      <p:cBhvr additive="base">
                                        <p:cTn id="67" dur="500" fill="hold"/>
                                        <p:tgtEl>
                                          <p:spTgt spid="22"/>
                                        </p:tgtEl>
                                        <p:attrNameLst>
                                          <p:attrName>ppt_y</p:attrName>
                                        </p:attrNameLst>
                                      </p:cBhvr>
                                      <p:tavLst>
                                        <p:tav tm="0">
                                          <p:val>
                                            <p:strVal val="#ppt_y"/>
                                          </p:val>
                                        </p:tav>
                                        <p:tav tm="100000">
                                          <p:val>
                                            <p:strVal val="#ppt_y"/>
                                          </p:val>
                                        </p:tav>
                                      </p:tavLst>
                                    </p:anim>
                                  </p:childTnLst>
                                </p:cTn>
                              </p:par>
                              <p:par>
                                <p:cTn id="68" presetID="2" presetClass="entr" presetSubtype="2" fill="hold" grpId="0" nodeType="withEffect">
                                  <p:stCondLst>
                                    <p:cond delay="0"/>
                                  </p:stCondLst>
                                  <p:childTnLst>
                                    <p:set>
                                      <p:cBhvr>
                                        <p:cTn id="69" dur="1" fill="hold">
                                          <p:stCondLst>
                                            <p:cond delay="0"/>
                                          </p:stCondLst>
                                        </p:cTn>
                                        <p:tgtEl>
                                          <p:spTgt spid="23"/>
                                        </p:tgtEl>
                                        <p:attrNameLst>
                                          <p:attrName>style.visibility</p:attrName>
                                        </p:attrNameLst>
                                      </p:cBhvr>
                                      <p:to>
                                        <p:strVal val="visible"/>
                                      </p:to>
                                    </p:set>
                                    <p:anim calcmode="lin" valueType="num">
                                      <p:cBhvr additive="base">
                                        <p:cTn id="70" dur="500" fill="hold"/>
                                        <p:tgtEl>
                                          <p:spTgt spid="23"/>
                                        </p:tgtEl>
                                        <p:attrNameLst>
                                          <p:attrName>ppt_x</p:attrName>
                                        </p:attrNameLst>
                                      </p:cBhvr>
                                      <p:tavLst>
                                        <p:tav tm="0">
                                          <p:val>
                                            <p:strVal val="1+#ppt_w/2"/>
                                          </p:val>
                                        </p:tav>
                                        <p:tav tm="100000">
                                          <p:val>
                                            <p:strVal val="#ppt_x"/>
                                          </p:val>
                                        </p:tav>
                                      </p:tavLst>
                                    </p:anim>
                                    <p:anim calcmode="lin" valueType="num">
                                      <p:cBhvr additive="base">
                                        <p:cTn id="71" dur="500" fill="hold"/>
                                        <p:tgtEl>
                                          <p:spTgt spid="23"/>
                                        </p:tgtEl>
                                        <p:attrNameLst>
                                          <p:attrName>ppt_y</p:attrName>
                                        </p:attrNameLst>
                                      </p:cBhvr>
                                      <p:tavLst>
                                        <p:tav tm="0">
                                          <p:val>
                                            <p:strVal val="#ppt_y"/>
                                          </p:val>
                                        </p:tav>
                                        <p:tav tm="100000">
                                          <p:val>
                                            <p:strVal val="#ppt_y"/>
                                          </p:val>
                                        </p:tav>
                                      </p:tavLst>
                                    </p:anim>
                                  </p:childTnLst>
                                </p:cTn>
                              </p:par>
                              <p:par>
                                <p:cTn id="72" presetID="2" presetClass="entr" presetSubtype="2" fill="hold" grpId="0" nodeType="withEffect">
                                  <p:stCondLst>
                                    <p:cond delay="0"/>
                                  </p:stCondLst>
                                  <p:childTnLst>
                                    <p:set>
                                      <p:cBhvr>
                                        <p:cTn id="73" dur="1" fill="hold">
                                          <p:stCondLst>
                                            <p:cond delay="0"/>
                                          </p:stCondLst>
                                        </p:cTn>
                                        <p:tgtEl>
                                          <p:spTgt spid="24"/>
                                        </p:tgtEl>
                                        <p:attrNameLst>
                                          <p:attrName>style.visibility</p:attrName>
                                        </p:attrNameLst>
                                      </p:cBhvr>
                                      <p:to>
                                        <p:strVal val="visible"/>
                                      </p:to>
                                    </p:set>
                                    <p:anim calcmode="lin" valueType="num">
                                      <p:cBhvr additive="base">
                                        <p:cTn id="74" dur="500" fill="hold"/>
                                        <p:tgtEl>
                                          <p:spTgt spid="24"/>
                                        </p:tgtEl>
                                        <p:attrNameLst>
                                          <p:attrName>ppt_x</p:attrName>
                                        </p:attrNameLst>
                                      </p:cBhvr>
                                      <p:tavLst>
                                        <p:tav tm="0">
                                          <p:val>
                                            <p:strVal val="1+#ppt_w/2"/>
                                          </p:val>
                                        </p:tav>
                                        <p:tav tm="100000">
                                          <p:val>
                                            <p:strVal val="#ppt_x"/>
                                          </p:val>
                                        </p:tav>
                                      </p:tavLst>
                                    </p:anim>
                                    <p:anim calcmode="lin" valueType="num">
                                      <p:cBhvr additive="base">
                                        <p:cTn id="75" dur="500" fill="hold"/>
                                        <p:tgtEl>
                                          <p:spTgt spid="24"/>
                                        </p:tgtEl>
                                        <p:attrNameLst>
                                          <p:attrName>ppt_y</p:attrName>
                                        </p:attrNameLst>
                                      </p:cBhvr>
                                      <p:tavLst>
                                        <p:tav tm="0">
                                          <p:val>
                                            <p:strVal val="#ppt_y"/>
                                          </p:val>
                                        </p:tav>
                                        <p:tav tm="100000">
                                          <p:val>
                                            <p:strVal val="#ppt_y"/>
                                          </p:val>
                                        </p:tav>
                                      </p:tavLst>
                                    </p:anim>
                                  </p:childTnLst>
                                </p:cTn>
                              </p:par>
                              <p:par>
                                <p:cTn id="76" presetID="2" presetClass="entr" presetSubtype="2" fill="hold" nodeType="withEffect">
                                  <p:stCondLst>
                                    <p:cond delay="0"/>
                                  </p:stCondLst>
                                  <p:childTnLst>
                                    <p:set>
                                      <p:cBhvr>
                                        <p:cTn id="77" dur="1" fill="hold">
                                          <p:stCondLst>
                                            <p:cond delay="0"/>
                                          </p:stCondLst>
                                        </p:cTn>
                                        <p:tgtEl>
                                          <p:spTgt spid="25"/>
                                        </p:tgtEl>
                                        <p:attrNameLst>
                                          <p:attrName>style.visibility</p:attrName>
                                        </p:attrNameLst>
                                      </p:cBhvr>
                                      <p:to>
                                        <p:strVal val="visible"/>
                                      </p:to>
                                    </p:set>
                                    <p:anim calcmode="lin" valueType="num">
                                      <p:cBhvr additive="base">
                                        <p:cTn id="78" dur="500" fill="hold"/>
                                        <p:tgtEl>
                                          <p:spTgt spid="25"/>
                                        </p:tgtEl>
                                        <p:attrNameLst>
                                          <p:attrName>ppt_x</p:attrName>
                                        </p:attrNameLst>
                                      </p:cBhvr>
                                      <p:tavLst>
                                        <p:tav tm="0">
                                          <p:val>
                                            <p:strVal val="1+#ppt_w/2"/>
                                          </p:val>
                                        </p:tav>
                                        <p:tav tm="100000">
                                          <p:val>
                                            <p:strVal val="#ppt_x"/>
                                          </p:val>
                                        </p:tav>
                                      </p:tavLst>
                                    </p:anim>
                                    <p:anim calcmode="lin" valueType="num">
                                      <p:cBhvr additive="base">
                                        <p:cTn id="79" dur="500" fill="hold"/>
                                        <p:tgtEl>
                                          <p:spTgt spid="25"/>
                                        </p:tgtEl>
                                        <p:attrNameLst>
                                          <p:attrName>ppt_y</p:attrName>
                                        </p:attrNameLst>
                                      </p:cBhvr>
                                      <p:tavLst>
                                        <p:tav tm="0">
                                          <p:val>
                                            <p:strVal val="#ppt_y"/>
                                          </p:val>
                                        </p:tav>
                                        <p:tav tm="100000">
                                          <p:val>
                                            <p:strVal val="#ppt_y"/>
                                          </p:val>
                                        </p:tav>
                                      </p:tavLst>
                                    </p:anim>
                                  </p:childTnLst>
                                </p:cTn>
                              </p:par>
                              <p:par>
                                <p:cTn id="80" presetID="2" presetClass="entr" presetSubtype="2" fill="hold" grpId="0" nodeType="withEffect">
                                  <p:stCondLst>
                                    <p:cond delay="0"/>
                                  </p:stCondLst>
                                  <p:childTnLst>
                                    <p:set>
                                      <p:cBhvr>
                                        <p:cTn id="81" dur="1" fill="hold">
                                          <p:stCondLst>
                                            <p:cond delay="0"/>
                                          </p:stCondLst>
                                        </p:cTn>
                                        <p:tgtEl>
                                          <p:spTgt spid="26"/>
                                        </p:tgtEl>
                                        <p:attrNameLst>
                                          <p:attrName>style.visibility</p:attrName>
                                        </p:attrNameLst>
                                      </p:cBhvr>
                                      <p:to>
                                        <p:strVal val="visible"/>
                                      </p:to>
                                    </p:set>
                                    <p:anim calcmode="lin" valueType="num">
                                      <p:cBhvr additive="base">
                                        <p:cTn id="82" dur="500" fill="hold"/>
                                        <p:tgtEl>
                                          <p:spTgt spid="26"/>
                                        </p:tgtEl>
                                        <p:attrNameLst>
                                          <p:attrName>ppt_x</p:attrName>
                                        </p:attrNameLst>
                                      </p:cBhvr>
                                      <p:tavLst>
                                        <p:tav tm="0">
                                          <p:val>
                                            <p:strVal val="1+#ppt_w/2"/>
                                          </p:val>
                                        </p:tav>
                                        <p:tav tm="100000">
                                          <p:val>
                                            <p:strVal val="#ppt_x"/>
                                          </p:val>
                                        </p:tav>
                                      </p:tavLst>
                                    </p:anim>
                                    <p:anim calcmode="lin" valueType="num">
                                      <p:cBhvr additive="base">
                                        <p:cTn id="83" dur="500" fill="hold"/>
                                        <p:tgtEl>
                                          <p:spTgt spid="26"/>
                                        </p:tgtEl>
                                        <p:attrNameLst>
                                          <p:attrName>ppt_y</p:attrName>
                                        </p:attrNameLst>
                                      </p:cBhvr>
                                      <p:tavLst>
                                        <p:tav tm="0">
                                          <p:val>
                                            <p:strVal val="#ppt_y"/>
                                          </p:val>
                                        </p:tav>
                                        <p:tav tm="100000">
                                          <p:val>
                                            <p:strVal val="#ppt_y"/>
                                          </p:val>
                                        </p:tav>
                                      </p:tavLst>
                                    </p:anim>
                                  </p:childTnLst>
                                </p:cTn>
                              </p:par>
                              <p:par>
                                <p:cTn id="84" presetID="2" presetClass="entr" presetSubtype="2" fill="hold" grpId="0" nodeType="withEffect">
                                  <p:stCondLst>
                                    <p:cond delay="0"/>
                                  </p:stCondLst>
                                  <p:childTnLst>
                                    <p:set>
                                      <p:cBhvr>
                                        <p:cTn id="85" dur="1" fill="hold">
                                          <p:stCondLst>
                                            <p:cond delay="0"/>
                                          </p:stCondLst>
                                        </p:cTn>
                                        <p:tgtEl>
                                          <p:spTgt spid="27"/>
                                        </p:tgtEl>
                                        <p:attrNameLst>
                                          <p:attrName>style.visibility</p:attrName>
                                        </p:attrNameLst>
                                      </p:cBhvr>
                                      <p:to>
                                        <p:strVal val="visible"/>
                                      </p:to>
                                    </p:set>
                                    <p:anim calcmode="lin" valueType="num">
                                      <p:cBhvr additive="base">
                                        <p:cTn id="86" dur="500" fill="hold"/>
                                        <p:tgtEl>
                                          <p:spTgt spid="27"/>
                                        </p:tgtEl>
                                        <p:attrNameLst>
                                          <p:attrName>ppt_x</p:attrName>
                                        </p:attrNameLst>
                                      </p:cBhvr>
                                      <p:tavLst>
                                        <p:tav tm="0">
                                          <p:val>
                                            <p:strVal val="1+#ppt_w/2"/>
                                          </p:val>
                                        </p:tav>
                                        <p:tav tm="100000">
                                          <p:val>
                                            <p:strVal val="#ppt_x"/>
                                          </p:val>
                                        </p:tav>
                                      </p:tavLst>
                                    </p:anim>
                                    <p:anim calcmode="lin" valueType="num">
                                      <p:cBhvr additive="base">
                                        <p:cTn id="87" dur="500" fill="hold"/>
                                        <p:tgtEl>
                                          <p:spTgt spid="27"/>
                                        </p:tgtEl>
                                        <p:attrNameLst>
                                          <p:attrName>ppt_y</p:attrName>
                                        </p:attrNameLst>
                                      </p:cBhvr>
                                      <p:tavLst>
                                        <p:tav tm="0">
                                          <p:val>
                                            <p:strVal val="#ppt_y"/>
                                          </p:val>
                                        </p:tav>
                                        <p:tav tm="100000">
                                          <p:val>
                                            <p:strVal val="#ppt_y"/>
                                          </p:val>
                                        </p:tav>
                                      </p:tavLst>
                                    </p:anim>
                                  </p:childTnLst>
                                </p:cTn>
                              </p:par>
                              <p:par>
                                <p:cTn id="88" presetID="2" presetClass="entr" presetSubtype="2" fill="hold" grpId="0" nodeType="withEffect">
                                  <p:stCondLst>
                                    <p:cond delay="0"/>
                                  </p:stCondLst>
                                  <p:childTnLst>
                                    <p:set>
                                      <p:cBhvr>
                                        <p:cTn id="89" dur="1" fill="hold">
                                          <p:stCondLst>
                                            <p:cond delay="0"/>
                                          </p:stCondLst>
                                        </p:cTn>
                                        <p:tgtEl>
                                          <p:spTgt spid="28"/>
                                        </p:tgtEl>
                                        <p:attrNameLst>
                                          <p:attrName>style.visibility</p:attrName>
                                        </p:attrNameLst>
                                      </p:cBhvr>
                                      <p:to>
                                        <p:strVal val="visible"/>
                                      </p:to>
                                    </p:set>
                                    <p:anim calcmode="lin" valueType="num">
                                      <p:cBhvr additive="base">
                                        <p:cTn id="90" dur="500" fill="hold"/>
                                        <p:tgtEl>
                                          <p:spTgt spid="28"/>
                                        </p:tgtEl>
                                        <p:attrNameLst>
                                          <p:attrName>ppt_x</p:attrName>
                                        </p:attrNameLst>
                                      </p:cBhvr>
                                      <p:tavLst>
                                        <p:tav tm="0">
                                          <p:val>
                                            <p:strVal val="1+#ppt_w/2"/>
                                          </p:val>
                                        </p:tav>
                                        <p:tav tm="100000">
                                          <p:val>
                                            <p:strVal val="#ppt_x"/>
                                          </p:val>
                                        </p:tav>
                                      </p:tavLst>
                                    </p:anim>
                                    <p:anim calcmode="lin" valueType="num">
                                      <p:cBhvr additive="base">
                                        <p:cTn id="91" dur="500" fill="hold"/>
                                        <p:tgtEl>
                                          <p:spTgt spid="28"/>
                                        </p:tgtEl>
                                        <p:attrNameLst>
                                          <p:attrName>ppt_y</p:attrName>
                                        </p:attrNameLst>
                                      </p:cBhvr>
                                      <p:tavLst>
                                        <p:tav tm="0">
                                          <p:val>
                                            <p:strVal val="#ppt_y"/>
                                          </p:val>
                                        </p:tav>
                                        <p:tav tm="100000">
                                          <p:val>
                                            <p:strVal val="#ppt_y"/>
                                          </p:val>
                                        </p:tav>
                                      </p:tavLst>
                                    </p:anim>
                                  </p:childTnLst>
                                </p:cTn>
                              </p:par>
                              <p:par>
                                <p:cTn id="92" presetID="2" presetClass="entr" presetSubtype="2" fill="hold" grpId="0" nodeType="withEffect">
                                  <p:stCondLst>
                                    <p:cond delay="0"/>
                                  </p:stCondLst>
                                  <p:childTnLst>
                                    <p:set>
                                      <p:cBhvr>
                                        <p:cTn id="93" dur="1" fill="hold">
                                          <p:stCondLst>
                                            <p:cond delay="0"/>
                                          </p:stCondLst>
                                        </p:cTn>
                                        <p:tgtEl>
                                          <p:spTgt spid="29"/>
                                        </p:tgtEl>
                                        <p:attrNameLst>
                                          <p:attrName>style.visibility</p:attrName>
                                        </p:attrNameLst>
                                      </p:cBhvr>
                                      <p:to>
                                        <p:strVal val="visible"/>
                                      </p:to>
                                    </p:set>
                                    <p:anim calcmode="lin" valueType="num">
                                      <p:cBhvr additive="base">
                                        <p:cTn id="94" dur="500" fill="hold"/>
                                        <p:tgtEl>
                                          <p:spTgt spid="29"/>
                                        </p:tgtEl>
                                        <p:attrNameLst>
                                          <p:attrName>ppt_x</p:attrName>
                                        </p:attrNameLst>
                                      </p:cBhvr>
                                      <p:tavLst>
                                        <p:tav tm="0">
                                          <p:val>
                                            <p:strVal val="1+#ppt_w/2"/>
                                          </p:val>
                                        </p:tav>
                                        <p:tav tm="100000">
                                          <p:val>
                                            <p:strVal val="#ppt_x"/>
                                          </p:val>
                                        </p:tav>
                                      </p:tavLst>
                                    </p:anim>
                                    <p:anim calcmode="lin" valueType="num">
                                      <p:cBhvr additive="base">
                                        <p:cTn id="95" dur="500" fill="hold"/>
                                        <p:tgtEl>
                                          <p:spTgt spid="29"/>
                                        </p:tgtEl>
                                        <p:attrNameLst>
                                          <p:attrName>ppt_y</p:attrName>
                                        </p:attrNameLst>
                                      </p:cBhvr>
                                      <p:tavLst>
                                        <p:tav tm="0">
                                          <p:val>
                                            <p:strVal val="#ppt_y"/>
                                          </p:val>
                                        </p:tav>
                                        <p:tav tm="100000">
                                          <p:val>
                                            <p:strVal val="#ppt_y"/>
                                          </p:val>
                                        </p:tav>
                                      </p:tavLst>
                                    </p:anim>
                                  </p:childTnLst>
                                </p:cTn>
                              </p:par>
                              <p:par>
                                <p:cTn id="96" presetID="2" presetClass="entr" presetSubtype="2" fill="hold" nodeType="withEffect">
                                  <p:stCondLst>
                                    <p:cond delay="0"/>
                                  </p:stCondLst>
                                  <p:childTnLst>
                                    <p:set>
                                      <p:cBhvr>
                                        <p:cTn id="97" dur="1" fill="hold">
                                          <p:stCondLst>
                                            <p:cond delay="0"/>
                                          </p:stCondLst>
                                        </p:cTn>
                                        <p:tgtEl>
                                          <p:spTgt spid="30"/>
                                        </p:tgtEl>
                                        <p:attrNameLst>
                                          <p:attrName>style.visibility</p:attrName>
                                        </p:attrNameLst>
                                      </p:cBhvr>
                                      <p:to>
                                        <p:strVal val="visible"/>
                                      </p:to>
                                    </p:set>
                                    <p:anim calcmode="lin" valueType="num">
                                      <p:cBhvr additive="base">
                                        <p:cTn id="98" dur="500" fill="hold"/>
                                        <p:tgtEl>
                                          <p:spTgt spid="30"/>
                                        </p:tgtEl>
                                        <p:attrNameLst>
                                          <p:attrName>ppt_x</p:attrName>
                                        </p:attrNameLst>
                                      </p:cBhvr>
                                      <p:tavLst>
                                        <p:tav tm="0">
                                          <p:val>
                                            <p:strVal val="1+#ppt_w/2"/>
                                          </p:val>
                                        </p:tav>
                                        <p:tav tm="100000">
                                          <p:val>
                                            <p:strVal val="#ppt_x"/>
                                          </p:val>
                                        </p:tav>
                                      </p:tavLst>
                                    </p:anim>
                                    <p:anim calcmode="lin" valueType="num">
                                      <p:cBhvr additive="base">
                                        <p:cTn id="99" dur="500" fill="hold"/>
                                        <p:tgtEl>
                                          <p:spTgt spid="30"/>
                                        </p:tgtEl>
                                        <p:attrNameLst>
                                          <p:attrName>ppt_y</p:attrName>
                                        </p:attrNameLst>
                                      </p:cBhvr>
                                      <p:tavLst>
                                        <p:tav tm="0">
                                          <p:val>
                                            <p:strVal val="#ppt_y"/>
                                          </p:val>
                                        </p:tav>
                                        <p:tav tm="100000">
                                          <p:val>
                                            <p:strVal val="#ppt_y"/>
                                          </p:val>
                                        </p:tav>
                                      </p:tavLst>
                                    </p:anim>
                                  </p:childTnLst>
                                </p:cTn>
                              </p:par>
                              <p:par>
                                <p:cTn id="100" presetID="2" presetClass="entr" presetSubtype="2" fill="hold" grpId="0" nodeType="withEffect">
                                  <p:stCondLst>
                                    <p:cond delay="0"/>
                                  </p:stCondLst>
                                  <p:childTnLst>
                                    <p:set>
                                      <p:cBhvr>
                                        <p:cTn id="101" dur="1" fill="hold">
                                          <p:stCondLst>
                                            <p:cond delay="0"/>
                                          </p:stCondLst>
                                        </p:cTn>
                                        <p:tgtEl>
                                          <p:spTgt spid="31"/>
                                        </p:tgtEl>
                                        <p:attrNameLst>
                                          <p:attrName>style.visibility</p:attrName>
                                        </p:attrNameLst>
                                      </p:cBhvr>
                                      <p:to>
                                        <p:strVal val="visible"/>
                                      </p:to>
                                    </p:set>
                                    <p:anim calcmode="lin" valueType="num">
                                      <p:cBhvr additive="base">
                                        <p:cTn id="102" dur="500" fill="hold"/>
                                        <p:tgtEl>
                                          <p:spTgt spid="31"/>
                                        </p:tgtEl>
                                        <p:attrNameLst>
                                          <p:attrName>ppt_x</p:attrName>
                                        </p:attrNameLst>
                                      </p:cBhvr>
                                      <p:tavLst>
                                        <p:tav tm="0">
                                          <p:val>
                                            <p:strVal val="1+#ppt_w/2"/>
                                          </p:val>
                                        </p:tav>
                                        <p:tav tm="100000">
                                          <p:val>
                                            <p:strVal val="#ppt_x"/>
                                          </p:val>
                                        </p:tav>
                                      </p:tavLst>
                                    </p:anim>
                                    <p:anim calcmode="lin" valueType="num">
                                      <p:cBhvr additive="base">
                                        <p:cTn id="103" dur="500" fill="hold"/>
                                        <p:tgtEl>
                                          <p:spTgt spid="31"/>
                                        </p:tgtEl>
                                        <p:attrNameLst>
                                          <p:attrName>ppt_y</p:attrName>
                                        </p:attrNameLst>
                                      </p:cBhvr>
                                      <p:tavLst>
                                        <p:tav tm="0">
                                          <p:val>
                                            <p:strVal val="#ppt_y"/>
                                          </p:val>
                                        </p:tav>
                                        <p:tav tm="100000">
                                          <p:val>
                                            <p:strVal val="#ppt_y"/>
                                          </p:val>
                                        </p:tav>
                                      </p:tavLst>
                                    </p:anim>
                                  </p:childTnLst>
                                </p:cTn>
                              </p:par>
                              <p:par>
                                <p:cTn id="104" presetID="2" presetClass="entr" presetSubtype="2" fill="hold" grpId="0" nodeType="withEffect">
                                  <p:stCondLst>
                                    <p:cond delay="0"/>
                                  </p:stCondLst>
                                  <p:childTnLst>
                                    <p:set>
                                      <p:cBhvr>
                                        <p:cTn id="105" dur="1" fill="hold">
                                          <p:stCondLst>
                                            <p:cond delay="0"/>
                                          </p:stCondLst>
                                        </p:cTn>
                                        <p:tgtEl>
                                          <p:spTgt spid="32"/>
                                        </p:tgtEl>
                                        <p:attrNameLst>
                                          <p:attrName>style.visibility</p:attrName>
                                        </p:attrNameLst>
                                      </p:cBhvr>
                                      <p:to>
                                        <p:strVal val="visible"/>
                                      </p:to>
                                    </p:set>
                                    <p:anim calcmode="lin" valueType="num">
                                      <p:cBhvr additive="base">
                                        <p:cTn id="106" dur="500" fill="hold"/>
                                        <p:tgtEl>
                                          <p:spTgt spid="32"/>
                                        </p:tgtEl>
                                        <p:attrNameLst>
                                          <p:attrName>ppt_x</p:attrName>
                                        </p:attrNameLst>
                                      </p:cBhvr>
                                      <p:tavLst>
                                        <p:tav tm="0">
                                          <p:val>
                                            <p:strVal val="1+#ppt_w/2"/>
                                          </p:val>
                                        </p:tav>
                                        <p:tav tm="100000">
                                          <p:val>
                                            <p:strVal val="#ppt_x"/>
                                          </p:val>
                                        </p:tav>
                                      </p:tavLst>
                                    </p:anim>
                                    <p:anim calcmode="lin" valueType="num">
                                      <p:cBhvr additive="base">
                                        <p:cTn id="107" dur="500" fill="hold"/>
                                        <p:tgtEl>
                                          <p:spTgt spid="32"/>
                                        </p:tgtEl>
                                        <p:attrNameLst>
                                          <p:attrName>ppt_y</p:attrName>
                                        </p:attrNameLst>
                                      </p:cBhvr>
                                      <p:tavLst>
                                        <p:tav tm="0">
                                          <p:val>
                                            <p:strVal val="#ppt_y"/>
                                          </p:val>
                                        </p:tav>
                                        <p:tav tm="100000">
                                          <p:val>
                                            <p:strVal val="#ppt_y"/>
                                          </p:val>
                                        </p:tav>
                                      </p:tavLst>
                                    </p:anim>
                                  </p:childTnLst>
                                </p:cTn>
                              </p:par>
                              <p:par>
                                <p:cTn id="108" presetID="2" presetClass="entr" presetSubtype="2" fill="hold" grpId="0" nodeType="withEffect">
                                  <p:stCondLst>
                                    <p:cond delay="0"/>
                                  </p:stCondLst>
                                  <p:childTnLst>
                                    <p:set>
                                      <p:cBhvr>
                                        <p:cTn id="109" dur="1" fill="hold">
                                          <p:stCondLst>
                                            <p:cond delay="0"/>
                                          </p:stCondLst>
                                        </p:cTn>
                                        <p:tgtEl>
                                          <p:spTgt spid="33"/>
                                        </p:tgtEl>
                                        <p:attrNameLst>
                                          <p:attrName>style.visibility</p:attrName>
                                        </p:attrNameLst>
                                      </p:cBhvr>
                                      <p:to>
                                        <p:strVal val="visible"/>
                                      </p:to>
                                    </p:set>
                                    <p:anim calcmode="lin" valueType="num">
                                      <p:cBhvr additive="base">
                                        <p:cTn id="110" dur="500" fill="hold"/>
                                        <p:tgtEl>
                                          <p:spTgt spid="33"/>
                                        </p:tgtEl>
                                        <p:attrNameLst>
                                          <p:attrName>ppt_x</p:attrName>
                                        </p:attrNameLst>
                                      </p:cBhvr>
                                      <p:tavLst>
                                        <p:tav tm="0">
                                          <p:val>
                                            <p:strVal val="1+#ppt_w/2"/>
                                          </p:val>
                                        </p:tav>
                                        <p:tav tm="100000">
                                          <p:val>
                                            <p:strVal val="#ppt_x"/>
                                          </p:val>
                                        </p:tav>
                                      </p:tavLst>
                                    </p:anim>
                                    <p:anim calcmode="lin" valueType="num">
                                      <p:cBhvr additive="base">
                                        <p:cTn id="111" dur="500" fill="hold"/>
                                        <p:tgtEl>
                                          <p:spTgt spid="33"/>
                                        </p:tgtEl>
                                        <p:attrNameLst>
                                          <p:attrName>ppt_y</p:attrName>
                                        </p:attrNameLst>
                                      </p:cBhvr>
                                      <p:tavLst>
                                        <p:tav tm="0">
                                          <p:val>
                                            <p:strVal val="#ppt_y"/>
                                          </p:val>
                                        </p:tav>
                                        <p:tav tm="100000">
                                          <p:val>
                                            <p:strVal val="#ppt_y"/>
                                          </p:val>
                                        </p:tav>
                                      </p:tavLst>
                                    </p:anim>
                                  </p:childTnLst>
                                </p:cTn>
                              </p:par>
                              <p:par>
                                <p:cTn id="112" presetID="2" presetClass="entr" presetSubtype="2" fill="hold" grpId="0" nodeType="withEffect">
                                  <p:stCondLst>
                                    <p:cond delay="0"/>
                                  </p:stCondLst>
                                  <p:childTnLst>
                                    <p:set>
                                      <p:cBhvr>
                                        <p:cTn id="113" dur="1" fill="hold">
                                          <p:stCondLst>
                                            <p:cond delay="0"/>
                                          </p:stCondLst>
                                        </p:cTn>
                                        <p:tgtEl>
                                          <p:spTgt spid="34"/>
                                        </p:tgtEl>
                                        <p:attrNameLst>
                                          <p:attrName>style.visibility</p:attrName>
                                        </p:attrNameLst>
                                      </p:cBhvr>
                                      <p:to>
                                        <p:strVal val="visible"/>
                                      </p:to>
                                    </p:set>
                                    <p:anim calcmode="lin" valueType="num">
                                      <p:cBhvr additive="base">
                                        <p:cTn id="114" dur="500" fill="hold"/>
                                        <p:tgtEl>
                                          <p:spTgt spid="34"/>
                                        </p:tgtEl>
                                        <p:attrNameLst>
                                          <p:attrName>ppt_x</p:attrName>
                                        </p:attrNameLst>
                                      </p:cBhvr>
                                      <p:tavLst>
                                        <p:tav tm="0">
                                          <p:val>
                                            <p:strVal val="1+#ppt_w/2"/>
                                          </p:val>
                                        </p:tav>
                                        <p:tav tm="100000">
                                          <p:val>
                                            <p:strVal val="#ppt_x"/>
                                          </p:val>
                                        </p:tav>
                                      </p:tavLst>
                                    </p:anim>
                                    <p:anim calcmode="lin" valueType="num">
                                      <p:cBhvr additive="base">
                                        <p:cTn id="115" dur="500" fill="hold"/>
                                        <p:tgtEl>
                                          <p:spTgt spid="34"/>
                                        </p:tgtEl>
                                        <p:attrNameLst>
                                          <p:attrName>ppt_y</p:attrName>
                                        </p:attrNameLst>
                                      </p:cBhvr>
                                      <p:tavLst>
                                        <p:tav tm="0">
                                          <p:val>
                                            <p:strVal val="#ppt_y"/>
                                          </p:val>
                                        </p:tav>
                                        <p:tav tm="100000">
                                          <p:val>
                                            <p:strVal val="#ppt_y"/>
                                          </p:val>
                                        </p:tav>
                                      </p:tavLst>
                                    </p:anim>
                                  </p:childTnLst>
                                </p:cTn>
                              </p:par>
                              <p:par>
                                <p:cTn id="116" presetID="2" presetClass="entr" presetSubtype="2" fill="hold" nodeType="withEffect">
                                  <p:stCondLst>
                                    <p:cond delay="0"/>
                                  </p:stCondLst>
                                  <p:childTnLst>
                                    <p:set>
                                      <p:cBhvr>
                                        <p:cTn id="117" dur="1" fill="hold">
                                          <p:stCondLst>
                                            <p:cond delay="0"/>
                                          </p:stCondLst>
                                        </p:cTn>
                                        <p:tgtEl>
                                          <p:spTgt spid="35"/>
                                        </p:tgtEl>
                                        <p:attrNameLst>
                                          <p:attrName>style.visibility</p:attrName>
                                        </p:attrNameLst>
                                      </p:cBhvr>
                                      <p:to>
                                        <p:strVal val="visible"/>
                                      </p:to>
                                    </p:set>
                                    <p:anim calcmode="lin" valueType="num">
                                      <p:cBhvr additive="base">
                                        <p:cTn id="118" dur="500" fill="hold"/>
                                        <p:tgtEl>
                                          <p:spTgt spid="35"/>
                                        </p:tgtEl>
                                        <p:attrNameLst>
                                          <p:attrName>ppt_x</p:attrName>
                                        </p:attrNameLst>
                                      </p:cBhvr>
                                      <p:tavLst>
                                        <p:tav tm="0">
                                          <p:val>
                                            <p:strVal val="1+#ppt_w/2"/>
                                          </p:val>
                                        </p:tav>
                                        <p:tav tm="100000">
                                          <p:val>
                                            <p:strVal val="#ppt_x"/>
                                          </p:val>
                                        </p:tav>
                                      </p:tavLst>
                                    </p:anim>
                                    <p:anim calcmode="lin" valueType="num">
                                      <p:cBhvr additive="base">
                                        <p:cTn id="119" dur="500" fill="hold"/>
                                        <p:tgtEl>
                                          <p:spTgt spid="35"/>
                                        </p:tgtEl>
                                        <p:attrNameLst>
                                          <p:attrName>ppt_y</p:attrName>
                                        </p:attrNameLst>
                                      </p:cBhvr>
                                      <p:tavLst>
                                        <p:tav tm="0">
                                          <p:val>
                                            <p:strVal val="#ppt_y"/>
                                          </p:val>
                                        </p:tav>
                                        <p:tav tm="100000">
                                          <p:val>
                                            <p:strVal val="#ppt_y"/>
                                          </p:val>
                                        </p:tav>
                                      </p:tavLst>
                                    </p:anim>
                                  </p:childTnLst>
                                </p:cTn>
                              </p:par>
                              <p:par>
                                <p:cTn id="120" presetID="2" presetClass="entr" presetSubtype="2" fill="hold" grpId="0" nodeType="withEffect">
                                  <p:stCondLst>
                                    <p:cond delay="0"/>
                                  </p:stCondLst>
                                  <p:childTnLst>
                                    <p:set>
                                      <p:cBhvr>
                                        <p:cTn id="121" dur="1" fill="hold">
                                          <p:stCondLst>
                                            <p:cond delay="0"/>
                                          </p:stCondLst>
                                        </p:cTn>
                                        <p:tgtEl>
                                          <p:spTgt spid="36"/>
                                        </p:tgtEl>
                                        <p:attrNameLst>
                                          <p:attrName>style.visibility</p:attrName>
                                        </p:attrNameLst>
                                      </p:cBhvr>
                                      <p:to>
                                        <p:strVal val="visible"/>
                                      </p:to>
                                    </p:set>
                                    <p:anim calcmode="lin" valueType="num">
                                      <p:cBhvr additive="base">
                                        <p:cTn id="122" dur="500" fill="hold"/>
                                        <p:tgtEl>
                                          <p:spTgt spid="36"/>
                                        </p:tgtEl>
                                        <p:attrNameLst>
                                          <p:attrName>ppt_x</p:attrName>
                                        </p:attrNameLst>
                                      </p:cBhvr>
                                      <p:tavLst>
                                        <p:tav tm="0">
                                          <p:val>
                                            <p:strVal val="1+#ppt_w/2"/>
                                          </p:val>
                                        </p:tav>
                                        <p:tav tm="100000">
                                          <p:val>
                                            <p:strVal val="#ppt_x"/>
                                          </p:val>
                                        </p:tav>
                                      </p:tavLst>
                                    </p:anim>
                                    <p:anim calcmode="lin" valueType="num">
                                      <p:cBhvr additive="base">
                                        <p:cTn id="123" dur="500" fill="hold"/>
                                        <p:tgtEl>
                                          <p:spTgt spid="36"/>
                                        </p:tgtEl>
                                        <p:attrNameLst>
                                          <p:attrName>ppt_y</p:attrName>
                                        </p:attrNameLst>
                                      </p:cBhvr>
                                      <p:tavLst>
                                        <p:tav tm="0">
                                          <p:val>
                                            <p:strVal val="#ppt_y"/>
                                          </p:val>
                                        </p:tav>
                                        <p:tav tm="100000">
                                          <p:val>
                                            <p:strVal val="#ppt_y"/>
                                          </p:val>
                                        </p:tav>
                                      </p:tavLst>
                                    </p:anim>
                                  </p:childTnLst>
                                </p:cTn>
                              </p:par>
                              <p:par>
                                <p:cTn id="124" presetID="2" presetClass="entr" presetSubtype="2" fill="hold" grpId="0" nodeType="withEffect">
                                  <p:stCondLst>
                                    <p:cond delay="0"/>
                                  </p:stCondLst>
                                  <p:childTnLst>
                                    <p:set>
                                      <p:cBhvr>
                                        <p:cTn id="125" dur="1" fill="hold">
                                          <p:stCondLst>
                                            <p:cond delay="0"/>
                                          </p:stCondLst>
                                        </p:cTn>
                                        <p:tgtEl>
                                          <p:spTgt spid="37"/>
                                        </p:tgtEl>
                                        <p:attrNameLst>
                                          <p:attrName>style.visibility</p:attrName>
                                        </p:attrNameLst>
                                      </p:cBhvr>
                                      <p:to>
                                        <p:strVal val="visible"/>
                                      </p:to>
                                    </p:set>
                                    <p:anim calcmode="lin" valueType="num">
                                      <p:cBhvr additive="base">
                                        <p:cTn id="126" dur="500" fill="hold"/>
                                        <p:tgtEl>
                                          <p:spTgt spid="37"/>
                                        </p:tgtEl>
                                        <p:attrNameLst>
                                          <p:attrName>ppt_x</p:attrName>
                                        </p:attrNameLst>
                                      </p:cBhvr>
                                      <p:tavLst>
                                        <p:tav tm="0">
                                          <p:val>
                                            <p:strVal val="1+#ppt_w/2"/>
                                          </p:val>
                                        </p:tav>
                                        <p:tav tm="100000">
                                          <p:val>
                                            <p:strVal val="#ppt_x"/>
                                          </p:val>
                                        </p:tav>
                                      </p:tavLst>
                                    </p:anim>
                                    <p:anim calcmode="lin" valueType="num">
                                      <p:cBhvr additive="base">
                                        <p:cTn id="127" dur="500" fill="hold"/>
                                        <p:tgtEl>
                                          <p:spTgt spid="37"/>
                                        </p:tgtEl>
                                        <p:attrNameLst>
                                          <p:attrName>ppt_y</p:attrName>
                                        </p:attrNameLst>
                                      </p:cBhvr>
                                      <p:tavLst>
                                        <p:tav tm="0">
                                          <p:val>
                                            <p:strVal val="#ppt_y"/>
                                          </p:val>
                                        </p:tav>
                                        <p:tav tm="100000">
                                          <p:val>
                                            <p:strVal val="#ppt_y"/>
                                          </p:val>
                                        </p:tav>
                                      </p:tavLst>
                                    </p:anim>
                                  </p:childTnLst>
                                </p:cTn>
                              </p:par>
                              <p:par>
                                <p:cTn id="128" presetID="2" presetClass="entr" presetSubtype="2" fill="hold" grpId="0" nodeType="withEffect">
                                  <p:stCondLst>
                                    <p:cond delay="0"/>
                                  </p:stCondLst>
                                  <p:childTnLst>
                                    <p:set>
                                      <p:cBhvr>
                                        <p:cTn id="129" dur="1" fill="hold">
                                          <p:stCondLst>
                                            <p:cond delay="0"/>
                                          </p:stCondLst>
                                        </p:cTn>
                                        <p:tgtEl>
                                          <p:spTgt spid="38"/>
                                        </p:tgtEl>
                                        <p:attrNameLst>
                                          <p:attrName>style.visibility</p:attrName>
                                        </p:attrNameLst>
                                      </p:cBhvr>
                                      <p:to>
                                        <p:strVal val="visible"/>
                                      </p:to>
                                    </p:set>
                                    <p:anim calcmode="lin" valueType="num">
                                      <p:cBhvr additive="base">
                                        <p:cTn id="130" dur="500" fill="hold"/>
                                        <p:tgtEl>
                                          <p:spTgt spid="38"/>
                                        </p:tgtEl>
                                        <p:attrNameLst>
                                          <p:attrName>ppt_x</p:attrName>
                                        </p:attrNameLst>
                                      </p:cBhvr>
                                      <p:tavLst>
                                        <p:tav tm="0">
                                          <p:val>
                                            <p:strVal val="1+#ppt_w/2"/>
                                          </p:val>
                                        </p:tav>
                                        <p:tav tm="100000">
                                          <p:val>
                                            <p:strVal val="#ppt_x"/>
                                          </p:val>
                                        </p:tav>
                                      </p:tavLst>
                                    </p:anim>
                                    <p:anim calcmode="lin" valueType="num">
                                      <p:cBhvr additive="base">
                                        <p:cTn id="131" dur="500" fill="hold"/>
                                        <p:tgtEl>
                                          <p:spTgt spid="38"/>
                                        </p:tgtEl>
                                        <p:attrNameLst>
                                          <p:attrName>ppt_y</p:attrName>
                                        </p:attrNameLst>
                                      </p:cBhvr>
                                      <p:tavLst>
                                        <p:tav tm="0">
                                          <p:val>
                                            <p:strVal val="#ppt_y"/>
                                          </p:val>
                                        </p:tav>
                                        <p:tav tm="100000">
                                          <p:val>
                                            <p:strVal val="#ppt_y"/>
                                          </p:val>
                                        </p:tav>
                                      </p:tavLst>
                                    </p:anim>
                                  </p:childTnLst>
                                </p:cTn>
                              </p:par>
                              <p:par>
                                <p:cTn id="132" presetID="2" presetClass="entr" presetSubtype="2" fill="hold" grpId="0" nodeType="withEffect">
                                  <p:stCondLst>
                                    <p:cond delay="0"/>
                                  </p:stCondLst>
                                  <p:childTnLst>
                                    <p:set>
                                      <p:cBhvr>
                                        <p:cTn id="133" dur="1" fill="hold">
                                          <p:stCondLst>
                                            <p:cond delay="0"/>
                                          </p:stCondLst>
                                        </p:cTn>
                                        <p:tgtEl>
                                          <p:spTgt spid="39"/>
                                        </p:tgtEl>
                                        <p:attrNameLst>
                                          <p:attrName>style.visibility</p:attrName>
                                        </p:attrNameLst>
                                      </p:cBhvr>
                                      <p:to>
                                        <p:strVal val="visible"/>
                                      </p:to>
                                    </p:set>
                                    <p:anim calcmode="lin" valueType="num">
                                      <p:cBhvr additive="base">
                                        <p:cTn id="134" dur="500" fill="hold"/>
                                        <p:tgtEl>
                                          <p:spTgt spid="39"/>
                                        </p:tgtEl>
                                        <p:attrNameLst>
                                          <p:attrName>ppt_x</p:attrName>
                                        </p:attrNameLst>
                                      </p:cBhvr>
                                      <p:tavLst>
                                        <p:tav tm="0">
                                          <p:val>
                                            <p:strVal val="1+#ppt_w/2"/>
                                          </p:val>
                                        </p:tav>
                                        <p:tav tm="100000">
                                          <p:val>
                                            <p:strVal val="#ppt_x"/>
                                          </p:val>
                                        </p:tav>
                                      </p:tavLst>
                                    </p:anim>
                                    <p:anim calcmode="lin" valueType="num">
                                      <p:cBhvr additive="base">
                                        <p:cTn id="135" dur="500" fill="hold"/>
                                        <p:tgtEl>
                                          <p:spTgt spid="39"/>
                                        </p:tgtEl>
                                        <p:attrNameLst>
                                          <p:attrName>ppt_y</p:attrName>
                                        </p:attrNameLst>
                                      </p:cBhvr>
                                      <p:tavLst>
                                        <p:tav tm="0">
                                          <p:val>
                                            <p:strVal val="#ppt_y"/>
                                          </p:val>
                                        </p:tav>
                                        <p:tav tm="100000">
                                          <p:val>
                                            <p:strVal val="#ppt_y"/>
                                          </p:val>
                                        </p:tav>
                                      </p:tavLst>
                                    </p:anim>
                                  </p:childTnLst>
                                </p:cTn>
                              </p:par>
                              <p:par>
                                <p:cTn id="136" presetID="2" presetClass="entr" presetSubtype="2" fill="hold" nodeType="withEffect">
                                  <p:stCondLst>
                                    <p:cond delay="0"/>
                                  </p:stCondLst>
                                  <p:childTnLst>
                                    <p:set>
                                      <p:cBhvr>
                                        <p:cTn id="137" dur="1" fill="hold">
                                          <p:stCondLst>
                                            <p:cond delay="0"/>
                                          </p:stCondLst>
                                        </p:cTn>
                                        <p:tgtEl>
                                          <p:spTgt spid="40"/>
                                        </p:tgtEl>
                                        <p:attrNameLst>
                                          <p:attrName>style.visibility</p:attrName>
                                        </p:attrNameLst>
                                      </p:cBhvr>
                                      <p:to>
                                        <p:strVal val="visible"/>
                                      </p:to>
                                    </p:set>
                                    <p:anim calcmode="lin" valueType="num">
                                      <p:cBhvr additive="base">
                                        <p:cTn id="138" dur="500" fill="hold"/>
                                        <p:tgtEl>
                                          <p:spTgt spid="40"/>
                                        </p:tgtEl>
                                        <p:attrNameLst>
                                          <p:attrName>ppt_x</p:attrName>
                                        </p:attrNameLst>
                                      </p:cBhvr>
                                      <p:tavLst>
                                        <p:tav tm="0">
                                          <p:val>
                                            <p:strVal val="1+#ppt_w/2"/>
                                          </p:val>
                                        </p:tav>
                                        <p:tav tm="100000">
                                          <p:val>
                                            <p:strVal val="#ppt_x"/>
                                          </p:val>
                                        </p:tav>
                                      </p:tavLst>
                                    </p:anim>
                                    <p:anim calcmode="lin" valueType="num">
                                      <p:cBhvr additive="base">
                                        <p:cTn id="139" dur="500" fill="hold"/>
                                        <p:tgtEl>
                                          <p:spTgt spid="40"/>
                                        </p:tgtEl>
                                        <p:attrNameLst>
                                          <p:attrName>ppt_y</p:attrName>
                                        </p:attrNameLst>
                                      </p:cBhvr>
                                      <p:tavLst>
                                        <p:tav tm="0">
                                          <p:val>
                                            <p:strVal val="#ppt_y"/>
                                          </p:val>
                                        </p:tav>
                                        <p:tav tm="100000">
                                          <p:val>
                                            <p:strVal val="#ppt_y"/>
                                          </p:val>
                                        </p:tav>
                                      </p:tavLst>
                                    </p:anim>
                                  </p:childTnLst>
                                </p:cTn>
                              </p:par>
                              <p:par>
                                <p:cTn id="140" presetID="2" presetClass="entr" presetSubtype="2" fill="hold" grpId="0" nodeType="withEffect">
                                  <p:stCondLst>
                                    <p:cond delay="0"/>
                                  </p:stCondLst>
                                  <p:childTnLst>
                                    <p:set>
                                      <p:cBhvr>
                                        <p:cTn id="141" dur="1" fill="hold">
                                          <p:stCondLst>
                                            <p:cond delay="0"/>
                                          </p:stCondLst>
                                        </p:cTn>
                                        <p:tgtEl>
                                          <p:spTgt spid="41"/>
                                        </p:tgtEl>
                                        <p:attrNameLst>
                                          <p:attrName>style.visibility</p:attrName>
                                        </p:attrNameLst>
                                      </p:cBhvr>
                                      <p:to>
                                        <p:strVal val="visible"/>
                                      </p:to>
                                    </p:set>
                                    <p:anim calcmode="lin" valueType="num">
                                      <p:cBhvr additive="base">
                                        <p:cTn id="142" dur="500" fill="hold"/>
                                        <p:tgtEl>
                                          <p:spTgt spid="41"/>
                                        </p:tgtEl>
                                        <p:attrNameLst>
                                          <p:attrName>ppt_x</p:attrName>
                                        </p:attrNameLst>
                                      </p:cBhvr>
                                      <p:tavLst>
                                        <p:tav tm="0">
                                          <p:val>
                                            <p:strVal val="1+#ppt_w/2"/>
                                          </p:val>
                                        </p:tav>
                                        <p:tav tm="100000">
                                          <p:val>
                                            <p:strVal val="#ppt_x"/>
                                          </p:val>
                                        </p:tav>
                                      </p:tavLst>
                                    </p:anim>
                                    <p:anim calcmode="lin" valueType="num">
                                      <p:cBhvr additive="base">
                                        <p:cTn id="143" dur="500" fill="hold"/>
                                        <p:tgtEl>
                                          <p:spTgt spid="41"/>
                                        </p:tgtEl>
                                        <p:attrNameLst>
                                          <p:attrName>ppt_y</p:attrName>
                                        </p:attrNameLst>
                                      </p:cBhvr>
                                      <p:tavLst>
                                        <p:tav tm="0">
                                          <p:val>
                                            <p:strVal val="#ppt_y"/>
                                          </p:val>
                                        </p:tav>
                                        <p:tav tm="100000">
                                          <p:val>
                                            <p:strVal val="#ppt_y"/>
                                          </p:val>
                                        </p:tav>
                                      </p:tavLst>
                                    </p:anim>
                                  </p:childTnLst>
                                </p:cTn>
                              </p:par>
                              <p:par>
                                <p:cTn id="144" presetID="2" presetClass="entr" presetSubtype="2" fill="hold" grpId="0" nodeType="withEffect">
                                  <p:stCondLst>
                                    <p:cond delay="0"/>
                                  </p:stCondLst>
                                  <p:childTnLst>
                                    <p:set>
                                      <p:cBhvr>
                                        <p:cTn id="145" dur="1" fill="hold">
                                          <p:stCondLst>
                                            <p:cond delay="0"/>
                                          </p:stCondLst>
                                        </p:cTn>
                                        <p:tgtEl>
                                          <p:spTgt spid="42"/>
                                        </p:tgtEl>
                                        <p:attrNameLst>
                                          <p:attrName>style.visibility</p:attrName>
                                        </p:attrNameLst>
                                      </p:cBhvr>
                                      <p:to>
                                        <p:strVal val="visible"/>
                                      </p:to>
                                    </p:set>
                                    <p:anim calcmode="lin" valueType="num">
                                      <p:cBhvr additive="base">
                                        <p:cTn id="146" dur="500" fill="hold"/>
                                        <p:tgtEl>
                                          <p:spTgt spid="42"/>
                                        </p:tgtEl>
                                        <p:attrNameLst>
                                          <p:attrName>ppt_x</p:attrName>
                                        </p:attrNameLst>
                                      </p:cBhvr>
                                      <p:tavLst>
                                        <p:tav tm="0">
                                          <p:val>
                                            <p:strVal val="1+#ppt_w/2"/>
                                          </p:val>
                                        </p:tav>
                                        <p:tav tm="100000">
                                          <p:val>
                                            <p:strVal val="#ppt_x"/>
                                          </p:val>
                                        </p:tav>
                                      </p:tavLst>
                                    </p:anim>
                                    <p:anim calcmode="lin" valueType="num">
                                      <p:cBhvr additive="base">
                                        <p:cTn id="147" dur="500" fill="hold"/>
                                        <p:tgtEl>
                                          <p:spTgt spid="4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6" grpId="0" animBg="1"/>
      <p:bldP spid="17" grpId="0" animBg="1"/>
      <p:bldP spid="18" grpId="0" animBg="1"/>
      <p:bldP spid="19" grpId="0" animBg="1"/>
      <p:bldP spid="21" grpId="0" animBg="1"/>
      <p:bldP spid="22" grpId="0" animBg="1"/>
      <p:bldP spid="23" grpId="0" animBg="1"/>
      <p:bldP spid="24" grpId="0" animBg="1"/>
      <p:bldP spid="26" grpId="0" animBg="1"/>
      <p:bldP spid="27" grpId="0" animBg="1"/>
      <p:bldP spid="28" grpId="0" animBg="1"/>
      <p:bldP spid="29" grpId="0" animBg="1"/>
      <p:bldP spid="31" grpId="0" animBg="1"/>
      <p:bldP spid="32" grpId="0" animBg="1"/>
      <p:bldP spid="33" grpId="0" animBg="1"/>
      <p:bldP spid="34" grpId="0" animBg="1"/>
      <p:bldP spid="36" grpId="0" animBg="1"/>
      <p:bldP spid="37" grpId="0" animBg="1"/>
      <p:bldP spid="38" grpId="0" animBg="1"/>
      <p:bldP spid="39" grpId="0" animBg="1"/>
      <p:bldP spid="41" grpId="0" animBg="1"/>
      <p:bldP spid="4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71" name="Google Shape;105;p27">
            <a:extLst>
              <a:ext uri="{FF2B5EF4-FFF2-40B4-BE49-F238E27FC236}">
                <a16:creationId xmlns:a16="http://schemas.microsoft.com/office/drawing/2014/main" id="{EE7ECED3-94F5-05AE-A988-2947AB25A0F7}"/>
              </a:ext>
            </a:extLst>
          </p:cNvPr>
          <p:cNvSpPr/>
          <p:nvPr/>
        </p:nvSpPr>
        <p:spPr>
          <a:xfrm rot="5400000">
            <a:off x="-660076" y="646210"/>
            <a:ext cx="2201895" cy="881743"/>
          </a:xfrm>
          <a:prstGeom prst="triangle">
            <a:avLst>
              <a:gd name="adj" fmla="val 50411"/>
            </a:avLst>
          </a:prstGeom>
          <a:solidFill>
            <a:schemeClr val="accent1">
              <a:lumMod val="75000"/>
            </a:schemeClr>
          </a:solidFill>
          <a:ln/>
        </p:spPr>
        <p:style>
          <a:lnRef idx="2">
            <a:schemeClr val="accent1"/>
          </a:lnRef>
          <a:fillRef idx="1">
            <a:schemeClr val="lt1"/>
          </a:fillRef>
          <a:effectRef idx="0">
            <a:schemeClr val="accent1"/>
          </a:effectRef>
          <a:fontRef idx="minor">
            <a:schemeClr val="dk1"/>
          </a:fontRef>
        </p:style>
        <p:txBody>
          <a:bodyPr spcFirstLastPara="1" wrap="square" lIns="121900" tIns="121900" rIns="121900" bIns="121900" anchor="ctr" anchorCtr="0">
            <a:noAutofit/>
          </a:bodyPr>
          <a:lstStyle/>
          <a:p>
            <a:endParaRPr sz="2400"/>
          </a:p>
        </p:txBody>
      </p:sp>
      <p:sp>
        <p:nvSpPr>
          <p:cNvPr id="72" name="Google Shape;105;p27">
            <a:extLst>
              <a:ext uri="{FF2B5EF4-FFF2-40B4-BE49-F238E27FC236}">
                <a16:creationId xmlns:a16="http://schemas.microsoft.com/office/drawing/2014/main" id="{DCC84EB4-62AE-0DB7-3EF6-703F7FA26910}"/>
              </a:ext>
            </a:extLst>
          </p:cNvPr>
          <p:cNvSpPr/>
          <p:nvPr/>
        </p:nvSpPr>
        <p:spPr>
          <a:xfrm rot="16200000">
            <a:off x="10650181" y="5330638"/>
            <a:ext cx="2201895" cy="881743"/>
          </a:xfrm>
          <a:prstGeom prst="triangle">
            <a:avLst>
              <a:gd name="adj" fmla="val 50411"/>
            </a:avLst>
          </a:prstGeom>
          <a:solidFill>
            <a:schemeClr val="accent1">
              <a:lumMod val="75000"/>
            </a:schemeClr>
          </a:solidFill>
          <a:ln>
            <a:solidFill>
              <a:schemeClr val="accent1"/>
            </a:solidFill>
          </a:ln>
        </p:spPr>
        <p:txBody>
          <a:bodyPr spcFirstLastPara="1" wrap="square" lIns="121900" tIns="121900" rIns="121900" bIns="121900" anchor="ctr" anchorCtr="0">
            <a:noAutofit/>
          </a:bodyPr>
          <a:lstStyle/>
          <a:p>
            <a:endParaRPr sz="2400"/>
          </a:p>
        </p:txBody>
      </p:sp>
      <p:sp>
        <p:nvSpPr>
          <p:cNvPr id="2" name="Shape 0"/>
          <p:cNvSpPr/>
          <p:nvPr/>
        </p:nvSpPr>
        <p:spPr>
          <a:xfrm>
            <a:off x="548640" y="502920"/>
            <a:ext cx="164592" cy="164592"/>
          </a:xfrm>
          <a:prstGeom prst="rect">
            <a:avLst/>
          </a:prstGeom>
          <a:solidFill>
            <a:srgbClr val="06B6D4"/>
          </a:solidFill>
          <a:ln w="12700">
            <a:solidFill>
              <a:srgbClr val="06B6D4"/>
            </a:solidFill>
            <a:prstDash val="solid"/>
          </a:ln>
        </p:spPr>
        <p:txBody>
          <a:bodyPr/>
          <a:lstStyle/>
          <a:p>
            <a:endParaRPr lang="fr-FR"/>
          </a:p>
        </p:txBody>
      </p:sp>
      <p:sp>
        <p:nvSpPr>
          <p:cNvPr id="3" name="Text 1"/>
          <p:cNvSpPr/>
          <p:nvPr/>
        </p:nvSpPr>
        <p:spPr>
          <a:xfrm>
            <a:off x="777240" y="411480"/>
            <a:ext cx="2011680" cy="320040"/>
          </a:xfrm>
          <a:prstGeom prst="rect">
            <a:avLst/>
          </a:prstGeom>
          <a:noFill/>
          <a:ln/>
        </p:spPr>
        <p:txBody>
          <a:bodyPr wrap="square" rtlCol="0" anchor="ctr"/>
          <a:lstStyle/>
          <a:p>
            <a:pPr marL="0" indent="0">
              <a:buNone/>
            </a:pPr>
            <a:r>
              <a:rPr lang="en-US" sz="1100" b="1" kern="0" spc="200" dirty="0">
                <a:solidFill>
                  <a:srgbClr val="0F172A"/>
                </a:solidFill>
                <a:latin typeface="Calibri" pitchFamily="34" charset="0"/>
                <a:ea typeface="Calibri" pitchFamily="34" charset="-122"/>
                <a:cs typeface="Calibri" pitchFamily="34" charset="-120"/>
              </a:rPr>
              <a:t>Syndic IA</a:t>
            </a:r>
            <a:endParaRPr lang="en-US" sz="1100" dirty="0"/>
          </a:p>
        </p:txBody>
      </p:sp>
      <p:sp>
        <p:nvSpPr>
          <p:cNvPr id="4" name="Text 2"/>
          <p:cNvSpPr/>
          <p:nvPr/>
        </p:nvSpPr>
        <p:spPr>
          <a:xfrm>
            <a:off x="548640" y="914400"/>
            <a:ext cx="5486400" cy="320040"/>
          </a:xfrm>
          <a:prstGeom prst="rect">
            <a:avLst/>
          </a:prstGeom>
          <a:noFill/>
          <a:ln/>
        </p:spPr>
        <p:txBody>
          <a:bodyPr wrap="square" rtlCol="0" anchor="ctr"/>
          <a:lstStyle/>
          <a:p>
            <a:pPr marL="0" indent="0">
              <a:buNone/>
            </a:pPr>
            <a:r>
              <a:rPr lang="en-US" sz="1200" b="1" kern="0" spc="400" dirty="0">
                <a:solidFill>
                  <a:srgbClr val="06B6D4"/>
                </a:solidFill>
                <a:latin typeface="Calibri" pitchFamily="34" charset="0"/>
                <a:ea typeface="Calibri" pitchFamily="34" charset="-122"/>
                <a:cs typeface="Calibri" pitchFamily="34" charset="-120"/>
              </a:rPr>
              <a:t>08 · PIPELINE</a:t>
            </a:r>
            <a:endParaRPr lang="en-US" sz="1200" dirty="0"/>
          </a:p>
        </p:txBody>
      </p:sp>
      <p:sp>
        <p:nvSpPr>
          <p:cNvPr id="5" name="Text 3"/>
          <p:cNvSpPr/>
          <p:nvPr/>
        </p:nvSpPr>
        <p:spPr>
          <a:xfrm>
            <a:off x="548640" y="1234440"/>
            <a:ext cx="10972800" cy="822960"/>
          </a:xfrm>
          <a:prstGeom prst="rect">
            <a:avLst/>
          </a:prstGeom>
          <a:noFill/>
          <a:ln/>
        </p:spPr>
        <p:txBody>
          <a:bodyPr wrap="square" lIns="0" tIns="0" rIns="0" bIns="0" rtlCol="0" anchor="ctr"/>
          <a:lstStyle/>
          <a:p>
            <a:pPr marL="0" indent="0">
              <a:buNone/>
            </a:pPr>
            <a:r>
              <a:rPr lang="en-US" sz="3600" b="1" dirty="0">
                <a:solidFill>
                  <a:srgbClr val="0F172A"/>
                </a:solidFill>
                <a:latin typeface="Georgia" pitchFamily="34" charset="0"/>
                <a:ea typeface="Georgia" pitchFamily="34" charset="-122"/>
                <a:cs typeface="Georgia" pitchFamily="34" charset="-120"/>
              </a:rPr>
              <a:t>Du message WhatsApp au ticket</a:t>
            </a:r>
            <a:endParaRPr lang="en-US" sz="3600" dirty="0"/>
          </a:p>
        </p:txBody>
      </p:sp>
      <p:sp>
        <p:nvSpPr>
          <p:cNvPr id="6" name="Shape 4"/>
          <p:cNvSpPr/>
          <p:nvPr/>
        </p:nvSpPr>
        <p:spPr>
          <a:xfrm>
            <a:off x="563728" y="2468880"/>
            <a:ext cx="2103120" cy="1508760"/>
          </a:xfrm>
          <a:prstGeom prst="rect">
            <a:avLst/>
          </a:prstGeom>
          <a:solidFill>
            <a:srgbClr val="FFFFFF"/>
          </a:solidFill>
          <a:ln w="12700">
            <a:solidFill>
              <a:srgbClr val="E2E8F0"/>
            </a:solidFill>
            <a:prstDash val="solid"/>
          </a:ln>
          <a:effectLst>
            <a:outerShdw blurRad="76200" dist="25400" dir="5400000" algn="bl" rotWithShape="0">
              <a:srgbClr val="0F172A">
                <a:alpha val="6000"/>
              </a:srgbClr>
            </a:outerShdw>
          </a:effectLst>
        </p:spPr>
        <p:txBody>
          <a:bodyPr/>
          <a:lstStyle/>
          <a:p>
            <a:endParaRPr lang="fr-FR"/>
          </a:p>
        </p:txBody>
      </p:sp>
      <p:sp>
        <p:nvSpPr>
          <p:cNvPr id="7" name="Shape 5"/>
          <p:cNvSpPr/>
          <p:nvPr/>
        </p:nvSpPr>
        <p:spPr>
          <a:xfrm>
            <a:off x="399136" y="2304288"/>
            <a:ext cx="502920" cy="502920"/>
          </a:xfrm>
          <a:prstGeom prst="ellipse">
            <a:avLst/>
          </a:prstGeom>
          <a:solidFill>
            <a:srgbClr val="06B6D4"/>
          </a:solidFill>
          <a:ln w="25400">
            <a:solidFill>
              <a:srgbClr val="FFFFFF"/>
            </a:solidFill>
            <a:prstDash val="solid"/>
          </a:ln>
        </p:spPr>
        <p:txBody>
          <a:bodyPr/>
          <a:lstStyle/>
          <a:p>
            <a:endParaRPr lang="fr-FR"/>
          </a:p>
        </p:txBody>
      </p:sp>
      <p:sp>
        <p:nvSpPr>
          <p:cNvPr id="8" name="Text 6"/>
          <p:cNvSpPr/>
          <p:nvPr/>
        </p:nvSpPr>
        <p:spPr>
          <a:xfrm>
            <a:off x="399136" y="2304288"/>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pic>
        <p:nvPicPr>
          <p:cNvPr id="9" name="Image 0" descr="preencoded.png"/>
          <p:cNvPicPr>
            <a:picLocks noChangeAspect="1"/>
          </p:cNvPicPr>
          <p:nvPr/>
        </p:nvPicPr>
        <p:blipFill>
          <a:blip r:embed="rId3"/>
          <a:stretch>
            <a:fillRect/>
          </a:stretch>
        </p:blipFill>
        <p:spPr>
          <a:xfrm>
            <a:off x="1322680" y="2788920"/>
            <a:ext cx="585216" cy="585216"/>
          </a:xfrm>
          <a:prstGeom prst="rect">
            <a:avLst/>
          </a:prstGeom>
        </p:spPr>
      </p:pic>
      <p:sp>
        <p:nvSpPr>
          <p:cNvPr id="10" name="Text 7"/>
          <p:cNvSpPr/>
          <p:nvPr/>
        </p:nvSpPr>
        <p:spPr>
          <a:xfrm>
            <a:off x="655168" y="3429000"/>
            <a:ext cx="1920240" cy="274320"/>
          </a:xfrm>
          <a:prstGeom prst="rect">
            <a:avLst/>
          </a:prstGeom>
          <a:noFill/>
          <a:ln/>
        </p:spPr>
        <p:txBody>
          <a:bodyPr wrap="square" lIns="0" tIns="0" rIns="0" bIns="0" rtlCol="0" anchor="ctr"/>
          <a:lstStyle/>
          <a:p>
            <a:pPr marL="0" indent="0" algn="ctr">
              <a:buNone/>
            </a:pPr>
            <a:r>
              <a:rPr lang="en-US" sz="1200" b="1" dirty="0">
                <a:solidFill>
                  <a:srgbClr val="0F172A"/>
                </a:solidFill>
                <a:latin typeface="Calibri" pitchFamily="34" charset="0"/>
                <a:ea typeface="Calibri" pitchFamily="34" charset="-122"/>
                <a:cs typeface="Calibri" pitchFamily="34" charset="-120"/>
              </a:rPr>
              <a:t>Réception</a:t>
            </a:r>
            <a:endParaRPr lang="en-US" sz="1200" dirty="0"/>
          </a:p>
        </p:txBody>
      </p:sp>
      <p:sp>
        <p:nvSpPr>
          <p:cNvPr id="11" name="Text 8"/>
          <p:cNvSpPr/>
          <p:nvPr/>
        </p:nvSpPr>
        <p:spPr>
          <a:xfrm>
            <a:off x="655168" y="3703320"/>
            <a:ext cx="1920240" cy="256032"/>
          </a:xfrm>
          <a:prstGeom prst="rect">
            <a:avLst/>
          </a:prstGeom>
          <a:noFill/>
          <a:ln/>
        </p:spPr>
        <p:txBody>
          <a:bodyPr wrap="square" lIns="0" tIns="0" rIns="0" bIns="0"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Webhook Twilio</a:t>
            </a:r>
            <a:endParaRPr lang="en-US" sz="1000" dirty="0"/>
          </a:p>
        </p:txBody>
      </p:sp>
      <p:sp>
        <p:nvSpPr>
          <p:cNvPr id="12" name="Shape 9"/>
          <p:cNvSpPr/>
          <p:nvPr/>
        </p:nvSpPr>
        <p:spPr>
          <a:xfrm>
            <a:off x="2666848" y="3223260"/>
            <a:ext cx="137160" cy="0"/>
          </a:xfrm>
          <a:prstGeom prst="line">
            <a:avLst/>
          </a:prstGeom>
          <a:noFill/>
          <a:ln w="25400">
            <a:solidFill>
              <a:srgbClr val="06B6D4"/>
            </a:solidFill>
            <a:prstDash val="solid"/>
            <a:tailEnd type="triangle"/>
          </a:ln>
        </p:spPr>
        <p:txBody>
          <a:bodyPr/>
          <a:lstStyle/>
          <a:p>
            <a:endParaRPr lang="fr-FR"/>
          </a:p>
        </p:txBody>
      </p:sp>
      <p:sp>
        <p:nvSpPr>
          <p:cNvPr id="13" name="Shape 10"/>
          <p:cNvSpPr/>
          <p:nvPr/>
        </p:nvSpPr>
        <p:spPr>
          <a:xfrm>
            <a:off x="2804008" y="2468880"/>
            <a:ext cx="2103120" cy="1508760"/>
          </a:xfrm>
          <a:prstGeom prst="rect">
            <a:avLst/>
          </a:prstGeom>
          <a:solidFill>
            <a:srgbClr val="FFFFFF"/>
          </a:solidFill>
          <a:ln w="12700">
            <a:solidFill>
              <a:srgbClr val="E2E8F0"/>
            </a:solidFill>
            <a:prstDash val="solid"/>
          </a:ln>
          <a:effectLst>
            <a:outerShdw blurRad="76200" dist="25400" dir="5400000" algn="bl" rotWithShape="0">
              <a:srgbClr val="0F172A">
                <a:alpha val="6000"/>
              </a:srgbClr>
            </a:outerShdw>
          </a:effectLst>
        </p:spPr>
        <p:txBody>
          <a:bodyPr/>
          <a:lstStyle/>
          <a:p>
            <a:endParaRPr lang="fr-FR"/>
          </a:p>
        </p:txBody>
      </p:sp>
      <p:sp>
        <p:nvSpPr>
          <p:cNvPr id="14" name="Shape 11"/>
          <p:cNvSpPr/>
          <p:nvPr/>
        </p:nvSpPr>
        <p:spPr>
          <a:xfrm>
            <a:off x="2639416" y="2304288"/>
            <a:ext cx="502920" cy="502920"/>
          </a:xfrm>
          <a:prstGeom prst="ellipse">
            <a:avLst/>
          </a:prstGeom>
          <a:solidFill>
            <a:srgbClr val="06B6D4"/>
          </a:solidFill>
          <a:ln w="25400">
            <a:solidFill>
              <a:srgbClr val="FFFFFF"/>
            </a:solidFill>
            <a:prstDash val="solid"/>
          </a:ln>
        </p:spPr>
        <p:txBody>
          <a:bodyPr/>
          <a:lstStyle/>
          <a:p>
            <a:endParaRPr lang="fr-FR"/>
          </a:p>
        </p:txBody>
      </p:sp>
      <p:sp>
        <p:nvSpPr>
          <p:cNvPr id="15" name="Text 12"/>
          <p:cNvSpPr/>
          <p:nvPr/>
        </p:nvSpPr>
        <p:spPr>
          <a:xfrm>
            <a:off x="2639416" y="2304288"/>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pic>
        <p:nvPicPr>
          <p:cNvPr id="16" name="Image 1" descr="preencoded.png"/>
          <p:cNvPicPr>
            <a:picLocks noChangeAspect="1"/>
          </p:cNvPicPr>
          <p:nvPr/>
        </p:nvPicPr>
        <p:blipFill>
          <a:blip r:embed="rId4"/>
          <a:stretch>
            <a:fillRect/>
          </a:stretch>
        </p:blipFill>
        <p:spPr>
          <a:xfrm>
            <a:off x="3562960" y="2788920"/>
            <a:ext cx="585216" cy="585216"/>
          </a:xfrm>
          <a:prstGeom prst="rect">
            <a:avLst/>
          </a:prstGeom>
        </p:spPr>
      </p:pic>
      <p:sp>
        <p:nvSpPr>
          <p:cNvPr id="17" name="Text 13"/>
          <p:cNvSpPr/>
          <p:nvPr/>
        </p:nvSpPr>
        <p:spPr>
          <a:xfrm>
            <a:off x="2895448" y="3429000"/>
            <a:ext cx="1920240" cy="274320"/>
          </a:xfrm>
          <a:prstGeom prst="rect">
            <a:avLst/>
          </a:prstGeom>
          <a:noFill/>
          <a:ln/>
        </p:spPr>
        <p:txBody>
          <a:bodyPr wrap="square" lIns="0" tIns="0" rIns="0" bIns="0" rtlCol="0" anchor="ctr"/>
          <a:lstStyle/>
          <a:p>
            <a:pPr marL="0" indent="0" algn="ctr">
              <a:buNone/>
            </a:pPr>
            <a:r>
              <a:rPr lang="en-US" sz="1200" b="1" dirty="0">
                <a:solidFill>
                  <a:srgbClr val="0F172A"/>
                </a:solidFill>
                <a:latin typeface="Calibri" pitchFamily="34" charset="0"/>
                <a:ea typeface="Calibri" pitchFamily="34" charset="-122"/>
                <a:cs typeface="Calibri" pitchFamily="34" charset="-120"/>
              </a:rPr>
              <a:t>Signature</a:t>
            </a:r>
            <a:endParaRPr lang="en-US" sz="1200" dirty="0"/>
          </a:p>
        </p:txBody>
      </p:sp>
      <p:sp>
        <p:nvSpPr>
          <p:cNvPr id="18" name="Text 14"/>
          <p:cNvSpPr/>
          <p:nvPr/>
        </p:nvSpPr>
        <p:spPr>
          <a:xfrm>
            <a:off x="2895448" y="3703320"/>
            <a:ext cx="1920240" cy="256032"/>
          </a:xfrm>
          <a:prstGeom prst="rect">
            <a:avLst/>
          </a:prstGeom>
          <a:noFill/>
          <a:ln/>
        </p:spPr>
        <p:txBody>
          <a:bodyPr wrap="square" lIns="0" tIns="0" rIns="0" bIns="0"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Validation Twilio</a:t>
            </a:r>
            <a:endParaRPr lang="en-US" sz="1000" dirty="0"/>
          </a:p>
        </p:txBody>
      </p:sp>
      <p:sp>
        <p:nvSpPr>
          <p:cNvPr id="19" name="Shape 15"/>
          <p:cNvSpPr/>
          <p:nvPr/>
        </p:nvSpPr>
        <p:spPr>
          <a:xfrm>
            <a:off x="4907128" y="3223260"/>
            <a:ext cx="137160" cy="0"/>
          </a:xfrm>
          <a:prstGeom prst="line">
            <a:avLst/>
          </a:prstGeom>
          <a:noFill/>
          <a:ln w="25400">
            <a:solidFill>
              <a:srgbClr val="06B6D4"/>
            </a:solidFill>
            <a:prstDash val="solid"/>
            <a:tailEnd type="triangle"/>
          </a:ln>
        </p:spPr>
        <p:txBody>
          <a:bodyPr/>
          <a:lstStyle/>
          <a:p>
            <a:endParaRPr lang="fr-FR"/>
          </a:p>
        </p:txBody>
      </p:sp>
      <p:sp>
        <p:nvSpPr>
          <p:cNvPr id="20" name="Shape 16"/>
          <p:cNvSpPr/>
          <p:nvPr/>
        </p:nvSpPr>
        <p:spPr>
          <a:xfrm>
            <a:off x="5044288" y="2468880"/>
            <a:ext cx="2103120" cy="1508760"/>
          </a:xfrm>
          <a:prstGeom prst="rect">
            <a:avLst/>
          </a:prstGeom>
          <a:solidFill>
            <a:srgbClr val="FFFFFF"/>
          </a:solidFill>
          <a:ln w="12700">
            <a:solidFill>
              <a:srgbClr val="E2E8F0"/>
            </a:solidFill>
            <a:prstDash val="solid"/>
          </a:ln>
          <a:effectLst>
            <a:outerShdw blurRad="76200" dist="25400" dir="5400000" algn="bl" rotWithShape="0">
              <a:srgbClr val="0F172A">
                <a:alpha val="6000"/>
              </a:srgbClr>
            </a:outerShdw>
          </a:effectLst>
        </p:spPr>
        <p:txBody>
          <a:bodyPr/>
          <a:lstStyle/>
          <a:p>
            <a:endParaRPr lang="fr-FR"/>
          </a:p>
        </p:txBody>
      </p:sp>
      <p:sp>
        <p:nvSpPr>
          <p:cNvPr id="21" name="Shape 17"/>
          <p:cNvSpPr/>
          <p:nvPr/>
        </p:nvSpPr>
        <p:spPr>
          <a:xfrm>
            <a:off x="4879696" y="2304288"/>
            <a:ext cx="502920" cy="502920"/>
          </a:xfrm>
          <a:prstGeom prst="ellipse">
            <a:avLst/>
          </a:prstGeom>
          <a:solidFill>
            <a:srgbClr val="06B6D4"/>
          </a:solidFill>
          <a:ln w="25400">
            <a:solidFill>
              <a:srgbClr val="FFFFFF"/>
            </a:solidFill>
            <a:prstDash val="solid"/>
          </a:ln>
        </p:spPr>
        <p:txBody>
          <a:bodyPr/>
          <a:lstStyle/>
          <a:p>
            <a:endParaRPr lang="fr-FR"/>
          </a:p>
        </p:txBody>
      </p:sp>
      <p:sp>
        <p:nvSpPr>
          <p:cNvPr id="22" name="Text 18"/>
          <p:cNvSpPr/>
          <p:nvPr/>
        </p:nvSpPr>
        <p:spPr>
          <a:xfrm>
            <a:off x="4879696" y="2304288"/>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pic>
        <p:nvPicPr>
          <p:cNvPr id="23" name="Image 2" descr="preencoded.png"/>
          <p:cNvPicPr>
            <a:picLocks noChangeAspect="1"/>
          </p:cNvPicPr>
          <p:nvPr/>
        </p:nvPicPr>
        <p:blipFill>
          <a:blip r:embed="rId5"/>
          <a:stretch>
            <a:fillRect/>
          </a:stretch>
        </p:blipFill>
        <p:spPr>
          <a:xfrm>
            <a:off x="5803240" y="2788920"/>
            <a:ext cx="585216" cy="585216"/>
          </a:xfrm>
          <a:prstGeom prst="rect">
            <a:avLst/>
          </a:prstGeom>
        </p:spPr>
      </p:pic>
      <p:sp>
        <p:nvSpPr>
          <p:cNvPr id="24" name="Text 19"/>
          <p:cNvSpPr/>
          <p:nvPr/>
        </p:nvSpPr>
        <p:spPr>
          <a:xfrm>
            <a:off x="5135728" y="3429000"/>
            <a:ext cx="1920240" cy="274320"/>
          </a:xfrm>
          <a:prstGeom prst="rect">
            <a:avLst/>
          </a:prstGeom>
          <a:noFill/>
          <a:ln/>
        </p:spPr>
        <p:txBody>
          <a:bodyPr wrap="square" lIns="0" tIns="0" rIns="0" bIns="0" rtlCol="0" anchor="ctr"/>
          <a:lstStyle/>
          <a:p>
            <a:pPr marL="0" indent="0" algn="ctr">
              <a:buNone/>
            </a:pPr>
            <a:r>
              <a:rPr lang="en-US" sz="1200" b="1" dirty="0">
                <a:solidFill>
                  <a:srgbClr val="0F172A"/>
                </a:solidFill>
                <a:latin typeface="Calibri" pitchFamily="34" charset="0"/>
                <a:ea typeface="Calibri" pitchFamily="34" charset="-122"/>
                <a:cs typeface="Calibri" pitchFamily="34" charset="-120"/>
              </a:rPr>
              <a:t>Identification</a:t>
            </a:r>
            <a:endParaRPr lang="en-US" sz="1200" dirty="0"/>
          </a:p>
        </p:txBody>
      </p:sp>
      <p:sp>
        <p:nvSpPr>
          <p:cNvPr id="25" name="Text 20"/>
          <p:cNvSpPr/>
          <p:nvPr/>
        </p:nvSpPr>
        <p:spPr>
          <a:xfrm>
            <a:off x="5135728" y="3703320"/>
            <a:ext cx="1920240" cy="256032"/>
          </a:xfrm>
          <a:prstGeom prst="rect">
            <a:avLst/>
          </a:prstGeom>
          <a:noFill/>
          <a:ln/>
        </p:spPr>
        <p:txBody>
          <a:bodyPr wrap="square" lIns="0" tIns="0" rIns="0" bIns="0"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Résident &amp; résidence</a:t>
            </a:r>
            <a:endParaRPr lang="en-US" sz="1000" dirty="0"/>
          </a:p>
        </p:txBody>
      </p:sp>
      <p:sp>
        <p:nvSpPr>
          <p:cNvPr id="26" name="Shape 21"/>
          <p:cNvSpPr/>
          <p:nvPr/>
        </p:nvSpPr>
        <p:spPr>
          <a:xfrm>
            <a:off x="7147408" y="3223260"/>
            <a:ext cx="137160" cy="0"/>
          </a:xfrm>
          <a:prstGeom prst="line">
            <a:avLst/>
          </a:prstGeom>
          <a:noFill/>
          <a:ln w="25400">
            <a:solidFill>
              <a:srgbClr val="06B6D4"/>
            </a:solidFill>
            <a:prstDash val="solid"/>
            <a:tailEnd type="triangle"/>
          </a:ln>
        </p:spPr>
        <p:txBody>
          <a:bodyPr/>
          <a:lstStyle/>
          <a:p>
            <a:endParaRPr lang="fr-FR"/>
          </a:p>
        </p:txBody>
      </p:sp>
      <p:sp>
        <p:nvSpPr>
          <p:cNvPr id="27" name="Shape 22"/>
          <p:cNvSpPr/>
          <p:nvPr/>
        </p:nvSpPr>
        <p:spPr>
          <a:xfrm>
            <a:off x="7284568" y="2468880"/>
            <a:ext cx="2103120" cy="1508760"/>
          </a:xfrm>
          <a:prstGeom prst="rect">
            <a:avLst/>
          </a:prstGeom>
          <a:solidFill>
            <a:srgbClr val="FFFFFF"/>
          </a:solidFill>
          <a:ln w="12700">
            <a:solidFill>
              <a:srgbClr val="E2E8F0"/>
            </a:solidFill>
            <a:prstDash val="solid"/>
          </a:ln>
          <a:effectLst>
            <a:outerShdw blurRad="76200" dist="25400" dir="5400000" algn="bl" rotWithShape="0">
              <a:srgbClr val="0F172A">
                <a:alpha val="6000"/>
              </a:srgbClr>
            </a:outerShdw>
          </a:effectLst>
        </p:spPr>
        <p:txBody>
          <a:bodyPr/>
          <a:lstStyle/>
          <a:p>
            <a:endParaRPr lang="fr-FR"/>
          </a:p>
        </p:txBody>
      </p:sp>
      <p:sp>
        <p:nvSpPr>
          <p:cNvPr id="28" name="Shape 23"/>
          <p:cNvSpPr/>
          <p:nvPr/>
        </p:nvSpPr>
        <p:spPr>
          <a:xfrm>
            <a:off x="7119976" y="2304288"/>
            <a:ext cx="502920" cy="502920"/>
          </a:xfrm>
          <a:prstGeom prst="ellipse">
            <a:avLst/>
          </a:prstGeom>
          <a:solidFill>
            <a:srgbClr val="06B6D4"/>
          </a:solidFill>
          <a:ln w="25400">
            <a:solidFill>
              <a:srgbClr val="FFFFFF"/>
            </a:solidFill>
            <a:prstDash val="solid"/>
          </a:ln>
        </p:spPr>
        <p:txBody>
          <a:bodyPr/>
          <a:lstStyle/>
          <a:p>
            <a:endParaRPr lang="fr-FR"/>
          </a:p>
        </p:txBody>
      </p:sp>
      <p:sp>
        <p:nvSpPr>
          <p:cNvPr id="29" name="Text 24"/>
          <p:cNvSpPr/>
          <p:nvPr/>
        </p:nvSpPr>
        <p:spPr>
          <a:xfrm>
            <a:off x="7119976" y="2304288"/>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pic>
        <p:nvPicPr>
          <p:cNvPr id="30" name="Image 3" descr="preencoded.png"/>
          <p:cNvPicPr>
            <a:picLocks noChangeAspect="1"/>
          </p:cNvPicPr>
          <p:nvPr/>
        </p:nvPicPr>
        <p:blipFill>
          <a:blip r:embed="rId6"/>
          <a:stretch>
            <a:fillRect/>
          </a:stretch>
        </p:blipFill>
        <p:spPr>
          <a:xfrm>
            <a:off x="8043520" y="2788920"/>
            <a:ext cx="585216" cy="585216"/>
          </a:xfrm>
          <a:prstGeom prst="rect">
            <a:avLst/>
          </a:prstGeom>
        </p:spPr>
      </p:pic>
      <p:sp>
        <p:nvSpPr>
          <p:cNvPr id="31" name="Text 25"/>
          <p:cNvSpPr/>
          <p:nvPr/>
        </p:nvSpPr>
        <p:spPr>
          <a:xfrm>
            <a:off x="7376008" y="3429000"/>
            <a:ext cx="1920240" cy="274320"/>
          </a:xfrm>
          <a:prstGeom prst="rect">
            <a:avLst/>
          </a:prstGeom>
          <a:noFill/>
          <a:ln/>
        </p:spPr>
        <p:txBody>
          <a:bodyPr wrap="square" lIns="0" tIns="0" rIns="0" bIns="0" rtlCol="0" anchor="ctr"/>
          <a:lstStyle/>
          <a:p>
            <a:pPr marL="0" indent="0" algn="ctr">
              <a:buNone/>
            </a:pPr>
            <a:r>
              <a:rPr lang="en-US" sz="1200" b="1" dirty="0">
                <a:solidFill>
                  <a:srgbClr val="0F172A"/>
                </a:solidFill>
                <a:latin typeface="Calibri" pitchFamily="34" charset="0"/>
                <a:ea typeface="Calibri" pitchFamily="34" charset="-122"/>
                <a:cs typeface="Calibri" pitchFamily="34" charset="-120"/>
              </a:rPr>
              <a:t>Texte/Audio/Image</a:t>
            </a:r>
            <a:endParaRPr lang="en-US" sz="1200" dirty="0"/>
          </a:p>
        </p:txBody>
      </p:sp>
      <p:sp>
        <p:nvSpPr>
          <p:cNvPr id="32" name="Text 26"/>
          <p:cNvSpPr/>
          <p:nvPr/>
        </p:nvSpPr>
        <p:spPr>
          <a:xfrm>
            <a:off x="7376008" y="3703320"/>
            <a:ext cx="1920240" cy="256032"/>
          </a:xfrm>
          <a:prstGeom prst="rect">
            <a:avLst/>
          </a:prstGeom>
          <a:noFill/>
          <a:ln/>
        </p:spPr>
        <p:txBody>
          <a:bodyPr wrap="square" lIns="0" tIns="0" rIns="0" bIns="0"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Whisper · Vision</a:t>
            </a:r>
            <a:endParaRPr lang="en-US" sz="1000" dirty="0"/>
          </a:p>
        </p:txBody>
      </p:sp>
      <p:sp>
        <p:nvSpPr>
          <p:cNvPr id="33" name="Shape 27"/>
          <p:cNvSpPr/>
          <p:nvPr/>
        </p:nvSpPr>
        <p:spPr>
          <a:xfrm>
            <a:off x="9387688" y="3223260"/>
            <a:ext cx="137160" cy="0"/>
          </a:xfrm>
          <a:prstGeom prst="line">
            <a:avLst/>
          </a:prstGeom>
          <a:noFill/>
          <a:ln w="25400">
            <a:solidFill>
              <a:srgbClr val="06B6D4"/>
            </a:solidFill>
            <a:prstDash val="solid"/>
            <a:tailEnd type="triangle"/>
          </a:ln>
        </p:spPr>
        <p:txBody>
          <a:bodyPr/>
          <a:lstStyle/>
          <a:p>
            <a:endParaRPr lang="fr-FR"/>
          </a:p>
        </p:txBody>
      </p:sp>
      <p:sp>
        <p:nvSpPr>
          <p:cNvPr id="34" name="Shape 28"/>
          <p:cNvSpPr/>
          <p:nvPr/>
        </p:nvSpPr>
        <p:spPr>
          <a:xfrm>
            <a:off x="9524848" y="2468880"/>
            <a:ext cx="2103120" cy="1508760"/>
          </a:xfrm>
          <a:prstGeom prst="rect">
            <a:avLst/>
          </a:prstGeom>
          <a:solidFill>
            <a:srgbClr val="FFFFFF"/>
          </a:solidFill>
          <a:ln w="12700">
            <a:solidFill>
              <a:srgbClr val="E2E8F0"/>
            </a:solidFill>
            <a:prstDash val="solid"/>
          </a:ln>
          <a:effectLst>
            <a:outerShdw blurRad="76200" dist="25400" dir="5400000" algn="bl" rotWithShape="0">
              <a:srgbClr val="0F172A">
                <a:alpha val="6000"/>
              </a:srgbClr>
            </a:outerShdw>
          </a:effectLst>
        </p:spPr>
        <p:txBody>
          <a:bodyPr/>
          <a:lstStyle/>
          <a:p>
            <a:endParaRPr lang="fr-FR"/>
          </a:p>
        </p:txBody>
      </p:sp>
      <p:sp>
        <p:nvSpPr>
          <p:cNvPr id="35" name="Shape 29"/>
          <p:cNvSpPr/>
          <p:nvPr/>
        </p:nvSpPr>
        <p:spPr>
          <a:xfrm>
            <a:off x="9360256" y="2304288"/>
            <a:ext cx="502920" cy="502920"/>
          </a:xfrm>
          <a:prstGeom prst="ellipse">
            <a:avLst/>
          </a:prstGeom>
          <a:solidFill>
            <a:srgbClr val="06B6D4"/>
          </a:solidFill>
          <a:ln w="25400">
            <a:solidFill>
              <a:srgbClr val="FFFFFF"/>
            </a:solidFill>
            <a:prstDash val="solid"/>
          </a:ln>
        </p:spPr>
        <p:txBody>
          <a:bodyPr/>
          <a:lstStyle/>
          <a:p>
            <a:endParaRPr lang="fr-FR"/>
          </a:p>
        </p:txBody>
      </p:sp>
      <p:sp>
        <p:nvSpPr>
          <p:cNvPr id="36" name="Text 30"/>
          <p:cNvSpPr/>
          <p:nvPr/>
        </p:nvSpPr>
        <p:spPr>
          <a:xfrm>
            <a:off x="9360256" y="2304288"/>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pic>
        <p:nvPicPr>
          <p:cNvPr id="37" name="Image 4" descr="preencoded.png"/>
          <p:cNvPicPr>
            <a:picLocks noChangeAspect="1"/>
          </p:cNvPicPr>
          <p:nvPr/>
        </p:nvPicPr>
        <p:blipFill>
          <a:blip r:embed="rId7"/>
          <a:stretch>
            <a:fillRect/>
          </a:stretch>
        </p:blipFill>
        <p:spPr>
          <a:xfrm>
            <a:off x="10283800" y="2788920"/>
            <a:ext cx="585216" cy="585216"/>
          </a:xfrm>
          <a:prstGeom prst="rect">
            <a:avLst/>
          </a:prstGeom>
        </p:spPr>
      </p:pic>
      <p:sp>
        <p:nvSpPr>
          <p:cNvPr id="38" name="Text 31"/>
          <p:cNvSpPr/>
          <p:nvPr/>
        </p:nvSpPr>
        <p:spPr>
          <a:xfrm>
            <a:off x="9616288" y="3429000"/>
            <a:ext cx="1920240" cy="274320"/>
          </a:xfrm>
          <a:prstGeom prst="rect">
            <a:avLst/>
          </a:prstGeom>
          <a:noFill/>
          <a:ln/>
        </p:spPr>
        <p:txBody>
          <a:bodyPr wrap="square" lIns="0" tIns="0" rIns="0" bIns="0" rtlCol="0" anchor="ctr"/>
          <a:lstStyle/>
          <a:p>
            <a:pPr marL="0" indent="0" algn="ctr">
              <a:buNone/>
            </a:pPr>
            <a:r>
              <a:rPr lang="en-US" sz="1200" b="1" dirty="0">
                <a:solidFill>
                  <a:srgbClr val="0F172A"/>
                </a:solidFill>
                <a:latin typeface="Calibri" pitchFamily="34" charset="0"/>
                <a:ea typeface="Calibri" pitchFamily="34" charset="-122"/>
                <a:cs typeface="Calibri" pitchFamily="34" charset="-120"/>
              </a:rPr>
              <a:t>Langue</a:t>
            </a:r>
            <a:endParaRPr lang="en-US" sz="1200" dirty="0"/>
          </a:p>
        </p:txBody>
      </p:sp>
      <p:sp>
        <p:nvSpPr>
          <p:cNvPr id="39" name="Text 32"/>
          <p:cNvSpPr/>
          <p:nvPr/>
        </p:nvSpPr>
        <p:spPr>
          <a:xfrm>
            <a:off x="9616288" y="3703320"/>
            <a:ext cx="1920240" cy="256032"/>
          </a:xfrm>
          <a:prstGeom prst="rect">
            <a:avLst/>
          </a:prstGeom>
          <a:noFill/>
          <a:ln/>
        </p:spPr>
        <p:txBody>
          <a:bodyPr wrap="square" lIns="0" tIns="0" rIns="0" bIns="0"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FR · EN · AR · Darija</a:t>
            </a:r>
            <a:endParaRPr lang="en-US" sz="1000" dirty="0"/>
          </a:p>
        </p:txBody>
      </p:sp>
      <p:sp>
        <p:nvSpPr>
          <p:cNvPr id="40" name="Shape 33"/>
          <p:cNvSpPr/>
          <p:nvPr/>
        </p:nvSpPr>
        <p:spPr>
          <a:xfrm>
            <a:off x="11353648" y="3977640"/>
            <a:ext cx="0" cy="274320"/>
          </a:xfrm>
          <a:prstGeom prst="line">
            <a:avLst/>
          </a:prstGeom>
          <a:noFill/>
          <a:ln w="25400">
            <a:solidFill>
              <a:srgbClr val="06B6D4"/>
            </a:solidFill>
            <a:prstDash val="dash"/>
          </a:ln>
        </p:spPr>
        <p:txBody>
          <a:bodyPr/>
          <a:lstStyle/>
          <a:p>
            <a:endParaRPr lang="fr-FR" dirty="0"/>
          </a:p>
        </p:txBody>
      </p:sp>
      <p:sp>
        <p:nvSpPr>
          <p:cNvPr id="41" name="Shape 34"/>
          <p:cNvSpPr/>
          <p:nvPr/>
        </p:nvSpPr>
        <p:spPr>
          <a:xfrm>
            <a:off x="1683868" y="4526280"/>
            <a:ext cx="2103120" cy="1508760"/>
          </a:xfrm>
          <a:prstGeom prst="rect">
            <a:avLst/>
          </a:prstGeom>
          <a:solidFill>
            <a:srgbClr val="FFFFFF"/>
          </a:solidFill>
          <a:ln w="12700">
            <a:solidFill>
              <a:srgbClr val="E2E8F0"/>
            </a:solidFill>
            <a:prstDash val="solid"/>
          </a:ln>
          <a:effectLst>
            <a:outerShdw blurRad="76200" dist="25400" dir="5400000" algn="bl" rotWithShape="0">
              <a:srgbClr val="0F172A">
                <a:alpha val="6000"/>
              </a:srgbClr>
            </a:outerShdw>
          </a:effectLst>
        </p:spPr>
        <p:txBody>
          <a:bodyPr/>
          <a:lstStyle/>
          <a:p>
            <a:endParaRPr lang="fr-FR"/>
          </a:p>
        </p:txBody>
      </p:sp>
      <p:sp>
        <p:nvSpPr>
          <p:cNvPr id="42" name="Shape 35"/>
          <p:cNvSpPr/>
          <p:nvPr/>
        </p:nvSpPr>
        <p:spPr>
          <a:xfrm>
            <a:off x="1519276" y="4361688"/>
            <a:ext cx="502920" cy="502920"/>
          </a:xfrm>
          <a:prstGeom prst="ellipse">
            <a:avLst/>
          </a:prstGeom>
          <a:solidFill>
            <a:srgbClr val="22C55E"/>
          </a:solidFill>
          <a:ln w="25400">
            <a:solidFill>
              <a:srgbClr val="FFFFFF"/>
            </a:solidFill>
            <a:prstDash val="solid"/>
          </a:ln>
        </p:spPr>
        <p:txBody>
          <a:bodyPr/>
          <a:lstStyle/>
          <a:p>
            <a:endParaRPr lang="fr-FR"/>
          </a:p>
        </p:txBody>
      </p:sp>
      <p:sp>
        <p:nvSpPr>
          <p:cNvPr id="43" name="Text 36"/>
          <p:cNvSpPr/>
          <p:nvPr/>
        </p:nvSpPr>
        <p:spPr>
          <a:xfrm>
            <a:off x="1519276" y="4361688"/>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pic>
        <p:nvPicPr>
          <p:cNvPr id="44" name="Image 5" descr="preencoded.png"/>
          <p:cNvPicPr>
            <a:picLocks noChangeAspect="1"/>
          </p:cNvPicPr>
          <p:nvPr/>
        </p:nvPicPr>
        <p:blipFill>
          <a:blip r:embed="rId8"/>
          <a:stretch>
            <a:fillRect/>
          </a:stretch>
        </p:blipFill>
        <p:spPr>
          <a:xfrm>
            <a:off x="2442820" y="4846320"/>
            <a:ext cx="585216" cy="585216"/>
          </a:xfrm>
          <a:prstGeom prst="rect">
            <a:avLst/>
          </a:prstGeom>
        </p:spPr>
      </p:pic>
      <p:sp>
        <p:nvSpPr>
          <p:cNvPr id="45" name="Text 37"/>
          <p:cNvSpPr/>
          <p:nvPr/>
        </p:nvSpPr>
        <p:spPr>
          <a:xfrm>
            <a:off x="1775308" y="5486400"/>
            <a:ext cx="1920240" cy="274320"/>
          </a:xfrm>
          <a:prstGeom prst="rect">
            <a:avLst/>
          </a:prstGeom>
          <a:noFill/>
          <a:ln/>
        </p:spPr>
        <p:txBody>
          <a:bodyPr wrap="square" lIns="0" tIns="0" rIns="0" bIns="0" rtlCol="0" anchor="ctr"/>
          <a:lstStyle/>
          <a:p>
            <a:pPr marL="0" indent="0" algn="ctr">
              <a:buNone/>
            </a:pPr>
            <a:r>
              <a:rPr lang="en-US" sz="1200" b="1" dirty="0">
                <a:solidFill>
                  <a:srgbClr val="0F172A"/>
                </a:solidFill>
                <a:latin typeface="Calibri" pitchFamily="34" charset="0"/>
                <a:ea typeface="Calibri" pitchFamily="34" charset="-122"/>
                <a:cs typeface="Calibri" pitchFamily="34" charset="-120"/>
              </a:rPr>
              <a:t>Urgence</a:t>
            </a:r>
            <a:endParaRPr lang="en-US" sz="1200" dirty="0"/>
          </a:p>
        </p:txBody>
      </p:sp>
      <p:sp>
        <p:nvSpPr>
          <p:cNvPr id="46" name="Text 38"/>
          <p:cNvSpPr/>
          <p:nvPr/>
        </p:nvSpPr>
        <p:spPr>
          <a:xfrm>
            <a:off x="1775308" y="5760720"/>
            <a:ext cx="1920240" cy="256032"/>
          </a:xfrm>
          <a:prstGeom prst="rect">
            <a:avLst/>
          </a:prstGeom>
          <a:noFill/>
          <a:ln/>
        </p:spPr>
        <p:txBody>
          <a:bodyPr wrap="square" lIns="0" tIns="0" rIns="0" bIns="0"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Mots-clés sécurité</a:t>
            </a:r>
            <a:endParaRPr lang="en-US" sz="1000" dirty="0"/>
          </a:p>
        </p:txBody>
      </p:sp>
      <p:sp>
        <p:nvSpPr>
          <p:cNvPr id="47" name="Shape 39"/>
          <p:cNvSpPr/>
          <p:nvPr/>
        </p:nvSpPr>
        <p:spPr>
          <a:xfrm>
            <a:off x="3786988" y="5280660"/>
            <a:ext cx="137160" cy="0"/>
          </a:xfrm>
          <a:prstGeom prst="line">
            <a:avLst/>
          </a:prstGeom>
          <a:noFill/>
          <a:ln w="25400">
            <a:solidFill>
              <a:srgbClr val="06B6D4"/>
            </a:solidFill>
            <a:prstDash val="solid"/>
            <a:tailEnd type="triangle"/>
          </a:ln>
        </p:spPr>
        <p:txBody>
          <a:bodyPr/>
          <a:lstStyle/>
          <a:p>
            <a:endParaRPr lang="fr-FR"/>
          </a:p>
        </p:txBody>
      </p:sp>
      <p:sp>
        <p:nvSpPr>
          <p:cNvPr id="48" name="Shape 40"/>
          <p:cNvSpPr/>
          <p:nvPr/>
        </p:nvSpPr>
        <p:spPr>
          <a:xfrm>
            <a:off x="3924148" y="4526280"/>
            <a:ext cx="2103120" cy="1508760"/>
          </a:xfrm>
          <a:prstGeom prst="rect">
            <a:avLst/>
          </a:prstGeom>
          <a:solidFill>
            <a:srgbClr val="FFFFFF"/>
          </a:solidFill>
          <a:ln w="12700">
            <a:solidFill>
              <a:srgbClr val="E2E8F0"/>
            </a:solidFill>
            <a:prstDash val="solid"/>
          </a:ln>
          <a:effectLst>
            <a:outerShdw blurRad="76200" dist="25400" dir="5400000" algn="bl" rotWithShape="0">
              <a:srgbClr val="0F172A">
                <a:alpha val="6000"/>
              </a:srgbClr>
            </a:outerShdw>
          </a:effectLst>
        </p:spPr>
        <p:txBody>
          <a:bodyPr/>
          <a:lstStyle/>
          <a:p>
            <a:endParaRPr lang="fr-FR"/>
          </a:p>
        </p:txBody>
      </p:sp>
      <p:sp>
        <p:nvSpPr>
          <p:cNvPr id="49" name="Shape 41"/>
          <p:cNvSpPr/>
          <p:nvPr/>
        </p:nvSpPr>
        <p:spPr>
          <a:xfrm>
            <a:off x="3759556" y="4361688"/>
            <a:ext cx="502920" cy="502920"/>
          </a:xfrm>
          <a:prstGeom prst="ellipse">
            <a:avLst/>
          </a:prstGeom>
          <a:solidFill>
            <a:srgbClr val="22C55E"/>
          </a:solidFill>
          <a:ln w="25400">
            <a:solidFill>
              <a:srgbClr val="FFFFFF"/>
            </a:solidFill>
            <a:prstDash val="solid"/>
          </a:ln>
        </p:spPr>
        <p:txBody>
          <a:bodyPr/>
          <a:lstStyle/>
          <a:p>
            <a:endParaRPr lang="fr-FR"/>
          </a:p>
        </p:txBody>
      </p:sp>
      <p:sp>
        <p:nvSpPr>
          <p:cNvPr id="50" name="Text 42"/>
          <p:cNvSpPr/>
          <p:nvPr/>
        </p:nvSpPr>
        <p:spPr>
          <a:xfrm>
            <a:off x="3759556" y="4361688"/>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pic>
        <p:nvPicPr>
          <p:cNvPr id="51" name="Image 6" descr="preencoded.png"/>
          <p:cNvPicPr>
            <a:picLocks noChangeAspect="1"/>
          </p:cNvPicPr>
          <p:nvPr/>
        </p:nvPicPr>
        <p:blipFill>
          <a:blip r:embed="rId9"/>
          <a:stretch>
            <a:fillRect/>
          </a:stretch>
        </p:blipFill>
        <p:spPr>
          <a:xfrm>
            <a:off x="4683100" y="4846320"/>
            <a:ext cx="585216" cy="585216"/>
          </a:xfrm>
          <a:prstGeom prst="rect">
            <a:avLst/>
          </a:prstGeom>
        </p:spPr>
      </p:pic>
      <p:sp>
        <p:nvSpPr>
          <p:cNvPr id="52" name="Text 43"/>
          <p:cNvSpPr/>
          <p:nvPr/>
        </p:nvSpPr>
        <p:spPr>
          <a:xfrm>
            <a:off x="4015588" y="5486400"/>
            <a:ext cx="1920240" cy="274320"/>
          </a:xfrm>
          <a:prstGeom prst="rect">
            <a:avLst/>
          </a:prstGeom>
          <a:noFill/>
          <a:ln/>
        </p:spPr>
        <p:txBody>
          <a:bodyPr wrap="square" lIns="0" tIns="0" rIns="0" bIns="0" rtlCol="0" anchor="ctr"/>
          <a:lstStyle/>
          <a:p>
            <a:pPr marL="0" indent="0" algn="ctr">
              <a:buNone/>
            </a:pPr>
            <a:r>
              <a:rPr lang="en-US" sz="1200" b="1" dirty="0">
                <a:solidFill>
                  <a:srgbClr val="0F172A"/>
                </a:solidFill>
                <a:latin typeface="Calibri" pitchFamily="34" charset="0"/>
                <a:ea typeface="Calibri" pitchFamily="34" charset="-122"/>
                <a:cs typeface="Calibri" pitchFamily="34" charset="-120"/>
              </a:rPr>
              <a:t>RAG ChromaDB</a:t>
            </a:r>
            <a:endParaRPr lang="en-US" sz="1200" dirty="0"/>
          </a:p>
        </p:txBody>
      </p:sp>
      <p:sp>
        <p:nvSpPr>
          <p:cNvPr id="53" name="Text 44"/>
          <p:cNvSpPr/>
          <p:nvPr/>
        </p:nvSpPr>
        <p:spPr>
          <a:xfrm>
            <a:off x="4015588" y="5760720"/>
            <a:ext cx="1920240" cy="256032"/>
          </a:xfrm>
          <a:prstGeom prst="rect">
            <a:avLst/>
          </a:prstGeom>
          <a:noFill/>
          <a:ln/>
        </p:spPr>
        <p:txBody>
          <a:bodyPr wrap="square" lIns="0" tIns="0" rIns="0" bIns="0"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Contexte métier</a:t>
            </a:r>
            <a:endParaRPr lang="en-US" sz="1000" dirty="0"/>
          </a:p>
        </p:txBody>
      </p:sp>
      <p:sp>
        <p:nvSpPr>
          <p:cNvPr id="54" name="Shape 45"/>
          <p:cNvSpPr/>
          <p:nvPr/>
        </p:nvSpPr>
        <p:spPr>
          <a:xfrm>
            <a:off x="6027268" y="5280660"/>
            <a:ext cx="137160" cy="0"/>
          </a:xfrm>
          <a:prstGeom prst="line">
            <a:avLst/>
          </a:prstGeom>
          <a:noFill/>
          <a:ln w="25400">
            <a:solidFill>
              <a:srgbClr val="06B6D4"/>
            </a:solidFill>
            <a:prstDash val="solid"/>
            <a:tailEnd type="triangle"/>
          </a:ln>
        </p:spPr>
        <p:txBody>
          <a:bodyPr/>
          <a:lstStyle/>
          <a:p>
            <a:endParaRPr lang="fr-FR"/>
          </a:p>
        </p:txBody>
      </p:sp>
      <p:sp>
        <p:nvSpPr>
          <p:cNvPr id="55" name="Shape 46"/>
          <p:cNvSpPr/>
          <p:nvPr/>
        </p:nvSpPr>
        <p:spPr>
          <a:xfrm>
            <a:off x="6164428" y="4526280"/>
            <a:ext cx="2103120" cy="1508760"/>
          </a:xfrm>
          <a:prstGeom prst="rect">
            <a:avLst/>
          </a:prstGeom>
          <a:solidFill>
            <a:srgbClr val="FFFFFF"/>
          </a:solidFill>
          <a:ln w="12700">
            <a:solidFill>
              <a:srgbClr val="E2E8F0"/>
            </a:solidFill>
            <a:prstDash val="solid"/>
          </a:ln>
          <a:effectLst>
            <a:outerShdw blurRad="76200" dist="25400" dir="5400000" algn="bl" rotWithShape="0">
              <a:srgbClr val="0F172A">
                <a:alpha val="6000"/>
              </a:srgbClr>
            </a:outerShdw>
          </a:effectLst>
        </p:spPr>
        <p:txBody>
          <a:bodyPr/>
          <a:lstStyle/>
          <a:p>
            <a:endParaRPr lang="fr-FR"/>
          </a:p>
        </p:txBody>
      </p:sp>
      <p:sp>
        <p:nvSpPr>
          <p:cNvPr id="56" name="Shape 47"/>
          <p:cNvSpPr/>
          <p:nvPr/>
        </p:nvSpPr>
        <p:spPr>
          <a:xfrm>
            <a:off x="5999836" y="4361688"/>
            <a:ext cx="502920" cy="502920"/>
          </a:xfrm>
          <a:prstGeom prst="ellipse">
            <a:avLst/>
          </a:prstGeom>
          <a:solidFill>
            <a:srgbClr val="22C55E"/>
          </a:solidFill>
          <a:ln w="25400">
            <a:solidFill>
              <a:srgbClr val="FFFFFF"/>
            </a:solidFill>
            <a:prstDash val="solid"/>
          </a:ln>
        </p:spPr>
        <p:txBody>
          <a:bodyPr/>
          <a:lstStyle/>
          <a:p>
            <a:endParaRPr lang="fr-FR"/>
          </a:p>
        </p:txBody>
      </p:sp>
      <p:sp>
        <p:nvSpPr>
          <p:cNvPr id="57" name="Text 48"/>
          <p:cNvSpPr/>
          <p:nvPr/>
        </p:nvSpPr>
        <p:spPr>
          <a:xfrm>
            <a:off x="5999836" y="4361688"/>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pic>
        <p:nvPicPr>
          <p:cNvPr id="58" name="Image 7" descr="preencoded.png"/>
          <p:cNvPicPr>
            <a:picLocks noChangeAspect="1"/>
          </p:cNvPicPr>
          <p:nvPr/>
        </p:nvPicPr>
        <p:blipFill>
          <a:blip r:embed="rId10"/>
          <a:stretch>
            <a:fillRect/>
          </a:stretch>
        </p:blipFill>
        <p:spPr>
          <a:xfrm>
            <a:off x="6923380" y="4846320"/>
            <a:ext cx="585216" cy="585216"/>
          </a:xfrm>
          <a:prstGeom prst="rect">
            <a:avLst/>
          </a:prstGeom>
        </p:spPr>
      </p:pic>
      <p:sp>
        <p:nvSpPr>
          <p:cNvPr id="59" name="Text 49"/>
          <p:cNvSpPr/>
          <p:nvPr/>
        </p:nvSpPr>
        <p:spPr>
          <a:xfrm>
            <a:off x="6255868" y="5486400"/>
            <a:ext cx="1920240" cy="274320"/>
          </a:xfrm>
          <a:prstGeom prst="rect">
            <a:avLst/>
          </a:prstGeom>
          <a:noFill/>
          <a:ln/>
        </p:spPr>
        <p:txBody>
          <a:bodyPr wrap="square" lIns="0" tIns="0" rIns="0" bIns="0" rtlCol="0" anchor="ctr"/>
          <a:lstStyle/>
          <a:p>
            <a:pPr marL="0" indent="0" algn="ctr">
              <a:buNone/>
            </a:pPr>
            <a:r>
              <a:rPr lang="en-US" sz="1200" b="1" dirty="0">
                <a:solidFill>
                  <a:srgbClr val="0F172A"/>
                </a:solidFill>
                <a:latin typeface="Calibri" pitchFamily="34" charset="0"/>
                <a:ea typeface="Calibri" pitchFamily="34" charset="-122"/>
                <a:cs typeface="Calibri" pitchFamily="34" charset="-120"/>
              </a:rPr>
              <a:t>LLM Groq</a:t>
            </a:r>
            <a:endParaRPr lang="en-US" sz="1200" dirty="0"/>
          </a:p>
        </p:txBody>
      </p:sp>
      <p:sp>
        <p:nvSpPr>
          <p:cNvPr id="60" name="Text 50"/>
          <p:cNvSpPr/>
          <p:nvPr/>
        </p:nvSpPr>
        <p:spPr>
          <a:xfrm>
            <a:off x="6255868" y="5760720"/>
            <a:ext cx="1920240" cy="256032"/>
          </a:xfrm>
          <a:prstGeom prst="rect">
            <a:avLst/>
          </a:prstGeom>
          <a:noFill/>
          <a:ln/>
        </p:spPr>
        <p:txBody>
          <a:bodyPr wrap="square" lIns="0" tIns="0" rIns="0" bIns="0"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Classification IA</a:t>
            </a:r>
            <a:endParaRPr lang="en-US" sz="1000" dirty="0"/>
          </a:p>
        </p:txBody>
      </p:sp>
      <p:sp>
        <p:nvSpPr>
          <p:cNvPr id="61" name="Shape 51"/>
          <p:cNvSpPr/>
          <p:nvPr/>
        </p:nvSpPr>
        <p:spPr>
          <a:xfrm>
            <a:off x="8267548" y="5280660"/>
            <a:ext cx="137160" cy="0"/>
          </a:xfrm>
          <a:prstGeom prst="line">
            <a:avLst/>
          </a:prstGeom>
          <a:noFill/>
          <a:ln w="25400">
            <a:solidFill>
              <a:srgbClr val="06B6D4"/>
            </a:solidFill>
            <a:prstDash val="solid"/>
            <a:tailEnd type="triangle"/>
          </a:ln>
        </p:spPr>
        <p:txBody>
          <a:bodyPr/>
          <a:lstStyle/>
          <a:p>
            <a:endParaRPr lang="fr-FR"/>
          </a:p>
        </p:txBody>
      </p:sp>
      <p:sp>
        <p:nvSpPr>
          <p:cNvPr id="62" name="Shape 52"/>
          <p:cNvSpPr/>
          <p:nvPr/>
        </p:nvSpPr>
        <p:spPr>
          <a:xfrm>
            <a:off x="8404708" y="4526280"/>
            <a:ext cx="2103120" cy="1508760"/>
          </a:xfrm>
          <a:prstGeom prst="rect">
            <a:avLst/>
          </a:prstGeom>
          <a:solidFill>
            <a:srgbClr val="FFFFFF"/>
          </a:solidFill>
          <a:ln w="12700">
            <a:solidFill>
              <a:srgbClr val="E2E8F0"/>
            </a:solidFill>
            <a:prstDash val="solid"/>
          </a:ln>
          <a:effectLst>
            <a:outerShdw blurRad="76200" dist="25400" dir="5400000" algn="bl" rotWithShape="0">
              <a:srgbClr val="0F172A">
                <a:alpha val="6000"/>
              </a:srgbClr>
            </a:outerShdw>
          </a:effectLst>
        </p:spPr>
        <p:txBody>
          <a:bodyPr/>
          <a:lstStyle/>
          <a:p>
            <a:endParaRPr lang="fr-FR"/>
          </a:p>
        </p:txBody>
      </p:sp>
      <p:sp>
        <p:nvSpPr>
          <p:cNvPr id="63" name="Shape 53"/>
          <p:cNvSpPr/>
          <p:nvPr/>
        </p:nvSpPr>
        <p:spPr>
          <a:xfrm>
            <a:off x="8240116" y="4361688"/>
            <a:ext cx="502920" cy="502920"/>
          </a:xfrm>
          <a:prstGeom prst="ellipse">
            <a:avLst/>
          </a:prstGeom>
          <a:solidFill>
            <a:srgbClr val="22C55E"/>
          </a:solidFill>
          <a:ln w="25400">
            <a:solidFill>
              <a:srgbClr val="FFFFFF"/>
            </a:solidFill>
            <a:prstDash val="solid"/>
          </a:ln>
        </p:spPr>
        <p:txBody>
          <a:bodyPr/>
          <a:lstStyle/>
          <a:p>
            <a:endParaRPr lang="fr-FR"/>
          </a:p>
        </p:txBody>
      </p:sp>
      <p:sp>
        <p:nvSpPr>
          <p:cNvPr id="64" name="Text 54"/>
          <p:cNvSpPr/>
          <p:nvPr/>
        </p:nvSpPr>
        <p:spPr>
          <a:xfrm>
            <a:off x="8240116" y="4361688"/>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pic>
        <p:nvPicPr>
          <p:cNvPr id="65" name="Image 8" descr="preencoded.png"/>
          <p:cNvPicPr>
            <a:picLocks noChangeAspect="1"/>
          </p:cNvPicPr>
          <p:nvPr/>
        </p:nvPicPr>
        <p:blipFill>
          <a:blip r:embed="rId11"/>
          <a:stretch>
            <a:fillRect/>
          </a:stretch>
        </p:blipFill>
        <p:spPr>
          <a:xfrm>
            <a:off x="9163660" y="4846320"/>
            <a:ext cx="585216" cy="585216"/>
          </a:xfrm>
          <a:prstGeom prst="rect">
            <a:avLst/>
          </a:prstGeom>
        </p:spPr>
      </p:pic>
      <p:sp>
        <p:nvSpPr>
          <p:cNvPr id="66" name="Text 55"/>
          <p:cNvSpPr/>
          <p:nvPr/>
        </p:nvSpPr>
        <p:spPr>
          <a:xfrm>
            <a:off x="8496148" y="5486400"/>
            <a:ext cx="1920240" cy="274320"/>
          </a:xfrm>
          <a:prstGeom prst="rect">
            <a:avLst/>
          </a:prstGeom>
          <a:noFill/>
          <a:ln/>
        </p:spPr>
        <p:txBody>
          <a:bodyPr wrap="square" lIns="0" tIns="0" rIns="0" bIns="0" rtlCol="0" anchor="ctr"/>
          <a:lstStyle/>
          <a:p>
            <a:pPr marL="0" indent="0" algn="ctr">
              <a:buNone/>
            </a:pPr>
            <a:r>
              <a:rPr lang="en-US" sz="1200" b="1" dirty="0">
                <a:solidFill>
                  <a:srgbClr val="0F172A"/>
                </a:solidFill>
                <a:latin typeface="Calibri" pitchFamily="34" charset="0"/>
                <a:ea typeface="Calibri" pitchFamily="34" charset="-122"/>
                <a:cs typeface="Calibri" pitchFamily="34" charset="-120"/>
              </a:rPr>
              <a:t>Ticket + réponse</a:t>
            </a:r>
            <a:endParaRPr lang="en-US" sz="1200" dirty="0"/>
          </a:p>
        </p:txBody>
      </p:sp>
      <p:sp>
        <p:nvSpPr>
          <p:cNvPr id="67" name="Text 56"/>
          <p:cNvSpPr/>
          <p:nvPr/>
        </p:nvSpPr>
        <p:spPr>
          <a:xfrm>
            <a:off x="8496148" y="5760720"/>
            <a:ext cx="1920240" cy="256032"/>
          </a:xfrm>
          <a:prstGeom prst="rect">
            <a:avLst/>
          </a:prstGeom>
          <a:noFill/>
          <a:ln/>
        </p:spPr>
        <p:txBody>
          <a:bodyPr wrap="square" lIns="0" tIns="0" rIns="0" bIns="0"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Auto ou validation</a:t>
            </a:r>
            <a:endParaRPr lang="en-US" sz="1000" dirty="0"/>
          </a:p>
        </p:txBody>
      </p:sp>
      <p:sp>
        <p:nvSpPr>
          <p:cNvPr id="68" name="Shape 57"/>
          <p:cNvSpPr/>
          <p:nvPr/>
        </p:nvSpPr>
        <p:spPr>
          <a:xfrm>
            <a:off x="8404708" y="6263640"/>
            <a:ext cx="2103120" cy="365760"/>
          </a:xfrm>
          <a:prstGeom prst="roundRect">
            <a:avLst>
              <a:gd name="adj" fmla="val 25000"/>
            </a:avLst>
          </a:prstGeom>
          <a:solidFill>
            <a:srgbClr val="22C55E"/>
          </a:solidFill>
          <a:ln w="12700">
            <a:solidFill>
              <a:srgbClr val="22C55E"/>
            </a:solidFill>
            <a:prstDash val="solid"/>
          </a:ln>
        </p:spPr>
        <p:txBody>
          <a:bodyPr/>
          <a:lstStyle/>
          <a:p>
            <a:endParaRPr lang="fr-FR"/>
          </a:p>
        </p:txBody>
      </p:sp>
      <p:sp>
        <p:nvSpPr>
          <p:cNvPr id="69" name="Text 58"/>
          <p:cNvSpPr/>
          <p:nvPr/>
        </p:nvSpPr>
        <p:spPr>
          <a:xfrm>
            <a:off x="8404708" y="6263640"/>
            <a:ext cx="2103120" cy="365760"/>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 AUTOMATISÉ</a:t>
            </a:r>
            <a:endParaRPr lang="en-US" sz="1100" dirty="0"/>
          </a:p>
        </p:txBody>
      </p:sp>
      <p:sp>
        <p:nvSpPr>
          <p:cNvPr id="70" name="Text 59"/>
          <p:cNvSpPr/>
          <p:nvPr/>
        </p:nvSpPr>
        <p:spPr>
          <a:xfrm>
            <a:off x="10911535" y="6446520"/>
            <a:ext cx="914400" cy="274320"/>
          </a:xfrm>
          <a:prstGeom prst="rect">
            <a:avLst/>
          </a:prstGeom>
          <a:noFill/>
          <a:ln/>
        </p:spPr>
        <p:txBody>
          <a:bodyPr wrap="square" rtlCol="0" anchor="ctr"/>
          <a:lstStyle/>
          <a:p>
            <a:pPr marL="0" indent="0" algn="r">
              <a:buNone/>
            </a:pPr>
            <a:r>
              <a:rPr lang="en-US" sz="1000" dirty="0">
                <a:solidFill>
                  <a:srgbClr val="475569"/>
                </a:solidFill>
                <a:latin typeface="Calibri" pitchFamily="34" charset="0"/>
                <a:ea typeface="Calibri" pitchFamily="34" charset="-122"/>
                <a:cs typeface="Calibri" pitchFamily="34" charset="-120"/>
              </a:rPr>
              <a:t>08 / 24</a:t>
            </a:r>
            <a:endParaRPr lang="en-US" sz="1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500"/>
                                        <p:tgtEl>
                                          <p:spTgt spid="15"/>
                                        </p:tgtEl>
                                      </p:cBhvr>
                                    </p:animEffect>
                                  </p:childTnLst>
                                </p:cTn>
                              </p:par>
                              <p:par>
                                <p:cTn id="35" presetID="10"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500"/>
                                        <p:tgtEl>
                                          <p:spTgt spid="1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500"/>
                                        <p:tgtEl>
                                          <p:spTgt spid="1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500"/>
                                        <p:tgtEl>
                                          <p:spTgt spid="19"/>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500"/>
                                        <p:tgtEl>
                                          <p:spTgt spid="2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500"/>
                                        <p:tgtEl>
                                          <p:spTgt spid="2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500"/>
                                        <p:tgtEl>
                                          <p:spTgt spid="22"/>
                                        </p:tgtEl>
                                      </p:cBhvr>
                                    </p:animEffect>
                                  </p:childTnLst>
                                </p:cTn>
                              </p:par>
                              <p:par>
                                <p:cTn id="56" presetID="10" presetClass="entr" presetSubtype="0" fill="hold"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500"/>
                                        <p:tgtEl>
                                          <p:spTgt spid="23"/>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500"/>
                                        <p:tgtEl>
                                          <p:spTgt spid="24"/>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500"/>
                                        <p:tgtEl>
                                          <p:spTgt spid="25"/>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500"/>
                                        <p:tgtEl>
                                          <p:spTgt spid="26"/>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500"/>
                                        <p:tgtEl>
                                          <p:spTgt spid="27"/>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8"/>
                                        </p:tgtEl>
                                        <p:attrNameLst>
                                          <p:attrName>style.visibility</p:attrName>
                                        </p:attrNameLst>
                                      </p:cBhvr>
                                      <p:to>
                                        <p:strVal val="visible"/>
                                      </p:to>
                                    </p:set>
                                    <p:animEffect transition="in" filter="fade">
                                      <p:cBhvr>
                                        <p:cTn id="73" dur="500"/>
                                        <p:tgtEl>
                                          <p:spTgt spid="28"/>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9"/>
                                        </p:tgtEl>
                                        <p:attrNameLst>
                                          <p:attrName>style.visibility</p:attrName>
                                        </p:attrNameLst>
                                      </p:cBhvr>
                                      <p:to>
                                        <p:strVal val="visible"/>
                                      </p:to>
                                    </p:set>
                                    <p:animEffect transition="in" filter="fade">
                                      <p:cBhvr>
                                        <p:cTn id="76" dur="500"/>
                                        <p:tgtEl>
                                          <p:spTgt spid="29"/>
                                        </p:tgtEl>
                                      </p:cBhvr>
                                    </p:animEffect>
                                  </p:childTnLst>
                                </p:cTn>
                              </p:par>
                              <p:par>
                                <p:cTn id="77" presetID="10" presetClass="entr" presetSubtype="0" fill="hold" nodeType="with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500"/>
                                        <p:tgtEl>
                                          <p:spTgt spid="30"/>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fade">
                                      <p:cBhvr>
                                        <p:cTn id="82" dur="500"/>
                                        <p:tgtEl>
                                          <p:spTgt spid="31"/>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2"/>
                                        </p:tgtEl>
                                        <p:attrNameLst>
                                          <p:attrName>style.visibility</p:attrName>
                                        </p:attrNameLst>
                                      </p:cBhvr>
                                      <p:to>
                                        <p:strVal val="visible"/>
                                      </p:to>
                                    </p:set>
                                    <p:animEffect transition="in" filter="fade">
                                      <p:cBhvr>
                                        <p:cTn id="85" dur="500"/>
                                        <p:tgtEl>
                                          <p:spTgt spid="32"/>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3"/>
                                        </p:tgtEl>
                                        <p:attrNameLst>
                                          <p:attrName>style.visibility</p:attrName>
                                        </p:attrNameLst>
                                      </p:cBhvr>
                                      <p:to>
                                        <p:strVal val="visible"/>
                                      </p:to>
                                    </p:set>
                                    <p:animEffect transition="in" filter="fade">
                                      <p:cBhvr>
                                        <p:cTn id="88" dur="500"/>
                                        <p:tgtEl>
                                          <p:spTgt spid="33"/>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fade">
                                      <p:cBhvr>
                                        <p:cTn id="91" dur="500"/>
                                        <p:tgtEl>
                                          <p:spTgt spid="34"/>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500"/>
                                        <p:tgtEl>
                                          <p:spTgt spid="35"/>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6"/>
                                        </p:tgtEl>
                                        <p:attrNameLst>
                                          <p:attrName>style.visibility</p:attrName>
                                        </p:attrNameLst>
                                      </p:cBhvr>
                                      <p:to>
                                        <p:strVal val="visible"/>
                                      </p:to>
                                    </p:set>
                                    <p:animEffect transition="in" filter="fade">
                                      <p:cBhvr>
                                        <p:cTn id="97" dur="500"/>
                                        <p:tgtEl>
                                          <p:spTgt spid="36"/>
                                        </p:tgtEl>
                                      </p:cBhvr>
                                    </p:animEffect>
                                  </p:childTnLst>
                                </p:cTn>
                              </p:par>
                              <p:par>
                                <p:cTn id="98" presetID="10" presetClass="entr" presetSubtype="0" fill="hold" nodeType="withEffect">
                                  <p:stCondLst>
                                    <p:cond delay="0"/>
                                  </p:stCondLst>
                                  <p:childTnLst>
                                    <p:set>
                                      <p:cBhvr>
                                        <p:cTn id="99" dur="1" fill="hold">
                                          <p:stCondLst>
                                            <p:cond delay="0"/>
                                          </p:stCondLst>
                                        </p:cTn>
                                        <p:tgtEl>
                                          <p:spTgt spid="37"/>
                                        </p:tgtEl>
                                        <p:attrNameLst>
                                          <p:attrName>style.visibility</p:attrName>
                                        </p:attrNameLst>
                                      </p:cBhvr>
                                      <p:to>
                                        <p:strVal val="visible"/>
                                      </p:to>
                                    </p:set>
                                    <p:animEffect transition="in" filter="fade">
                                      <p:cBhvr>
                                        <p:cTn id="100" dur="500"/>
                                        <p:tgtEl>
                                          <p:spTgt spid="37"/>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8"/>
                                        </p:tgtEl>
                                        <p:attrNameLst>
                                          <p:attrName>style.visibility</p:attrName>
                                        </p:attrNameLst>
                                      </p:cBhvr>
                                      <p:to>
                                        <p:strVal val="visible"/>
                                      </p:to>
                                    </p:set>
                                    <p:animEffect transition="in" filter="fade">
                                      <p:cBhvr>
                                        <p:cTn id="103" dur="500"/>
                                        <p:tgtEl>
                                          <p:spTgt spid="38"/>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9"/>
                                        </p:tgtEl>
                                        <p:attrNameLst>
                                          <p:attrName>style.visibility</p:attrName>
                                        </p:attrNameLst>
                                      </p:cBhvr>
                                      <p:to>
                                        <p:strVal val="visible"/>
                                      </p:to>
                                    </p:set>
                                    <p:animEffect transition="in" filter="fade">
                                      <p:cBhvr>
                                        <p:cTn id="106" dur="500"/>
                                        <p:tgtEl>
                                          <p:spTgt spid="39"/>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40"/>
                                        </p:tgtEl>
                                        <p:attrNameLst>
                                          <p:attrName>style.visibility</p:attrName>
                                        </p:attrNameLst>
                                      </p:cBhvr>
                                      <p:to>
                                        <p:strVal val="visible"/>
                                      </p:to>
                                    </p:set>
                                    <p:animEffect transition="in" filter="fade">
                                      <p:cBhvr>
                                        <p:cTn id="109" dur="500"/>
                                        <p:tgtEl>
                                          <p:spTgt spid="40"/>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41"/>
                                        </p:tgtEl>
                                        <p:attrNameLst>
                                          <p:attrName>style.visibility</p:attrName>
                                        </p:attrNameLst>
                                      </p:cBhvr>
                                      <p:to>
                                        <p:strVal val="visible"/>
                                      </p:to>
                                    </p:set>
                                    <p:animEffect transition="in" filter="fade">
                                      <p:cBhvr>
                                        <p:cTn id="112" dur="500"/>
                                        <p:tgtEl>
                                          <p:spTgt spid="41"/>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42"/>
                                        </p:tgtEl>
                                        <p:attrNameLst>
                                          <p:attrName>style.visibility</p:attrName>
                                        </p:attrNameLst>
                                      </p:cBhvr>
                                      <p:to>
                                        <p:strVal val="visible"/>
                                      </p:to>
                                    </p:set>
                                    <p:animEffect transition="in" filter="fade">
                                      <p:cBhvr>
                                        <p:cTn id="115" dur="500"/>
                                        <p:tgtEl>
                                          <p:spTgt spid="42"/>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43"/>
                                        </p:tgtEl>
                                        <p:attrNameLst>
                                          <p:attrName>style.visibility</p:attrName>
                                        </p:attrNameLst>
                                      </p:cBhvr>
                                      <p:to>
                                        <p:strVal val="visible"/>
                                      </p:to>
                                    </p:set>
                                    <p:animEffect transition="in" filter="fade">
                                      <p:cBhvr>
                                        <p:cTn id="118" dur="500"/>
                                        <p:tgtEl>
                                          <p:spTgt spid="43"/>
                                        </p:tgtEl>
                                      </p:cBhvr>
                                    </p:animEffect>
                                  </p:childTnLst>
                                </p:cTn>
                              </p:par>
                              <p:par>
                                <p:cTn id="119" presetID="10" presetClass="entr" presetSubtype="0" fill="hold" nodeType="withEffect">
                                  <p:stCondLst>
                                    <p:cond delay="0"/>
                                  </p:stCondLst>
                                  <p:childTnLst>
                                    <p:set>
                                      <p:cBhvr>
                                        <p:cTn id="120" dur="1" fill="hold">
                                          <p:stCondLst>
                                            <p:cond delay="0"/>
                                          </p:stCondLst>
                                        </p:cTn>
                                        <p:tgtEl>
                                          <p:spTgt spid="44"/>
                                        </p:tgtEl>
                                        <p:attrNameLst>
                                          <p:attrName>style.visibility</p:attrName>
                                        </p:attrNameLst>
                                      </p:cBhvr>
                                      <p:to>
                                        <p:strVal val="visible"/>
                                      </p:to>
                                    </p:set>
                                    <p:animEffect transition="in" filter="fade">
                                      <p:cBhvr>
                                        <p:cTn id="121" dur="500"/>
                                        <p:tgtEl>
                                          <p:spTgt spid="44"/>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5"/>
                                        </p:tgtEl>
                                        <p:attrNameLst>
                                          <p:attrName>style.visibility</p:attrName>
                                        </p:attrNameLst>
                                      </p:cBhvr>
                                      <p:to>
                                        <p:strVal val="visible"/>
                                      </p:to>
                                    </p:set>
                                    <p:animEffect transition="in" filter="fade">
                                      <p:cBhvr>
                                        <p:cTn id="124" dur="500"/>
                                        <p:tgtEl>
                                          <p:spTgt spid="45"/>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46"/>
                                        </p:tgtEl>
                                        <p:attrNameLst>
                                          <p:attrName>style.visibility</p:attrName>
                                        </p:attrNameLst>
                                      </p:cBhvr>
                                      <p:to>
                                        <p:strVal val="visible"/>
                                      </p:to>
                                    </p:set>
                                    <p:animEffect transition="in" filter="fade">
                                      <p:cBhvr>
                                        <p:cTn id="127" dur="500"/>
                                        <p:tgtEl>
                                          <p:spTgt spid="46"/>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47"/>
                                        </p:tgtEl>
                                        <p:attrNameLst>
                                          <p:attrName>style.visibility</p:attrName>
                                        </p:attrNameLst>
                                      </p:cBhvr>
                                      <p:to>
                                        <p:strVal val="visible"/>
                                      </p:to>
                                    </p:set>
                                    <p:animEffect transition="in" filter="fade">
                                      <p:cBhvr>
                                        <p:cTn id="130" dur="500"/>
                                        <p:tgtEl>
                                          <p:spTgt spid="47"/>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48"/>
                                        </p:tgtEl>
                                        <p:attrNameLst>
                                          <p:attrName>style.visibility</p:attrName>
                                        </p:attrNameLst>
                                      </p:cBhvr>
                                      <p:to>
                                        <p:strVal val="visible"/>
                                      </p:to>
                                    </p:set>
                                    <p:animEffect transition="in" filter="fade">
                                      <p:cBhvr>
                                        <p:cTn id="133" dur="500"/>
                                        <p:tgtEl>
                                          <p:spTgt spid="48"/>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49"/>
                                        </p:tgtEl>
                                        <p:attrNameLst>
                                          <p:attrName>style.visibility</p:attrName>
                                        </p:attrNameLst>
                                      </p:cBhvr>
                                      <p:to>
                                        <p:strVal val="visible"/>
                                      </p:to>
                                    </p:set>
                                    <p:animEffect transition="in" filter="fade">
                                      <p:cBhvr>
                                        <p:cTn id="136" dur="500"/>
                                        <p:tgtEl>
                                          <p:spTgt spid="49"/>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50"/>
                                        </p:tgtEl>
                                        <p:attrNameLst>
                                          <p:attrName>style.visibility</p:attrName>
                                        </p:attrNameLst>
                                      </p:cBhvr>
                                      <p:to>
                                        <p:strVal val="visible"/>
                                      </p:to>
                                    </p:set>
                                    <p:animEffect transition="in" filter="fade">
                                      <p:cBhvr>
                                        <p:cTn id="139" dur="500"/>
                                        <p:tgtEl>
                                          <p:spTgt spid="50"/>
                                        </p:tgtEl>
                                      </p:cBhvr>
                                    </p:animEffect>
                                  </p:childTnLst>
                                </p:cTn>
                              </p:par>
                              <p:par>
                                <p:cTn id="140" presetID="10" presetClass="entr" presetSubtype="0" fill="hold" nodeType="withEffect">
                                  <p:stCondLst>
                                    <p:cond delay="0"/>
                                  </p:stCondLst>
                                  <p:childTnLst>
                                    <p:set>
                                      <p:cBhvr>
                                        <p:cTn id="141" dur="1" fill="hold">
                                          <p:stCondLst>
                                            <p:cond delay="0"/>
                                          </p:stCondLst>
                                        </p:cTn>
                                        <p:tgtEl>
                                          <p:spTgt spid="51"/>
                                        </p:tgtEl>
                                        <p:attrNameLst>
                                          <p:attrName>style.visibility</p:attrName>
                                        </p:attrNameLst>
                                      </p:cBhvr>
                                      <p:to>
                                        <p:strVal val="visible"/>
                                      </p:to>
                                    </p:set>
                                    <p:animEffect transition="in" filter="fade">
                                      <p:cBhvr>
                                        <p:cTn id="142" dur="500"/>
                                        <p:tgtEl>
                                          <p:spTgt spid="51"/>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52"/>
                                        </p:tgtEl>
                                        <p:attrNameLst>
                                          <p:attrName>style.visibility</p:attrName>
                                        </p:attrNameLst>
                                      </p:cBhvr>
                                      <p:to>
                                        <p:strVal val="visible"/>
                                      </p:to>
                                    </p:set>
                                    <p:animEffect transition="in" filter="fade">
                                      <p:cBhvr>
                                        <p:cTn id="145" dur="500"/>
                                        <p:tgtEl>
                                          <p:spTgt spid="52"/>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53"/>
                                        </p:tgtEl>
                                        <p:attrNameLst>
                                          <p:attrName>style.visibility</p:attrName>
                                        </p:attrNameLst>
                                      </p:cBhvr>
                                      <p:to>
                                        <p:strVal val="visible"/>
                                      </p:to>
                                    </p:set>
                                    <p:animEffect transition="in" filter="fade">
                                      <p:cBhvr>
                                        <p:cTn id="148" dur="500"/>
                                        <p:tgtEl>
                                          <p:spTgt spid="53"/>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54"/>
                                        </p:tgtEl>
                                        <p:attrNameLst>
                                          <p:attrName>style.visibility</p:attrName>
                                        </p:attrNameLst>
                                      </p:cBhvr>
                                      <p:to>
                                        <p:strVal val="visible"/>
                                      </p:to>
                                    </p:set>
                                    <p:animEffect transition="in" filter="fade">
                                      <p:cBhvr>
                                        <p:cTn id="151" dur="500"/>
                                        <p:tgtEl>
                                          <p:spTgt spid="54"/>
                                        </p:tgtEl>
                                      </p:cBhvr>
                                    </p:animEffect>
                                  </p:childTnLst>
                                </p:cTn>
                              </p:par>
                              <p:par>
                                <p:cTn id="152" presetID="10" presetClass="entr" presetSubtype="0" fill="hold" grpId="0" nodeType="withEffect">
                                  <p:stCondLst>
                                    <p:cond delay="0"/>
                                  </p:stCondLst>
                                  <p:childTnLst>
                                    <p:set>
                                      <p:cBhvr>
                                        <p:cTn id="153" dur="1" fill="hold">
                                          <p:stCondLst>
                                            <p:cond delay="0"/>
                                          </p:stCondLst>
                                        </p:cTn>
                                        <p:tgtEl>
                                          <p:spTgt spid="55"/>
                                        </p:tgtEl>
                                        <p:attrNameLst>
                                          <p:attrName>style.visibility</p:attrName>
                                        </p:attrNameLst>
                                      </p:cBhvr>
                                      <p:to>
                                        <p:strVal val="visible"/>
                                      </p:to>
                                    </p:set>
                                    <p:animEffect transition="in" filter="fade">
                                      <p:cBhvr>
                                        <p:cTn id="154" dur="500"/>
                                        <p:tgtEl>
                                          <p:spTgt spid="55"/>
                                        </p:tgtEl>
                                      </p:cBhvr>
                                    </p:animEffect>
                                  </p:childTnLst>
                                </p:cTn>
                              </p:par>
                              <p:par>
                                <p:cTn id="155" presetID="10" presetClass="entr" presetSubtype="0" fill="hold" grpId="0" nodeType="withEffect">
                                  <p:stCondLst>
                                    <p:cond delay="0"/>
                                  </p:stCondLst>
                                  <p:childTnLst>
                                    <p:set>
                                      <p:cBhvr>
                                        <p:cTn id="156" dur="1" fill="hold">
                                          <p:stCondLst>
                                            <p:cond delay="0"/>
                                          </p:stCondLst>
                                        </p:cTn>
                                        <p:tgtEl>
                                          <p:spTgt spid="56"/>
                                        </p:tgtEl>
                                        <p:attrNameLst>
                                          <p:attrName>style.visibility</p:attrName>
                                        </p:attrNameLst>
                                      </p:cBhvr>
                                      <p:to>
                                        <p:strVal val="visible"/>
                                      </p:to>
                                    </p:set>
                                    <p:animEffect transition="in" filter="fade">
                                      <p:cBhvr>
                                        <p:cTn id="157" dur="500"/>
                                        <p:tgtEl>
                                          <p:spTgt spid="56"/>
                                        </p:tgtEl>
                                      </p:cBhvr>
                                    </p:animEffect>
                                  </p:childTnLst>
                                </p:cTn>
                              </p:par>
                              <p:par>
                                <p:cTn id="158" presetID="10" presetClass="entr" presetSubtype="0" fill="hold" grpId="0" nodeType="withEffect">
                                  <p:stCondLst>
                                    <p:cond delay="0"/>
                                  </p:stCondLst>
                                  <p:childTnLst>
                                    <p:set>
                                      <p:cBhvr>
                                        <p:cTn id="159" dur="1" fill="hold">
                                          <p:stCondLst>
                                            <p:cond delay="0"/>
                                          </p:stCondLst>
                                        </p:cTn>
                                        <p:tgtEl>
                                          <p:spTgt spid="57"/>
                                        </p:tgtEl>
                                        <p:attrNameLst>
                                          <p:attrName>style.visibility</p:attrName>
                                        </p:attrNameLst>
                                      </p:cBhvr>
                                      <p:to>
                                        <p:strVal val="visible"/>
                                      </p:to>
                                    </p:set>
                                    <p:animEffect transition="in" filter="fade">
                                      <p:cBhvr>
                                        <p:cTn id="160" dur="500"/>
                                        <p:tgtEl>
                                          <p:spTgt spid="57"/>
                                        </p:tgtEl>
                                      </p:cBhvr>
                                    </p:animEffect>
                                  </p:childTnLst>
                                </p:cTn>
                              </p:par>
                              <p:par>
                                <p:cTn id="161" presetID="10" presetClass="entr" presetSubtype="0" fill="hold" nodeType="withEffect">
                                  <p:stCondLst>
                                    <p:cond delay="0"/>
                                  </p:stCondLst>
                                  <p:childTnLst>
                                    <p:set>
                                      <p:cBhvr>
                                        <p:cTn id="162" dur="1" fill="hold">
                                          <p:stCondLst>
                                            <p:cond delay="0"/>
                                          </p:stCondLst>
                                        </p:cTn>
                                        <p:tgtEl>
                                          <p:spTgt spid="58"/>
                                        </p:tgtEl>
                                        <p:attrNameLst>
                                          <p:attrName>style.visibility</p:attrName>
                                        </p:attrNameLst>
                                      </p:cBhvr>
                                      <p:to>
                                        <p:strVal val="visible"/>
                                      </p:to>
                                    </p:set>
                                    <p:animEffect transition="in" filter="fade">
                                      <p:cBhvr>
                                        <p:cTn id="163" dur="500"/>
                                        <p:tgtEl>
                                          <p:spTgt spid="58"/>
                                        </p:tgtEl>
                                      </p:cBhvr>
                                    </p:animEffect>
                                  </p:childTnLst>
                                </p:cTn>
                              </p:par>
                              <p:par>
                                <p:cTn id="164" presetID="10" presetClass="entr" presetSubtype="0" fill="hold" grpId="0" nodeType="withEffect">
                                  <p:stCondLst>
                                    <p:cond delay="0"/>
                                  </p:stCondLst>
                                  <p:childTnLst>
                                    <p:set>
                                      <p:cBhvr>
                                        <p:cTn id="165" dur="1" fill="hold">
                                          <p:stCondLst>
                                            <p:cond delay="0"/>
                                          </p:stCondLst>
                                        </p:cTn>
                                        <p:tgtEl>
                                          <p:spTgt spid="59"/>
                                        </p:tgtEl>
                                        <p:attrNameLst>
                                          <p:attrName>style.visibility</p:attrName>
                                        </p:attrNameLst>
                                      </p:cBhvr>
                                      <p:to>
                                        <p:strVal val="visible"/>
                                      </p:to>
                                    </p:set>
                                    <p:animEffect transition="in" filter="fade">
                                      <p:cBhvr>
                                        <p:cTn id="166" dur="500"/>
                                        <p:tgtEl>
                                          <p:spTgt spid="59"/>
                                        </p:tgtEl>
                                      </p:cBhvr>
                                    </p:animEffect>
                                  </p:childTnLst>
                                </p:cTn>
                              </p:par>
                              <p:par>
                                <p:cTn id="167" presetID="10" presetClass="entr" presetSubtype="0" fill="hold" grpId="0" nodeType="withEffect">
                                  <p:stCondLst>
                                    <p:cond delay="0"/>
                                  </p:stCondLst>
                                  <p:childTnLst>
                                    <p:set>
                                      <p:cBhvr>
                                        <p:cTn id="168" dur="1" fill="hold">
                                          <p:stCondLst>
                                            <p:cond delay="0"/>
                                          </p:stCondLst>
                                        </p:cTn>
                                        <p:tgtEl>
                                          <p:spTgt spid="60"/>
                                        </p:tgtEl>
                                        <p:attrNameLst>
                                          <p:attrName>style.visibility</p:attrName>
                                        </p:attrNameLst>
                                      </p:cBhvr>
                                      <p:to>
                                        <p:strVal val="visible"/>
                                      </p:to>
                                    </p:set>
                                    <p:animEffect transition="in" filter="fade">
                                      <p:cBhvr>
                                        <p:cTn id="169" dur="500"/>
                                        <p:tgtEl>
                                          <p:spTgt spid="60"/>
                                        </p:tgtEl>
                                      </p:cBhvr>
                                    </p:animEffect>
                                  </p:childTnLst>
                                </p:cTn>
                              </p:par>
                              <p:par>
                                <p:cTn id="170" presetID="10" presetClass="entr" presetSubtype="0" fill="hold" grpId="0" nodeType="withEffect">
                                  <p:stCondLst>
                                    <p:cond delay="0"/>
                                  </p:stCondLst>
                                  <p:childTnLst>
                                    <p:set>
                                      <p:cBhvr>
                                        <p:cTn id="171" dur="1" fill="hold">
                                          <p:stCondLst>
                                            <p:cond delay="0"/>
                                          </p:stCondLst>
                                        </p:cTn>
                                        <p:tgtEl>
                                          <p:spTgt spid="61"/>
                                        </p:tgtEl>
                                        <p:attrNameLst>
                                          <p:attrName>style.visibility</p:attrName>
                                        </p:attrNameLst>
                                      </p:cBhvr>
                                      <p:to>
                                        <p:strVal val="visible"/>
                                      </p:to>
                                    </p:set>
                                    <p:animEffect transition="in" filter="fade">
                                      <p:cBhvr>
                                        <p:cTn id="172" dur="500"/>
                                        <p:tgtEl>
                                          <p:spTgt spid="61"/>
                                        </p:tgtEl>
                                      </p:cBhvr>
                                    </p:animEffect>
                                  </p:childTnLst>
                                </p:cTn>
                              </p:par>
                              <p:par>
                                <p:cTn id="173" presetID="10" presetClass="entr" presetSubtype="0" fill="hold" grpId="0" nodeType="withEffect">
                                  <p:stCondLst>
                                    <p:cond delay="0"/>
                                  </p:stCondLst>
                                  <p:childTnLst>
                                    <p:set>
                                      <p:cBhvr>
                                        <p:cTn id="174" dur="1" fill="hold">
                                          <p:stCondLst>
                                            <p:cond delay="0"/>
                                          </p:stCondLst>
                                        </p:cTn>
                                        <p:tgtEl>
                                          <p:spTgt spid="62"/>
                                        </p:tgtEl>
                                        <p:attrNameLst>
                                          <p:attrName>style.visibility</p:attrName>
                                        </p:attrNameLst>
                                      </p:cBhvr>
                                      <p:to>
                                        <p:strVal val="visible"/>
                                      </p:to>
                                    </p:set>
                                    <p:animEffect transition="in" filter="fade">
                                      <p:cBhvr>
                                        <p:cTn id="175" dur="500"/>
                                        <p:tgtEl>
                                          <p:spTgt spid="62"/>
                                        </p:tgtEl>
                                      </p:cBhvr>
                                    </p:animEffect>
                                  </p:childTnLst>
                                </p:cTn>
                              </p:par>
                              <p:par>
                                <p:cTn id="176" presetID="10" presetClass="entr" presetSubtype="0" fill="hold" grpId="0" nodeType="withEffect">
                                  <p:stCondLst>
                                    <p:cond delay="0"/>
                                  </p:stCondLst>
                                  <p:childTnLst>
                                    <p:set>
                                      <p:cBhvr>
                                        <p:cTn id="177" dur="1" fill="hold">
                                          <p:stCondLst>
                                            <p:cond delay="0"/>
                                          </p:stCondLst>
                                        </p:cTn>
                                        <p:tgtEl>
                                          <p:spTgt spid="63"/>
                                        </p:tgtEl>
                                        <p:attrNameLst>
                                          <p:attrName>style.visibility</p:attrName>
                                        </p:attrNameLst>
                                      </p:cBhvr>
                                      <p:to>
                                        <p:strVal val="visible"/>
                                      </p:to>
                                    </p:set>
                                    <p:animEffect transition="in" filter="fade">
                                      <p:cBhvr>
                                        <p:cTn id="178" dur="500"/>
                                        <p:tgtEl>
                                          <p:spTgt spid="63"/>
                                        </p:tgtEl>
                                      </p:cBhvr>
                                    </p:animEffect>
                                  </p:childTnLst>
                                </p:cTn>
                              </p:par>
                              <p:par>
                                <p:cTn id="179" presetID="10" presetClass="entr" presetSubtype="0" fill="hold" grpId="0" nodeType="withEffect">
                                  <p:stCondLst>
                                    <p:cond delay="0"/>
                                  </p:stCondLst>
                                  <p:childTnLst>
                                    <p:set>
                                      <p:cBhvr>
                                        <p:cTn id="180" dur="1" fill="hold">
                                          <p:stCondLst>
                                            <p:cond delay="0"/>
                                          </p:stCondLst>
                                        </p:cTn>
                                        <p:tgtEl>
                                          <p:spTgt spid="64"/>
                                        </p:tgtEl>
                                        <p:attrNameLst>
                                          <p:attrName>style.visibility</p:attrName>
                                        </p:attrNameLst>
                                      </p:cBhvr>
                                      <p:to>
                                        <p:strVal val="visible"/>
                                      </p:to>
                                    </p:set>
                                    <p:animEffect transition="in" filter="fade">
                                      <p:cBhvr>
                                        <p:cTn id="181" dur="500"/>
                                        <p:tgtEl>
                                          <p:spTgt spid="64"/>
                                        </p:tgtEl>
                                      </p:cBhvr>
                                    </p:animEffect>
                                  </p:childTnLst>
                                </p:cTn>
                              </p:par>
                              <p:par>
                                <p:cTn id="182" presetID="10" presetClass="entr" presetSubtype="0" fill="hold" nodeType="withEffect">
                                  <p:stCondLst>
                                    <p:cond delay="0"/>
                                  </p:stCondLst>
                                  <p:childTnLst>
                                    <p:set>
                                      <p:cBhvr>
                                        <p:cTn id="183" dur="1" fill="hold">
                                          <p:stCondLst>
                                            <p:cond delay="0"/>
                                          </p:stCondLst>
                                        </p:cTn>
                                        <p:tgtEl>
                                          <p:spTgt spid="65"/>
                                        </p:tgtEl>
                                        <p:attrNameLst>
                                          <p:attrName>style.visibility</p:attrName>
                                        </p:attrNameLst>
                                      </p:cBhvr>
                                      <p:to>
                                        <p:strVal val="visible"/>
                                      </p:to>
                                    </p:set>
                                    <p:animEffect transition="in" filter="fade">
                                      <p:cBhvr>
                                        <p:cTn id="184" dur="500"/>
                                        <p:tgtEl>
                                          <p:spTgt spid="65"/>
                                        </p:tgtEl>
                                      </p:cBhvr>
                                    </p:animEffect>
                                  </p:childTnLst>
                                </p:cTn>
                              </p:par>
                              <p:par>
                                <p:cTn id="185" presetID="10" presetClass="entr" presetSubtype="0" fill="hold" grpId="0" nodeType="withEffect">
                                  <p:stCondLst>
                                    <p:cond delay="0"/>
                                  </p:stCondLst>
                                  <p:childTnLst>
                                    <p:set>
                                      <p:cBhvr>
                                        <p:cTn id="186" dur="1" fill="hold">
                                          <p:stCondLst>
                                            <p:cond delay="0"/>
                                          </p:stCondLst>
                                        </p:cTn>
                                        <p:tgtEl>
                                          <p:spTgt spid="66"/>
                                        </p:tgtEl>
                                        <p:attrNameLst>
                                          <p:attrName>style.visibility</p:attrName>
                                        </p:attrNameLst>
                                      </p:cBhvr>
                                      <p:to>
                                        <p:strVal val="visible"/>
                                      </p:to>
                                    </p:set>
                                    <p:animEffect transition="in" filter="fade">
                                      <p:cBhvr>
                                        <p:cTn id="187" dur="500"/>
                                        <p:tgtEl>
                                          <p:spTgt spid="66"/>
                                        </p:tgtEl>
                                      </p:cBhvr>
                                    </p:animEffect>
                                  </p:childTnLst>
                                </p:cTn>
                              </p:par>
                              <p:par>
                                <p:cTn id="188" presetID="10" presetClass="entr" presetSubtype="0" fill="hold" grpId="0" nodeType="withEffect">
                                  <p:stCondLst>
                                    <p:cond delay="0"/>
                                  </p:stCondLst>
                                  <p:childTnLst>
                                    <p:set>
                                      <p:cBhvr>
                                        <p:cTn id="189" dur="1" fill="hold">
                                          <p:stCondLst>
                                            <p:cond delay="0"/>
                                          </p:stCondLst>
                                        </p:cTn>
                                        <p:tgtEl>
                                          <p:spTgt spid="67"/>
                                        </p:tgtEl>
                                        <p:attrNameLst>
                                          <p:attrName>style.visibility</p:attrName>
                                        </p:attrNameLst>
                                      </p:cBhvr>
                                      <p:to>
                                        <p:strVal val="visible"/>
                                      </p:to>
                                    </p:set>
                                    <p:animEffect transition="in" filter="fade">
                                      <p:cBhvr>
                                        <p:cTn id="190"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0" grpId="0" animBg="1"/>
      <p:bldP spid="11" grpId="0" animBg="1"/>
      <p:bldP spid="12" grpId="0" animBg="1"/>
      <p:bldP spid="13" grpId="0" animBg="1"/>
      <p:bldP spid="14" grpId="0" animBg="1"/>
      <p:bldP spid="15" grpId="0" animBg="1"/>
      <p:bldP spid="17" grpId="0" animBg="1"/>
      <p:bldP spid="18" grpId="0" animBg="1"/>
      <p:bldP spid="19" grpId="0" animBg="1"/>
      <p:bldP spid="20" grpId="0" animBg="1"/>
      <p:bldP spid="21" grpId="0" animBg="1"/>
      <p:bldP spid="22" grpId="0" animBg="1"/>
      <p:bldP spid="24" grpId="0" animBg="1"/>
      <p:bldP spid="25" grpId="0" animBg="1"/>
      <p:bldP spid="26" grpId="0" animBg="1"/>
      <p:bldP spid="27" grpId="0" animBg="1"/>
      <p:bldP spid="28" grpId="0" animBg="1"/>
      <p:bldP spid="29" grpId="0" animBg="1"/>
      <p:bldP spid="31" grpId="0" animBg="1"/>
      <p:bldP spid="32" grpId="0" animBg="1"/>
      <p:bldP spid="33" grpId="0" animBg="1"/>
      <p:bldP spid="34" grpId="0" animBg="1"/>
      <p:bldP spid="35" grpId="0" animBg="1"/>
      <p:bldP spid="36" grpId="0" animBg="1"/>
      <p:bldP spid="38" grpId="0" animBg="1"/>
      <p:bldP spid="39" grpId="0" animBg="1"/>
      <p:bldP spid="40" grpId="0" animBg="1"/>
      <p:bldP spid="41" grpId="0" animBg="1"/>
      <p:bldP spid="42" grpId="0" animBg="1"/>
      <p:bldP spid="43" grpId="0" animBg="1"/>
      <p:bldP spid="45" grpId="0" animBg="1"/>
      <p:bldP spid="46" grpId="0" animBg="1"/>
      <p:bldP spid="47" grpId="0" animBg="1"/>
      <p:bldP spid="48" grpId="0" animBg="1"/>
      <p:bldP spid="49" grpId="0" animBg="1"/>
      <p:bldP spid="50" grpId="0" animBg="1"/>
      <p:bldP spid="52" grpId="0" animBg="1"/>
      <p:bldP spid="53" grpId="0" animBg="1"/>
      <p:bldP spid="54" grpId="0" animBg="1"/>
      <p:bldP spid="55" grpId="0" animBg="1"/>
      <p:bldP spid="56" grpId="0" animBg="1"/>
      <p:bldP spid="57" grpId="0" animBg="1"/>
      <p:bldP spid="59" grpId="0" animBg="1"/>
      <p:bldP spid="60" grpId="0" animBg="1"/>
      <p:bldP spid="61" grpId="0" animBg="1"/>
      <p:bldP spid="62" grpId="0" animBg="1"/>
      <p:bldP spid="63" grpId="0" animBg="1"/>
      <p:bldP spid="64" grpId="0" animBg="1"/>
      <p:bldP spid="66" grpId="0" animBg="1"/>
      <p:bldP spid="6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6B4FD526-EF13-45EC-3788-3519AD979302}"/>
            </a:ext>
          </a:extLst>
        </p:cNvPr>
        <p:cNvGrpSpPr/>
        <p:nvPr/>
      </p:nvGrpSpPr>
      <p:grpSpPr>
        <a:xfrm>
          <a:off x="0" y="0"/>
          <a:ext cx="0" cy="0"/>
          <a:chOff x="0" y="0"/>
          <a:chExt cx="0" cy="0"/>
        </a:xfrm>
      </p:grpSpPr>
      <p:sp>
        <p:nvSpPr>
          <p:cNvPr id="58" name="Google Shape;105;p27">
            <a:extLst>
              <a:ext uri="{FF2B5EF4-FFF2-40B4-BE49-F238E27FC236}">
                <a16:creationId xmlns:a16="http://schemas.microsoft.com/office/drawing/2014/main" id="{6A321332-7428-D9D8-EA67-AA28D7AFDA5C}"/>
              </a:ext>
            </a:extLst>
          </p:cNvPr>
          <p:cNvSpPr/>
          <p:nvPr/>
        </p:nvSpPr>
        <p:spPr>
          <a:xfrm rot="5400000">
            <a:off x="-660076" y="646210"/>
            <a:ext cx="2201895" cy="881743"/>
          </a:xfrm>
          <a:prstGeom prst="triangle">
            <a:avLst>
              <a:gd name="adj" fmla="val 50411"/>
            </a:avLst>
          </a:prstGeom>
          <a:solidFill>
            <a:schemeClr val="accent1">
              <a:lumMod val="75000"/>
            </a:schemeClr>
          </a:solidFill>
          <a:ln/>
        </p:spPr>
        <p:style>
          <a:lnRef idx="2">
            <a:schemeClr val="accent1"/>
          </a:lnRef>
          <a:fillRef idx="1">
            <a:schemeClr val="lt1"/>
          </a:fillRef>
          <a:effectRef idx="0">
            <a:schemeClr val="accent1"/>
          </a:effectRef>
          <a:fontRef idx="minor">
            <a:schemeClr val="dk1"/>
          </a:fontRef>
        </p:style>
        <p:txBody>
          <a:bodyPr spcFirstLastPara="1" wrap="square" lIns="121900" tIns="121900" rIns="121900" bIns="121900" anchor="ctr" anchorCtr="0">
            <a:noAutofit/>
          </a:bodyPr>
          <a:lstStyle/>
          <a:p>
            <a:endParaRPr sz="2400"/>
          </a:p>
        </p:txBody>
      </p:sp>
      <p:sp>
        <p:nvSpPr>
          <p:cNvPr id="59" name="Google Shape;105;p27">
            <a:extLst>
              <a:ext uri="{FF2B5EF4-FFF2-40B4-BE49-F238E27FC236}">
                <a16:creationId xmlns:a16="http://schemas.microsoft.com/office/drawing/2014/main" id="{93A3C89B-1598-E8E5-A1D2-0CA7B566DF04}"/>
              </a:ext>
            </a:extLst>
          </p:cNvPr>
          <p:cNvSpPr/>
          <p:nvPr/>
        </p:nvSpPr>
        <p:spPr>
          <a:xfrm rot="16200000">
            <a:off x="10650181" y="5330638"/>
            <a:ext cx="2201895" cy="881743"/>
          </a:xfrm>
          <a:prstGeom prst="triangle">
            <a:avLst>
              <a:gd name="adj" fmla="val 50411"/>
            </a:avLst>
          </a:prstGeom>
          <a:solidFill>
            <a:schemeClr val="accent1">
              <a:lumMod val="75000"/>
            </a:schemeClr>
          </a:solidFill>
          <a:ln>
            <a:solidFill>
              <a:schemeClr val="accent1"/>
            </a:solidFill>
          </a:ln>
        </p:spPr>
        <p:txBody>
          <a:bodyPr spcFirstLastPara="1" wrap="square" lIns="121900" tIns="121900" rIns="121900" bIns="121900" anchor="ctr" anchorCtr="0">
            <a:noAutofit/>
          </a:bodyPr>
          <a:lstStyle/>
          <a:p>
            <a:endParaRPr sz="2400"/>
          </a:p>
        </p:txBody>
      </p:sp>
      <p:sp>
        <p:nvSpPr>
          <p:cNvPr id="2" name="Shape 0">
            <a:extLst>
              <a:ext uri="{FF2B5EF4-FFF2-40B4-BE49-F238E27FC236}">
                <a16:creationId xmlns:a16="http://schemas.microsoft.com/office/drawing/2014/main" id="{7C3F1026-C610-B020-6818-3339B98F2B3D}"/>
              </a:ext>
            </a:extLst>
          </p:cNvPr>
          <p:cNvSpPr/>
          <p:nvPr/>
        </p:nvSpPr>
        <p:spPr>
          <a:xfrm>
            <a:off x="548640" y="502920"/>
            <a:ext cx="164592" cy="164592"/>
          </a:xfrm>
          <a:prstGeom prst="rect">
            <a:avLst/>
          </a:prstGeom>
          <a:solidFill>
            <a:srgbClr val="06B6D4"/>
          </a:solidFill>
          <a:ln w="12700">
            <a:solidFill>
              <a:srgbClr val="06B6D4"/>
            </a:solidFill>
            <a:prstDash val="solid"/>
          </a:ln>
        </p:spPr>
        <p:txBody>
          <a:bodyPr/>
          <a:lstStyle/>
          <a:p>
            <a:endParaRPr lang="fr-FR"/>
          </a:p>
        </p:txBody>
      </p:sp>
      <p:sp>
        <p:nvSpPr>
          <p:cNvPr id="3" name="Text 1">
            <a:extLst>
              <a:ext uri="{FF2B5EF4-FFF2-40B4-BE49-F238E27FC236}">
                <a16:creationId xmlns:a16="http://schemas.microsoft.com/office/drawing/2014/main" id="{0F9F1CE4-3634-CB03-9E00-408026535D3B}"/>
              </a:ext>
            </a:extLst>
          </p:cNvPr>
          <p:cNvSpPr/>
          <p:nvPr/>
        </p:nvSpPr>
        <p:spPr>
          <a:xfrm>
            <a:off x="777240" y="411480"/>
            <a:ext cx="2011680" cy="320040"/>
          </a:xfrm>
          <a:prstGeom prst="rect">
            <a:avLst/>
          </a:prstGeom>
          <a:noFill/>
          <a:ln/>
        </p:spPr>
        <p:txBody>
          <a:bodyPr wrap="square" rtlCol="0" anchor="ctr"/>
          <a:lstStyle/>
          <a:p>
            <a:pPr marL="0" indent="0">
              <a:buNone/>
            </a:pPr>
            <a:r>
              <a:rPr lang="en-US" sz="1100" b="1" kern="0" spc="200" dirty="0">
                <a:solidFill>
                  <a:srgbClr val="0F172A"/>
                </a:solidFill>
                <a:latin typeface="Calibri" pitchFamily="34" charset="0"/>
                <a:ea typeface="Calibri" pitchFamily="34" charset="-122"/>
                <a:cs typeface="Calibri" pitchFamily="34" charset="-120"/>
              </a:rPr>
              <a:t>Syndic IA</a:t>
            </a:r>
            <a:endParaRPr lang="en-US" sz="1100" dirty="0"/>
          </a:p>
        </p:txBody>
      </p:sp>
      <p:sp>
        <p:nvSpPr>
          <p:cNvPr id="4" name="Text 2">
            <a:extLst>
              <a:ext uri="{FF2B5EF4-FFF2-40B4-BE49-F238E27FC236}">
                <a16:creationId xmlns:a16="http://schemas.microsoft.com/office/drawing/2014/main" id="{0DC3499C-5665-648E-A2DF-80DF5CF31DA7}"/>
              </a:ext>
            </a:extLst>
          </p:cNvPr>
          <p:cNvSpPr/>
          <p:nvPr/>
        </p:nvSpPr>
        <p:spPr>
          <a:xfrm>
            <a:off x="548640" y="914400"/>
            <a:ext cx="5486400" cy="320040"/>
          </a:xfrm>
          <a:prstGeom prst="rect">
            <a:avLst/>
          </a:prstGeom>
          <a:noFill/>
          <a:ln/>
        </p:spPr>
        <p:txBody>
          <a:bodyPr wrap="square" rtlCol="0" anchor="ctr"/>
          <a:lstStyle/>
          <a:p>
            <a:pPr marL="0" indent="0">
              <a:buNone/>
            </a:pPr>
            <a:r>
              <a:rPr lang="en-US" sz="1200" b="1" kern="0" spc="400" dirty="0">
                <a:solidFill>
                  <a:srgbClr val="06B6D4"/>
                </a:solidFill>
                <a:latin typeface="Calibri" pitchFamily="34" charset="0"/>
                <a:ea typeface="Calibri" pitchFamily="34" charset="-122"/>
                <a:cs typeface="Calibri" pitchFamily="34" charset="-120"/>
              </a:rPr>
              <a:t>09 · TRAITEMENT</a:t>
            </a:r>
          </a:p>
        </p:txBody>
      </p:sp>
      <p:sp>
        <p:nvSpPr>
          <p:cNvPr id="5" name="Text 3">
            <a:extLst>
              <a:ext uri="{FF2B5EF4-FFF2-40B4-BE49-F238E27FC236}">
                <a16:creationId xmlns:a16="http://schemas.microsoft.com/office/drawing/2014/main" id="{118F9E0E-1D13-0A2A-D19E-8BEE3AA1613A}"/>
              </a:ext>
            </a:extLst>
          </p:cNvPr>
          <p:cNvSpPr/>
          <p:nvPr/>
        </p:nvSpPr>
        <p:spPr>
          <a:xfrm>
            <a:off x="548640" y="1234440"/>
            <a:ext cx="11643360" cy="822960"/>
          </a:xfrm>
          <a:prstGeom prst="rect">
            <a:avLst/>
          </a:prstGeom>
          <a:noFill/>
          <a:ln/>
        </p:spPr>
        <p:txBody>
          <a:bodyPr wrap="square" lIns="0" tIns="0" rIns="0" bIns="0" rtlCol="0" anchor="ctr"/>
          <a:lstStyle/>
          <a:p>
            <a:r>
              <a:rPr lang="en-US" sz="2400" b="1" dirty="0">
                <a:latin typeface="Georgia" panose="02040502050405020303" pitchFamily="18" charset="0"/>
              </a:rPr>
              <a:t>Flux de </a:t>
            </a:r>
            <a:r>
              <a:rPr lang="en-US" sz="2400" b="1" dirty="0" err="1">
                <a:latin typeface="Georgia" panose="02040502050405020303" pitchFamily="18" charset="0"/>
              </a:rPr>
              <a:t>traitement</a:t>
            </a:r>
            <a:r>
              <a:rPr lang="en-US" sz="2400" b="1" dirty="0">
                <a:latin typeface="Georgia" panose="02040502050405020303" pitchFamily="18" charset="0"/>
              </a:rPr>
              <a:t> d'un message </a:t>
            </a:r>
            <a:r>
              <a:rPr lang="en-US" sz="2400" b="1" dirty="0" err="1">
                <a:latin typeface="Georgia" panose="02040502050405020303" pitchFamily="18" charset="0"/>
              </a:rPr>
              <a:t>résident</a:t>
            </a:r>
            <a:r>
              <a:rPr lang="en-US" sz="2400" b="1" dirty="0">
                <a:latin typeface="Georgia" panose="02040502050405020303" pitchFamily="18" charset="0"/>
              </a:rPr>
              <a:t>, de la </a:t>
            </a:r>
            <a:r>
              <a:rPr lang="en-US" sz="2400" b="1" dirty="0" err="1">
                <a:latin typeface="Georgia" panose="02040502050405020303" pitchFamily="18" charset="0"/>
              </a:rPr>
              <a:t>réception</a:t>
            </a:r>
            <a:r>
              <a:rPr lang="en-US" sz="2400" b="1" dirty="0">
                <a:latin typeface="Georgia" panose="02040502050405020303" pitchFamily="18" charset="0"/>
              </a:rPr>
              <a:t> à la notification</a:t>
            </a:r>
          </a:p>
        </p:txBody>
      </p:sp>
      <p:sp>
        <p:nvSpPr>
          <p:cNvPr id="70" name="Text 59">
            <a:extLst>
              <a:ext uri="{FF2B5EF4-FFF2-40B4-BE49-F238E27FC236}">
                <a16:creationId xmlns:a16="http://schemas.microsoft.com/office/drawing/2014/main" id="{84010BB5-CD1E-29A3-60BF-230C1BE02083}"/>
              </a:ext>
            </a:extLst>
          </p:cNvPr>
          <p:cNvSpPr/>
          <p:nvPr/>
        </p:nvSpPr>
        <p:spPr>
          <a:xfrm>
            <a:off x="10911535" y="6446520"/>
            <a:ext cx="914400" cy="274320"/>
          </a:xfrm>
          <a:prstGeom prst="rect">
            <a:avLst/>
          </a:prstGeom>
          <a:noFill/>
          <a:ln/>
        </p:spPr>
        <p:txBody>
          <a:bodyPr wrap="square" rtlCol="0" anchor="ctr"/>
          <a:lstStyle/>
          <a:p>
            <a:pPr marL="0" indent="0" algn="r">
              <a:buNone/>
            </a:pPr>
            <a:r>
              <a:rPr lang="en-US" sz="1000" dirty="0">
                <a:solidFill>
                  <a:srgbClr val="475569"/>
                </a:solidFill>
                <a:latin typeface="Calibri" pitchFamily="34" charset="0"/>
                <a:ea typeface="Calibri" pitchFamily="34" charset="-122"/>
                <a:cs typeface="Calibri" pitchFamily="34" charset="-120"/>
              </a:rPr>
              <a:t>09 / 24</a:t>
            </a:r>
            <a:endParaRPr lang="en-US" sz="1000" dirty="0"/>
          </a:p>
        </p:txBody>
      </p:sp>
      <p:sp>
        <p:nvSpPr>
          <p:cNvPr id="6" name="Shape 6">
            <a:extLst>
              <a:ext uri="{FF2B5EF4-FFF2-40B4-BE49-F238E27FC236}">
                <a16:creationId xmlns:a16="http://schemas.microsoft.com/office/drawing/2014/main" id="{7C5438B7-1047-201A-F8D3-CEEE1B2F0BEA}"/>
              </a:ext>
            </a:extLst>
          </p:cNvPr>
          <p:cNvSpPr/>
          <p:nvPr/>
        </p:nvSpPr>
        <p:spPr>
          <a:xfrm>
            <a:off x="548640" y="2304288"/>
            <a:ext cx="3496058" cy="502920"/>
          </a:xfrm>
          <a:prstGeom prst="rect">
            <a:avLst/>
          </a:prstGeom>
          <a:solidFill>
            <a:srgbClr val="3B4FC8"/>
          </a:solidFill>
          <a:ln/>
          <a:effectLst>
            <a:outerShdw blurRad="101600" dist="25400" dir="8100000" algn="bl" rotWithShape="0">
              <a:srgbClr val="000000">
                <a:alpha val="10000"/>
              </a:srgbClr>
            </a:outerShdw>
          </a:effectLst>
        </p:spPr>
        <p:txBody>
          <a:bodyPr/>
          <a:lstStyle/>
          <a:p>
            <a:endParaRPr lang="fr-FR"/>
          </a:p>
        </p:txBody>
      </p:sp>
      <p:sp>
        <p:nvSpPr>
          <p:cNvPr id="7" name="Text 7">
            <a:extLst>
              <a:ext uri="{FF2B5EF4-FFF2-40B4-BE49-F238E27FC236}">
                <a16:creationId xmlns:a16="http://schemas.microsoft.com/office/drawing/2014/main" id="{5593B218-9546-D3FF-2DFD-01FB12A5125A}"/>
              </a:ext>
            </a:extLst>
          </p:cNvPr>
          <p:cNvSpPr/>
          <p:nvPr/>
        </p:nvSpPr>
        <p:spPr>
          <a:xfrm>
            <a:off x="640080" y="2368296"/>
            <a:ext cx="2560320" cy="3657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b="1" dirty="0">
                <a:solidFill>
                  <a:srgbClr val="FFFFFF"/>
                </a:solidFill>
              </a:rPr>
              <a:t>Détection de langue</a:t>
            </a:r>
            <a:endParaRPr lang="en-US" dirty="0"/>
          </a:p>
        </p:txBody>
      </p:sp>
      <p:sp>
        <p:nvSpPr>
          <p:cNvPr id="8" name="Shape 8">
            <a:extLst>
              <a:ext uri="{FF2B5EF4-FFF2-40B4-BE49-F238E27FC236}">
                <a16:creationId xmlns:a16="http://schemas.microsoft.com/office/drawing/2014/main" id="{14C02105-F5E0-32B7-2D6C-63F1678E0793}"/>
              </a:ext>
            </a:extLst>
          </p:cNvPr>
          <p:cNvSpPr/>
          <p:nvPr/>
        </p:nvSpPr>
        <p:spPr>
          <a:xfrm>
            <a:off x="548640" y="2807208"/>
            <a:ext cx="3496058" cy="2651760"/>
          </a:xfrm>
          <a:prstGeom prst="rect">
            <a:avLst/>
          </a:prstGeom>
          <a:solidFill>
            <a:srgbClr val="FFFFFF"/>
          </a:solidFill>
          <a:ln w="6350">
            <a:solidFill>
              <a:srgbClr val="E5E7EB"/>
            </a:solidFill>
            <a:prstDash val="solid"/>
          </a:ln>
          <a:effectLst>
            <a:outerShdw blurRad="101600" dist="25400" dir="8100000" algn="bl" rotWithShape="0">
              <a:srgbClr val="000000">
                <a:alpha val="10000"/>
              </a:srgbClr>
            </a:outerShdw>
          </a:effectLst>
        </p:spPr>
        <p:txBody>
          <a:bodyPr/>
          <a:lstStyle/>
          <a:p>
            <a:endParaRPr lang="fr-FR" sz="2000"/>
          </a:p>
        </p:txBody>
      </p:sp>
      <p:sp>
        <p:nvSpPr>
          <p:cNvPr id="9" name="Shape 9">
            <a:extLst>
              <a:ext uri="{FF2B5EF4-FFF2-40B4-BE49-F238E27FC236}">
                <a16:creationId xmlns:a16="http://schemas.microsoft.com/office/drawing/2014/main" id="{5DB55EBF-6E2C-5560-6AD0-B6F53B055882}"/>
              </a:ext>
            </a:extLst>
          </p:cNvPr>
          <p:cNvSpPr/>
          <p:nvPr/>
        </p:nvSpPr>
        <p:spPr>
          <a:xfrm>
            <a:off x="548640" y="2807208"/>
            <a:ext cx="54864" cy="2651760"/>
          </a:xfrm>
          <a:prstGeom prst="rect">
            <a:avLst/>
          </a:prstGeom>
          <a:solidFill>
            <a:srgbClr val="3B4FC8"/>
          </a:solidFill>
          <a:ln/>
        </p:spPr>
        <p:txBody>
          <a:bodyPr/>
          <a:lstStyle/>
          <a:p>
            <a:endParaRPr lang="fr-FR"/>
          </a:p>
        </p:txBody>
      </p:sp>
      <p:sp>
        <p:nvSpPr>
          <p:cNvPr id="10" name="Shape 10">
            <a:extLst>
              <a:ext uri="{FF2B5EF4-FFF2-40B4-BE49-F238E27FC236}">
                <a16:creationId xmlns:a16="http://schemas.microsoft.com/office/drawing/2014/main" id="{CF853BF6-BAB6-81BA-31F2-3E49677CE4EB}"/>
              </a:ext>
            </a:extLst>
          </p:cNvPr>
          <p:cNvSpPr/>
          <p:nvPr/>
        </p:nvSpPr>
        <p:spPr>
          <a:xfrm>
            <a:off x="713232" y="2944368"/>
            <a:ext cx="201168" cy="201168"/>
          </a:xfrm>
          <a:prstGeom prst="rect">
            <a:avLst/>
          </a:prstGeom>
          <a:solidFill>
            <a:srgbClr val="3B4FC8"/>
          </a:solidFill>
          <a:ln/>
          <a:effectLst>
            <a:outerShdw blurRad="101600" dist="25400" dir="8100000" algn="bl" rotWithShape="0">
              <a:srgbClr val="000000">
                <a:alpha val="10000"/>
              </a:srgbClr>
            </a:outerShdw>
          </a:effectLst>
        </p:spPr>
        <p:txBody>
          <a:bodyPr/>
          <a:lstStyle/>
          <a:p>
            <a:endParaRPr lang="fr-FR" sz="1200"/>
          </a:p>
        </p:txBody>
      </p:sp>
      <p:sp>
        <p:nvSpPr>
          <p:cNvPr id="11" name="Text 11">
            <a:extLst>
              <a:ext uri="{FF2B5EF4-FFF2-40B4-BE49-F238E27FC236}">
                <a16:creationId xmlns:a16="http://schemas.microsoft.com/office/drawing/2014/main" id="{BAD39965-A66C-68AD-0748-C18F30B574E0}"/>
              </a:ext>
            </a:extLst>
          </p:cNvPr>
          <p:cNvSpPr/>
          <p:nvPr/>
        </p:nvSpPr>
        <p:spPr>
          <a:xfrm>
            <a:off x="713232" y="2944368"/>
            <a:ext cx="201168" cy="20116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b="1" dirty="0">
                <a:solidFill>
                  <a:srgbClr val="FFFFFF"/>
                </a:solidFill>
              </a:rPr>
              <a:t>1</a:t>
            </a:r>
            <a:endParaRPr lang="en-US" sz="1200" dirty="0"/>
          </a:p>
        </p:txBody>
      </p:sp>
      <p:sp>
        <p:nvSpPr>
          <p:cNvPr id="12" name="Text 12">
            <a:extLst>
              <a:ext uri="{FF2B5EF4-FFF2-40B4-BE49-F238E27FC236}">
                <a16:creationId xmlns:a16="http://schemas.microsoft.com/office/drawing/2014/main" id="{1D0EDC6B-CE9B-5BB9-DAD6-28A07D63DB2B}"/>
              </a:ext>
            </a:extLst>
          </p:cNvPr>
          <p:cNvSpPr/>
          <p:nvPr/>
        </p:nvSpPr>
        <p:spPr>
          <a:xfrm>
            <a:off x="1005840" y="2944368"/>
            <a:ext cx="219456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dirty="0">
                <a:solidFill>
                  <a:srgbClr val="1E2461"/>
                </a:solidFill>
              </a:rPr>
              <a:t>Caractères arabes</a:t>
            </a:r>
            <a:endParaRPr lang="en-US" sz="1200" dirty="0"/>
          </a:p>
        </p:txBody>
      </p:sp>
      <p:sp>
        <p:nvSpPr>
          <p:cNvPr id="13" name="Shape 13">
            <a:extLst>
              <a:ext uri="{FF2B5EF4-FFF2-40B4-BE49-F238E27FC236}">
                <a16:creationId xmlns:a16="http://schemas.microsoft.com/office/drawing/2014/main" id="{8FB94E9A-EF91-0A1B-ABDE-7DE0766CF4B2}"/>
              </a:ext>
            </a:extLst>
          </p:cNvPr>
          <p:cNvSpPr/>
          <p:nvPr/>
        </p:nvSpPr>
        <p:spPr>
          <a:xfrm>
            <a:off x="713232" y="3511296"/>
            <a:ext cx="201168" cy="201168"/>
          </a:xfrm>
          <a:prstGeom prst="rect">
            <a:avLst/>
          </a:prstGeom>
          <a:solidFill>
            <a:srgbClr val="3B4FC8"/>
          </a:solidFill>
          <a:ln/>
          <a:effectLst>
            <a:outerShdw blurRad="101600" dist="25400" dir="8100000" algn="bl" rotWithShape="0">
              <a:srgbClr val="000000">
                <a:alpha val="10000"/>
              </a:srgbClr>
            </a:outerShdw>
          </a:effectLst>
        </p:spPr>
        <p:txBody>
          <a:bodyPr/>
          <a:lstStyle/>
          <a:p>
            <a:endParaRPr lang="fr-FR" sz="1200"/>
          </a:p>
        </p:txBody>
      </p:sp>
      <p:sp>
        <p:nvSpPr>
          <p:cNvPr id="14" name="Text 14">
            <a:extLst>
              <a:ext uri="{FF2B5EF4-FFF2-40B4-BE49-F238E27FC236}">
                <a16:creationId xmlns:a16="http://schemas.microsoft.com/office/drawing/2014/main" id="{8A971210-DBA1-BE0A-DD78-90F3515A9961}"/>
              </a:ext>
            </a:extLst>
          </p:cNvPr>
          <p:cNvSpPr/>
          <p:nvPr/>
        </p:nvSpPr>
        <p:spPr>
          <a:xfrm>
            <a:off x="713232" y="3511296"/>
            <a:ext cx="201168" cy="20116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b="1" dirty="0">
                <a:solidFill>
                  <a:srgbClr val="FFFFFF"/>
                </a:solidFill>
              </a:rPr>
              <a:t>2</a:t>
            </a:r>
            <a:endParaRPr lang="en-US" sz="1200" dirty="0"/>
          </a:p>
        </p:txBody>
      </p:sp>
      <p:sp>
        <p:nvSpPr>
          <p:cNvPr id="15" name="Text 15">
            <a:extLst>
              <a:ext uri="{FF2B5EF4-FFF2-40B4-BE49-F238E27FC236}">
                <a16:creationId xmlns:a16="http://schemas.microsoft.com/office/drawing/2014/main" id="{106045BD-6E44-4E58-FCD9-36D8DF1740A9}"/>
              </a:ext>
            </a:extLst>
          </p:cNvPr>
          <p:cNvSpPr/>
          <p:nvPr/>
        </p:nvSpPr>
        <p:spPr>
          <a:xfrm>
            <a:off x="1005840" y="3511296"/>
            <a:ext cx="219456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dirty="0">
                <a:solidFill>
                  <a:srgbClr val="1E2461"/>
                </a:solidFill>
              </a:rPr>
              <a:t>Tokens darija romanisée</a:t>
            </a:r>
            <a:endParaRPr lang="en-US" sz="1200" dirty="0"/>
          </a:p>
        </p:txBody>
      </p:sp>
      <p:sp>
        <p:nvSpPr>
          <p:cNvPr id="16" name="Shape 16">
            <a:extLst>
              <a:ext uri="{FF2B5EF4-FFF2-40B4-BE49-F238E27FC236}">
                <a16:creationId xmlns:a16="http://schemas.microsoft.com/office/drawing/2014/main" id="{3EF4500E-8E2A-9E99-C0D6-3A8EED339A43}"/>
              </a:ext>
            </a:extLst>
          </p:cNvPr>
          <p:cNvSpPr/>
          <p:nvPr/>
        </p:nvSpPr>
        <p:spPr>
          <a:xfrm>
            <a:off x="713232" y="4078224"/>
            <a:ext cx="201168" cy="201168"/>
          </a:xfrm>
          <a:prstGeom prst="rect">
            <a:avLst/>
          </a:prstGeom>
          <a:solidFill>
            <a:srgbClr val="3B4FC8"/>
          </a:solidFill>
          <a:ln/>
          <a:effectLst>
            <a:outerShdw blurRad="101600" dist="25400" dir="8100000" algn="bl" rotWithShape="0">
              <a:srgbClr val="000000">
                <a:alpha val="10000"/>
              </a:srgbClr>
            </a:outerShdw>
          </a:effectLst>
        </p:spPr>
        <p:txBody>
          <a:bodyPr/>
          <a:lstStyle/>
          <a:p>
            <a:endParaRPr lang="fr-FR" sz="1200"/>
          </a:p>
        </p:txBody>
      </p:sp>
      <p:sp>
        <p:nvSpPr>
          <p:cNvPr id="17" name="Text 17">
            <a:extLst>
              <a:ext uri="{FF2B5EF4-FFF2-40B4-BE49-F238E27FC236}">
                <a16:creationId xmlns:a16="http://schemas.microsoft.com/office/drawing/2014/main" id="{53173352-5F6A-5753-A1CD-6D52FA8198B2}"/>
              </a:ext>
            </a:extLst>
          </p:cNvPr>
          <p:cNvSpPr/>
          <p:nvPr/>
        </p:nvSpPr>
        <p:spPr>
          <a:xfrm>
            <a:off x="713232" y="4078224"/>
            <a:ext cx="201168" cy="20116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b="1" dirty="0">
                <a:solidFill>
                  <a:srgbClr val="FFFFFF"/>
                </a:solidFill>
              </a:rPr>
              <a:t>3</a:t>
            </a:r>
            <a:endParaRPr lang="en-US" sz="1200" dirty="0"/>
          </a:p>
        </p:txBody>
      </p:sp>
      <p:sp>
        <p:nvSpPr>
          <p:cNvPr id="18" name="Text 18">
            <a:extLst>
              <a:ext uri="{FF2B5EF4-FFF2-40B4-BE49-F238E27FC236}">
                <a16:creationId xmlns:a16="http://schemas.microsoft.com/office/drawing/2014/main" id="{57384707-96A4-A98B-D330-775BB226871B}"/>
              </a:ext>
            </a:extLst>
          </p:cNvPr>
          <p:cNvSpPr/>
          <p:nvPr/>
        </p:nvSpPr>
        <p:spPr>
          <a:xfrm>
            <a:off x="1005840" y="4078224"/>
            <a:ext cx="219456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dirty="0">
                <a:solidFill>
                  <a:srgbClr val="1E2461"/>
                </a:solidFill>
              </a:rPr>
              <a:t>Fallback langdetect</a:t>
            </a:r>
            <a:endParaRPr lang="en-US" sz="1200" dirty="0"/>
          </a:p>
        </p:txBody>
      </p:sp>
      <p:sp>
        <p:nvSpPr>
          <p:cNvPr id="19" name="Shape 19">
            <a:extLst>
              <a:ext uri="{FF2B5EF4-FFF2-40B4-BE49-F238E27FC236}">
                <a16:creationId xmlns:a16="http://schemas.microsoft.com/office/drawing/2014/main" id="{04623C54-85D9-F784-4FA1-716E9B040993}"/>
              </a:ext>
            </a:extLst>
          </p:cNvPr>
          <p:cNvSpPr/>
          <p:nvPr/>
        </p:nvSpPr>
        <p:spPr>
          <a:xfrm>
            <a:off x="713232" y="4645152"/>
            <a:ext cx="201168" cy="201168"/>
          </a:xfrm>
          <a:prstGeom prst="rect">
            <a:avLst/>
          </a:prstGeom>
          <a:solidFill>
            <a:srgbClr val="3B4FC8"/>
          </a:solidFill>
          <a:ln/>
          <a:effectLst>
            <a:outerShdw blurRad="101600" dist="25400" dir="8100000" algn="bl" rotWithShape="0">
              <a:srgbClr val="000000">
                <a:alpha val="10000"/>
              </a:srgbClr>
            </a:outerShdw>
          </a:effectLst>
        </p:spPr>
        <p:txBody>
          <a:bodyPr/>
          <a:lstStyle/>
          <a:p>
            <a:endParaRPr lang="fr-FR" sz="1200"/>
          </a:p>
        </p:txBody>
      </p:sp>
      <p:sp>
        <p:nvSpPr>
          <p:cNvPr id="20" name="Text 20">
            <a:extLst>
              <a:ext uri="{FF2B5EF4-FFF2-40B4-BE49-F238E27FC236}">
                <a16:creationId xmlns:a16="http://schemas.microsoft.com/office/drawing/2014/main" id="{09B3FF6C-6555-9233-2F61-20BD8FD1915F}"/>
              </a:ext>
            </a:extLst>
          </p:cNvPr>
          <p:cNvSpPr/>
          <p:nvPr/>
        </p:nvSpPr>
        <p:spPr>
          <a:xfrm>
            <a:off x="713232" y="4645152"/>
            <a:ext cx="201168" cy="20116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b="1" dirty="0">
                <a:solidFill>
                  <a:srgbClr val="FFFFFF"/>
                </a:solidFill>
              </a:rPr>
              <a:t>4</a:t>
            </a:r>
            <a:endParaRPr lang="en-US" sz="1200" dirty="0"/>
          </a:p>
        </p:txBody>
      </p:sp>
      <p:sp>
        <p:nvSpPr>
          <p:cNvPr id="21" name="Text 21">
            <a:extLst>
              <a:ext uri="{FF2B5EF4-FFF2-40B4-BE49-F238E27FC236}">
                <a16:creationId xmlns:a16="http://schemas.microsoft.com/office/drawing/2014/main" id="{04F298B5-B1C4-3418-0BBB-EFB270F151FC}"/>
              </a:ext>
            </a:extLst>
          </p:cNvPr>
          <p:cNvSpPr/>
          <p:nvPr/>
        </p:nvSpPr>
        <p:spPr>
          <a:xfrm>
            <a:off x="1005840" y="4645152"/>
            <a:ext cx="219456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dirty="0">
                <a:solidFill>
                  <a:srgbClr val="1E2461"/>
                </a:solidFill>
              </a:rPr>
              <a:t>Instructions FR/AR/EN</a:t>
            </a:r>
            <a:endParaRPr lang="en-US" sz="1200" dirty="0"/>
          </a:p>
        </p:txBody>
      </p:sp>
      <p:sp>
        <p:nvSpPr>
          <p:cNvPr id="22" name="Shape 22">
            <a:extLst>
              <a:ext uri="{FF2B5EF4-FFF2-40B4-BE49-F238E27FC236}">
                <a16:creationId xmlns:a16="http://schemas.microsoft.com/office/drawing/2014/main" id="{1C9135A3-2BA1-FC3E-843A-58791E223111}"/>
              </a:ext>
            </a:extLst>
          </p:cNvPr>
          <p:cNvSpPr/>
          <p:nvPr/>
        </p:nvSpPr>
        <p:spPr>
          <a:xfrm>
            <a:off x="4017266" y="3493008"/>
            <a:ext cx="246888" cy="36576"/>
          </a:xfrm>
          <a:prstGeom prst="rect">
            <a:avLst/>
          </a:prstGeom>
          <a:solidFill>
            <a:srgbClr val="6B7280"/>
          </a:solidFill>
          <a:ln/>
        </p:spPr>
        <p:txBody>
          <a:bodyPr/>
          <a:lstStyle/>
          <a:p>
            <a:endParaRPr lang="fr-FR" sz="1200"/>
          </a:p>
        </p:txBody>
      </p:sp>
      <p:sp>
        <p:nvSpPr>
          <p:cNvPr id="23" name="Shape 23">
            <a:extLst>
              <a:ext uri="{FF2B5EF4-FFF2-40B4-BE49-F238E27FC236}">
                <a16:creationId xmlns:a16="http://schemas.microsoft.com/office/drawing/2014/main" id="{180F7328-152B-62A2-D4A0-62BCEED04C78}"/>
              </a:ext>
            </a:extLst>
          </p:cNvPr>
          <p:cNvSpPr/>
          <p:nvPr/>
        </p:nvSpPr>
        <p:spPr>
          <a:xfrm>
            <a:off x="4236722" y="3383280"/>
            <a:ext cx="54864" cy="182880"/>
          </a:xfrm>
          <a:prstGeom prst="rect">
            <a:avLst/>
          </a:prstGeom>
          <a:solidFill>
            <a:srgbClr val="6B7280"/>
          </a:solidFill>
          <a:ln/>
        </p:spPr>
        <p:txBody>
          <a:bodyPr/>
          <a:lstStyle/>
          <a:p>
            <a:endParaRPr lang="fr-FR" sz="1200"/>
          </a:p>
        </p:txBody>
      </p:sp>
      <p:sp>
        <p:nvSpPr>
          <p:cNvPr id="24" name="Shape 24">
            <a:extLst>
              <a:ext uri="{FF2B5EF4-FFF2-40B4-BE49-F238E27FC236}">
                <a16:creationId xmlns:a16="http://schemas.microsoft.com/office/drawing/2014/main" id="{6D7AF5AF-92E9-9DBD-3505-DF1794D4C70C}"/>
              </a:ext>
            </a:extLst>
          </p:cNvPr>
          <p:cNvSpPr/>
          <p:nvPr/>
        </p:nvSpPr>
        <p:spPr>
          <a:xfrm>
            <a:off x="4291586" y="2313432"/>
            <a:ext cx="3735324" cy="502920"/>
          </a:xfrm>
          <a:prstGeom prst="rect">
            <a:avLst/>
          </a:prstGeom>
          <a:solidFill>
            <a:srgbClr val="7C3AED"/>
          </a:solidFill>
          <a:ln/>
          <a:effectLst>
            <a:outerShdw blurRad="101600" dist="25400" dir="8100000" algn="bl" rotWithShape="0">
              <a:srgbClr val="000000">
                <a:alpha val="10000"/>
              </a:srgbClr>
            </a:outerShdw>
          </a:effectLst>
        </p:spPr>
        <p:txBody>
          <a:bodyPr/>
          <a:lstStyle/>
          <a:p>
            <a:endParaRPr lang="fr-FR"/>
          </a:p>
        </p:txBody>
      </p:sp>
      <p:sp>
        <p:nvSpPr>
          <p:cNvPr id="25" name="Text 25">
            <a:extLst>
              <a:ext uri="{FF2B5EF4-FFF2-40B4-BE49-F238E27FC236}">
                <a16:creationId xmlns:a16="http://schemas.microsoft.com/office/drawing/2014/main" id="{33B10030-21F0-04E2-78F2-5D28FDDCEE90}"/>
              </a:ext>
            </a:extLst>
          </p:cNvPr>
          <p:cNvSpPr/>
          <p:nvPr/>
        </p:nvSpPr>
        <p:spPr>
          <a:xfrm>
            <a:off x="4383026" y="2377440"/>
            <a:ext cx="2560320" cy="3657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b="1" dirty="0">
                <a:solidFill>
                  <a:srgbClr val="FFFFFF"/>
                </a:solidFill>
              </a:rPr>
              <a:t>Classification IA (JSON)</a:t>
            </a:r>
            <a:endParaRPr lang="en-US" dirty="0"/>
          </a:p>
        </p:txBody>
      </p:sp>
      <p:sp>
        <p:nvSpPr>
          <p:cNvPr id="26" name="Shape 26">
            <a:extLst>
              <a:ext uri="{FF2B5EF4-FFF2-40B4-BE49-F238E27FC236}">
                <a16:creationId xmlns:a16="http://schemas.microsoft.com/office/drawing/2014/main" id="{C9AF594D-1FCF-AC09-7888-C3C84AE88030}"/>
              </a:ext>
            </a:extLst>
          </p:cNvPr>
          <p:cNvSpPr/>
          <p:nvPr/>
        </p:nvSpPr>
        <p:spPr>
          <a:xfrm>
            <a:off x="4291586" y="2816352"/>
            <a:ext cx="3735324" cy="2651760"/>
          </a:xfrm>
          <a:prstGeom prst="rect">
            <a:avLst/>
          </a:prstGeom>
          <a:solidFill>
            <a:srgbClr val="FFFFFF"/>
          </a:solidFill>
          <a:ln w="6350">
            <a:solidFill>
              <a:srgbClr val="E5E7EB"/>
            </a:solidFill>
            <a:prstDash val="solid"/>
          </a:ln>
          <a:effectLst>
            <a:outerShdw blurRad="101600" dist="25400" dir="8100000" algn="bl" rotWithShape="0">
              <a:srgbClr val="000000">
                <a:alpha val="10000"/>
              </a:srgbClr>
            </a:outerShdw>
          </a:effectLst>
        </p:spPr>
        <p:txBody>
          <a:bodyPr/>
          <a:lstStyle/>
          <a:p>
            <a:endParaRPr lang="fr-FR" sz="2000"/>
          </a:p>
        </p:txBody>
      </p:sp>
      <p:sp>
        <p:nvSpPr>
          <p:cNvPr id="27" name="Shape 27">
            <a:extLst>
              <a:ext uri="{FF2B5EF4-FFF2-40B4-BE49-F238E27FC236}">
                <a16:creationId xmlns:a16="http://schemas.microsoft.com/office/drawing/2014/main" id="{E00D053E-AAE5-4463-7BA4-452F7BAE62BD}"/>
              </a:ext>
            </a:extLst>
          </p:cNvPr>
          <p:cNvSpPr/>
          <p:nvPr/>
        </p:nvSpPr>
        <p:spPr>
          <a:xfrm>
            <a:off x="4291586" y="2816352"/>
            <a:ext cx="54864" cy="2651760"/>
          </a:xfrm>
          <a:prstGeom prst="rect">
            <a:avLst/>
          </a:prstGeom>
          <a:solidFill>
            <a:srgbClr val="7C3AED"/>
          </a:solidFill>
          <a:ln/>
        </p:spPr>
        <p:txBody>
          <a:bodyPr/>
          <a:lstStyle/>
          <a:p>
            <a:endParaRPr lang="fr-FR"/>
          </a:p>
        </p:txBody>
      </p:sp>
      <p:sp>
        <p:nvSpPr>
          <p:cNvPr id="28" name="Shape 28">
            <a:extLst>
              <a:ext uri="{FF2B5EF4-FFF2-40B4-BE49-F238E27FC236}">
                <a16:creationId xmlns:a16="http://schemas.microsoft.com/office/drawing/2014/main" id="{7F448B19-764A-B27B-D3AA-0E6E15DE688A}"/>
              </a:ext>
            </a:extLst>
          </p:cNvPr>
          <p:cNvSpPr/>
          <p:nvPr/>
        </p:nvSpPr>
        <p:spPr>
          <a:xfrm>
            <a:off x="4456178" y="2953512"/>
            <a:ext cx="201168" cy="201168"/>
          </a:xfrm>
          <a:prstGeom prst="rect">
            <a:avLst/>
          </a:prstGeom>
          <a:solidFill>
            <a:srgbClr val="7C3AED"/>
          </a:solidFill>
          <a:ln/>
          <a:effectLst>
            <a:outerShdw blurRad="101600" dist="25400" dir="8100000" algn="bl" rotWithShape="0">
              <a:srgbClr val="000000">
                <a:alpha val="10000"/>
              </a:srgbClr>
            </a:outerShdw>
          </a:effectLst>
        </p:spPr>
        <p:txBody>
          <a:bodyPr/>
          <a:lstStyle/>
          <a:p>
            <a:endParaRPr lang="fr-FR" sz="1200"/>
          </a:p>
        </p:txBody>
      </p:sp>
      <p:sp>
        <p:nvSpPr>
          <p:cNvPr id="29" name="Text 29">
            <a:extLst>
              <a:ext uri="{FF2B5EF4-FFF2-40B4-BE49-F238E27FC236}">
                <a16:creationId xmlns:a16="http://schemas.microsoft.com/office/drawing/2014/main" id="{460979C3-65BD-C1DF-2800-25D087361A01}"/>
              </a:ext>
            </a:extLst>
          </p:cNvPr>
          <p:cNvSpPr/>
          <p:nvPr/>
        </p:nvSpPr>
        <p:spPr>
          <a:xfrm>
            <a:off x="4456178" y="2953512"/>
            <a:ext cx="201168" cy="20116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b="1" dirty="0">
                <a:solidFill>
                  <a:srgbClr val="FFFFFF"/>
                </a:solidFill>
              </a:rPr>
              <a:t>1</a:t>
            </a:r>
            <a:endParaRPr lang="en-US" sz="1200" dirty="0"/>
          </a:p>
        </p:txBody>
      </p:sp>
      <p:sp>
        <p:nvSpPr>
          <p:cNvPr id="30" name="Text 30">
            <a:extLst>
              <a:ext uri="{FF2B5EF4-FFF2-40B4-BE49-F238E27FC236}">
                <a16:creationId xmlns:a16="http://schemas.microsoft.com/office/drawing/2014/main" id="{BD1C7D6D-01BF-0DC8-093C-4B70006DBCEB}"/>
              </a:ext>
            </a:extLst>
          </p:cNvPr>
          <p:cNvSpPr/>
          <p:nvPr/>
        </p:nvSpPr>
        <p:spPr>
          <a:xfrm>
            <a:off x="4748786" y="2953512"/>
            <a:ext cx="219456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dirty="0">
                <a:solidFill>
                  <a:srgbClr val="1E2461"/>
                </a:solidFill>
              </a:rPr>
              <a:t>Urgence : P0 → P3</a:t>
            </a:r>
            <a:endParaRPr lang="en-US" sz="1200" dirty="0"/>
          </a:p>
        </p:txBody>
      </p:sp>
      <p:sp>
        <p:nvSpPr>
          <p:cNvPr id="31" name="Shape 31">
            <a:extLst>
              <a:ext uri="{FF2B5EF4-FFF2-40B4-BE49-F238E27FC236}">
                <a16:creationId xmlns:a16="http://schemas.microsoft.com/office/drawing/2014/main" id="{194F4116-A7FC-4F74-86F3-A687F2E29E59}"/>
              </a:ext>
            </a:extLst>
          </p:cNvPr>
          <p:cNvSpPr/>
          <p:nvPr/>
        </p:nvSpPr>
        <p:spPr>
          <a:xfrm>
            <a:off x="4456178" y="3520440"/>
            <a:ext cx="201168" cy="201168"/>
          </a:xfrm>
          <a:prstGeom prst="rect">
            <a:avLst/>
          </a:prstGeom>
          <a:solidFill>
            <a:srgbClr val="7C3AED"/>
          </a:solidFill>
          <a:ln/>
          <a:effectLst>
            <a:outerShdw blurRad="101600" dist="25400" dir="8100000" algn="bl" rotWithShape="0">
              <a:srgbClr val="000000">
                <a:alpha val="10000"/>
              </a:srgbClr>
            </a:outerShdw>
          </a:effectLst>
        </p:spPr>
        <p:txBody>
          <a:bodyPr/>
          <a:lstStyle/>
          <a:p>
            <a:endParaRPr lang="fr-FR" sz="1200"/>
          </a:p>
        </p:txBody>
      </p:sp>
      <p:sp>
        <p:nvSpPr>
          <p:cNvPr id="32" name="Text 32">
            <a:extLst>
              <a:ext uri="{FF2B5EF4-FFF2-40B4-BE49-F238E27FC236}">
                <a16:creationId xmlns:a16="http://schemas.microsoft.com/office/drawing/2014/main" id="{6A0B4ADA-2C75-F146-9389-3229E997A6E5}"/>
              </a:ext>
            </a:extLst>
          </p:cNvPr>
          <p:cNvSpPr/>
          <p:nvPr/>
        </p:nvSpPr>
        <p:spPr>
          <a:xfrm>
            <a:off x="4456178" y="3520440"/>
            <a:ext cx="201168" cy="20116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b="1" dirty="0">
                <a:solidFill>
                  <a:srgbClr val="FFFFFF"/>
                </a:solidFill>
              </a:rPr>
              <a:t>2</a:t>
            </a:r>
            <a:endParaRPr lang="en-US" sz="1200" dirty="0"/>
          </a:p>
        </p:txBody>
      </p:sp>
      <p:sp>
        <p:nvSpPr>
          <p:cNvPr id="33" name="Text 33">
            <a:extLst>
              <a:ext uri="{FF2B5EF4-FFF2-40B4-BE49-F238E27FC236}">
                <a16:creationId xmlns:a16="http://schemas.microsoft.com/office/drawing/2014/main" id="{365E4D0C-6C23-C838-F4D3-9BF2326EB331}"/>
              </a:ext>
            </a:extLst>
          </p:cNvPr>
          <p:cNvSpPr/>
          <p:nvPr/>
        </p:nvSpPr>
        <p:spPr>
          <a:xfrm>
            <a:off x="4748786" y="3520440"/>
            <a:ext cx="219456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dirty="0">
                <a:solidFill>
                  <a:srgbClr val="1E2461"/>
                </a:solidFill>
              </a:rPr>
              <a:t>Catégorie &amp; Sous-catégorie</a:t>
            </a:r>
            <a:endParaRPr lang="en-US" sz="1200" dirty="0"/>
          </a:p>
        </p:txBody>
      </p:sp>
      <p:sp>
        <p:nvSpPr>
          <p:cNvPr id="34" name="Shape 34">
            <a:extLst>
              <a:ext uri="{FF2B5EF4-FFF2-40B4-BE49-F238E27FC236}">
                <a16:creationId xmlns:a16="http://schemas.microsoft.com/office/drawing/2014/main" id="{48320847-75BF-B11D-D46F-CC6BC2EC6CF4}"/>
              </a:ext>
            </a:extLst>
          </p:cNvPr>
          <p:cNvSpPr/>
          <p:nvPr/>
        </p:nvSpPr>
        <p:spPr>
          <a:xfrm>
            <a:off x="4456178" y="4087368"/>
            <a:ext cx="201168" cy="201168"/>
          </a:xfrm>
          <a:prstGeom prst="rect">
            <a:avLst/>
          </a:prstGeom>
          <a:solidFill>
            <a:srgbClr val="7C3AED"/>
          </a:solidFill>
          <a:ln/>
          <a:effectLst>
            <a:outerShdw blurRad="101600" dist="25400" dir="8100000" algn="bl" rotWithShape="0">
              <a:srgbClr val="000000">
                <a:alpha val="10000"/>
              </a:srgbClr>
            </a:outerShdw>
          </a:effectLst>
        </p:spPr>
        <p:txBody>
          <a:bodyPr/>
          <a:lstStyle/>
          <a:p>
            <a:endParaRPr lang="fr-FR" sz="1200"/>
          </a:p>
        </p:txBody>
      </p:sp>
      <p:sp>
        <p:nvSpPr>
          <p:cNvPr id="35" name="Text 35">
            <a:extLst>
              <a:ext uri="{FF2B5EF4-FFF2-40B4-BE49-F238E27FC236}">
                <a16:creationId xmlns:a16="http://schemas.microsoft.com/office/drawing/2014/main" id="{23C2B9A5-9D2E-3FCB-882D-367D79E71361}"/>
              </a:ext>
            </a:extLst>
          </p:cNvPr>
          <p:cNvSpPr/>
          <p:nvPr/>
        </p:nvSpPr>
        <p:spPr>
          <a:xfrm>
            <a:off x="4456178" y="4087368"/>
            <a:ext cx="201168" cy="20116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b="1" dirty="0">
                <a:solidFill>
                  <a:srgbClr val="FFFFFF"/>
                </a:solidFill>
              </a:rPr>
              <a:t>3</a:t>
            </a:r>
            <a:endParaRPr lang="en-US" sz="1200" dirty="0"/>
          </a:p>
        </p:txBody>
      </p:sp>
      <p:sp>
        <p:nvSpPr>
          <p:cNvPr id="36" name="Text 36">
            <a:extLst>
              <a:ext uri="{FF2B5EF4-FFF2-40B4-BE49-F238E27FC236}">
                <a16:creationId xmlns:a16="http://schemas.microsoft.com/office/drawing/2014/main" id="{3E14E816-DA22-15CC-E56A-35184068BB0C}"/>
              </a:ext>
            </a:extLst>
          </p:cNvPr>
          <p:cNvSpPr/>
          <p:nvPr/>
        </p:nvSpPr>
        <p:spPr>
          <a:xfrm>
            <a:off x="4748786" y="4087368"/>
            <a:ext cx="219456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dirty="0">
                <a:solidFill>
                  <a:srgbClr val="1E2461"/>
                </a:solidFill>
              </a:rPr>
              <a:t>Sentiment &amp; Confiance</a:t>
            </a:r>
            <a:endParaRPr lang="en-US" sz="1200" dirty="0"/>
          </a:p>
        </p:txBody>
      </p:sp>
      <p:sp>
        <p:nvSpPr>
          <p:cNvPr id="37" name="Shape 37">
            <a:extLst>
              <a:ext uri="{FF2B5EF4-FFF2-40B4-BE49-F238E27FC236}">
                <a16:creationId xmlns:a16="http://schemas.microsoft.com/office/drawing/2014/main" id="{26F42EAE-92AF-2BDF-5EE1-47B0218DA1F8}"/>
              </a:ext>
            </a:extLst>
          </p:cNvPr>
          <p:cNvSpPr/>
          <p:nvPr/>
        </p:nvSpPr>
        <p:spPr>
          <a:xfrm>
            <a:off x="4456178" y="4654296"/>
            <a:ext cx="201168" cy="201168"/>
          </a:xfrm>
          <a:prstGeom prst="rect">
            <a:avLst/>
          </a:prstGeom>
          <a:solidFill>
            <a:srgbClr val="7C3AED"/>
          </a:solidFill>
          <a:ln/>
          <a:effectLst>
            <a:outerShdw blurRad="101600" dist="25400" dir="8100000" algn="bl" rotWithShape="0">
              <a:srgbClr val="000000">
                <a:alpha val="10000"/>
              </a:srgbClr>
            </a:outerShdw>
          </a:effectLst>
        </p:spPr>
        <p:txBody>
          <a:bodyPr/>
          <a:lstStyle/>
          <a:p>
            <a:endParaRPr lang="fr-FR" sz="1200"/>
          </a:p>
        </p:txBody>
      </p:sp>
      <p:sp>
        <p:nvSpPr>
          <p:cNvPr id="38" name="Text 38">
            <a:extLst>
              <a:ext uri="{FF2B5EF4-FFF2-40B4-BE49-F238E27FC236}">
                <a16:creationId xmlns:a16="http://schemas.microsoft.com/office/drawing/2014/main" id="{0D7FCA40-924C-FA48-E512-0A18EA378495}"/>
              </a:ext>
            </a:extLst>
          </p:cNvPr>
          <p:cNvSpPr/>
          <p:nvPr/>
        </p:nvSpPr>
        <p:spPr>
          <a:xfrm>
            <a:off x="4456178" y="4654296"/>
            <a:ext cx="201168" cy="20116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b="1" dirty="0">
                <a:solidFill>
                  <a:srgbClr val="FFFFFF"/>
                </a:solidFill>
              </a:rPr>
              <a:t>4</a:t>
            </a:r>
            <a:endParaRPr lang="en-US" sz="1200" dirty="0"/>
          </a:p>
        </p:txBody>
      </p:sp>
      <p:sp>
        <p:nvSpPr>
          <p:cNvPr id="39" name="Text 39">
            <a:extLst>
              <a:ext uri="{FF2B5EF4-FFF2-40B4-BE49-F238E27FC236}">
                <a16:creationId xmlns:a16="http://schemas.microsoft.com/office/drawing/2014/main" id="{47B30348-7398-AFE7-1BB1-0D57332BD9A4}"/>
              </a:ext>
            </a:extLst>
          </p:cNvPr>
          <p:cNvSpPr/>
          <p:nvPr/>
        </p:nvSpPr>
        <p:spPr>
          <a:xfrm>
            <a:off x="4748786" y="4654296"/>
            <a:ext cx="219456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dirty="0">
                <a:solidFill>
                  <a:srgbClr val="1E2461"/>
                </a:solidFill>
              </a:rPr>
              <a:t>Action requise / Escalade</a:t>
            </a:r>
            <a:endParaRPr lang="en-US" sz="1200" dirty="0"/>
          </a:p>
        </p:txBody>
      </p:sp>
      <p:sp>
        <p:nvSpPr>
          <p:cNvPr id="40" name="Shape 40">
            <a:extLst>
              <a:ext uri="{FF2B5EF4-FFF2-40B4-BE49-F238E27FC236}">
                <a16:creationId xmlns:a16="http://schemas.microsoft.com/office/drawing/2014/main" id="{3403083E-BF09-BCED-E14F-E9EB9E8D3AE1}"/>
              </a:ext>
            </a:extLst>
          </p:cNvPr>
          <p:cNvSpPr/>
          <p:nvPr/>
        </p:nvSpPr>
        <p:spPr>
          <a:xfrm>
            <a:off x="8026910" y="3456432"/>
            <a:ext cx="246888" cy="36576"/>
          </a:xfrm>
          <a:prstGeom prst="rect">
            <a:avLst/>
          </a:prstGeom>
          <a:solidFill>
            <a:srgbClr val="6B7280"/>
          </a:solidFill>
          <a:ln/>
        </p:spPr>
        <p:txBody>
          <a:bodyPr/>
          <a:lstStyle/>
          <a:p>
            <a:endParaRPr lang="fr-FR" sz="1200"/>
          </a:p>
        </p:txBody>
      </p:sp>
      <p:sp>
        <p:nvSpPr>
          <p:cNvPr id="41" name="Shape 41">
            <a:extLst>
              <a:ext uri="{FF2B5EF4-FFF2-40B4-BE49-F238E27FC236}">
                <a16:creationId xmlns:a16="http://schemas.microsoft.com/office/drawing/2014/main" id="{70BC6D72-38C7-DA24-7798-92D8D2408007}"/>
              </a:ext>
            </a:extLst>
          </p:cNvPr>
          <p:cNvSpPr/>
          <p:nvPr/>
        </p:nvSpPr>
        <p:spPr>
          <a:xfrm>
            <a:off x="8218934" y="3383280"/>
            <a:ext cx="54864" cy="182880"/>
          </a:xfrm>
          <a:prstGeom prst="rect">
            <a:avLst/>
          </a:prstGeom>
          <a:solidFill>
            <a:srgbClr val="6B7280"/>
          </a:solidFill>
          <a:ln/>
        </p:spPr>
        <p:txBody>
          <a:bodyPr/>
          <a:lstStyle/>
          <a:p>
            <a:endParaRPr lang="fr-FR" sz="1200"/>
          </a:p>
        </p:txBody>
      </p:sp>
      <p:sp>
        <p:nvSpPr>
          <p:cNvPr id="42" name="Shape 42">
            <a:extLst>
              <a:ext uri="{FF2B5EF4-FFF2-40B4-BE49-F238E27FC236}">
                <a16:creationId xmlns:a16="http://schemas.microsoft.com/office/drawing/2014/main" id="{327E2F26-DB97-3970-9943-5272C822FC1C}"/>
              </a:ext>
            </a:extLst>
          </p:cNvPr>
          <p:cNvSpPr/>
          <p:nvPr/>
        </p:nvSpPr>
        <p:spPr>
          <a:xfrm>
            <a:off x="8260081" y="2313432"/>
            <a:ext cx="3565853" cy="502920"/>
          </a:xfrm>
          <a:prstGeom prst="rect">
            <a:avLst/>
          </a:prstGeom>
          <a:solidFill>
            <a:srgbClr val="EF4444"/>
          </a:solidFill>
          <a:ln/>
          <a:effectLst>
            <a:outerShdw blurRad="101600" dist="25400" dir="8100000" algn="bl" rotWithShape="0">
              <a:srgbClr val="000000">
                <a:alpha val="10000"/>
              </a:srgbClr>
            </a:outerShdw>
          </a:effectLst>
        </p:spPr>
        <p:txBody>
          <a:bodyPr/>
          <a:lstStyle/>
          <a:p>
            <a:endParaRPr lang="fr-FR"/>
          </a:p>
        </p:txBody>
      </p:sp>
      <p:sp>
        <p:nvSpPr>
          <p:cNvPr id="43" name="Text 43">
            <a:extLst>
              <a:ext uri="{FF2B5EF4-FFF2-40B4-BE49-F238E27FC236}">
                <a16:creationId xmlns:a16="http://schemas.microsoft.com/office/drawing/2014/main" id="{03F06452-3818-210C-219D-4037A76BCAE8}"/>
              </a:ext>
            </a:extLst>
          </p:cNvPr>
          <p:cNvSpPr/>
          <p:nvPr/>
        </p:nvSpPr>
        <p:spPr>
          <a:xfrm>
            <a:off x="8351522" y="2377440"/>
            <a:ext cx="2560320" cy="3657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b="1" dirty="0">
                <a:solidFill>
                  <a:srgbClr val="FFFFFF"/>
                </a:solidFill>
              </a:rPr>
              <a:t>Gestion des urgences</a:t>
            </a:r>
            <a:endParaRPr lang="en-US" dirty="0"/>
          </a:p>
        </p:txBody>
      </p:sp>
      <p:sp>
        <p:nvSpPr>
          <p:cNvPr id="44" name="Shape 44">
            <a:extLst>
              <a:ext uri="{FF2B5EF4-FFF2-40B4-BE49-F238E27FC236}">
                <a16:creationId xmlns:a16="http://schemas.microsoft.com/office/drawing/2014/main" id="{EEB9E342-69E1-CFDB-F799-72ACC3F303EC}"/>
              </a:ext>
            </a:extLst>
          </p:cNvPr>
          <p:cNvSpPr/>
          <p:nvPr/>
        </p:nvSpPr>
        <p:spPr>
          <a:xfrm>
            <a:off x="8260081" y="2816352"/>
            <a:ext cx="3565853" cy="2651760"/>
          </a:xfrm>
          <a:prstGeom prst="rect">
            <a:avLst/>
          </a:prstGeom>
          <a:solidFill>
            <a:srgbClr val="FFFFFF"/>
          </a:solidFill>
          <a:ln w="6350">
            <a:solidFill>
              <a:srgbClr val="E5E7EB"/>
            </a:solidFill>
            <a:prstDash val="solid"/>
          </a:ln>
          <a:effectLst>
            <a:outerShdw blurRad="101600" dist="25400" dir="8100000" algn="bl" rotWithShape="0">
              <a:srgbClr val="000000">
                <a:alpha val="10000"/>
              </a:srgbClr>
            </a:outerShdw>
          </a:effectLst>
        </p:spPr>
        <p:txBody>
          <a:bodyPr/>
          <a:lstStyle/>
          <a:p>
            <a:endParaRPr lang="fr-FR" sz="2000"/>
          </a:p>
        </p:txBody>
      </p:sp>
      <p:sp>
        <p:nvSpPr>
          <p:cNvPr id="45" name="Shape 45">
            <a:extLst>
              <a:ext uri="{FF2B5EF4-FFF2-40B4-BE49-F238E27FC236}">
                <a16:creationId xmlns:a16="http://schemas.microsoft.com/office/drawing/2014/main" id="{2518B96A-1773-1639-DD87-1702B3EDD14D}"/>
              </a:ext>
            </a:extLst>
          </p:cNvPr>
          <p:cNvSpPr/>
          <p:nvPr/>
        </p:nvSpPr>
        <p:spPr>
          <a:xfrm>
            <a:off x="8260082" y="2816352"/>
            <a:ext cx="54864" cy="2651760"/>
          </a:xfrm>
          <a:prstGeom prst="rect">
            <a:avLst/>
          </a:prstGeom>
          <a:solidFill>
            <a:srgbClr val="EF4444"/>
          </a:solidFill>
          <a:ln/>
        </p:spPr>
        <p:txBody>
          <a:bodyPr/>
          <a:lstStyle/>
          <a:p>
            <a:endParaRPr lang="fr-FR"/>
          </a:p>
        </p:txBody>
      </p:sp>
      <p:sp>
        <p:nvSpPr>
          <p:cNvPr id="46" name="Shape 46">
            <a:extLst>
              <a:ext uri="{FF2B5EF4-FFF2-40B4-BE49-F238E27FC236}">
                <a16:creationId xmlns:a16="http://schemas.microsoft.com/office/drawing/2014/main" id="{8EE4E24C-3B4B-8F9E-B1DC-8535F2CA7BBD}"/>
              </a:ext>
            </a:extLst>
          </p:cNvPr>
          <p:cNvSpPr/>
          <p:nvPr/>
        </p:nvSpPr>
        <p:spPr>
          <a:xfrm>
            <a:off x="8424674" y="2953512"/>
            <a:ext cx="201168" cy="201168"/>
          </a:xfrm>
          <a:prstGeom prst="rect">
            <a:avLst/>
          </a:prstGeom>
          <a:solidFill>
            <a:srgbClr val="EF4444"/>
          </a:solidFill>
          <a:ln/>
          <a:effectLst>
            <a:outerShdw blurRad="101600" dist="25400" dir="8100000" algn="bl" rotWithShape="0">
              <a:srgbClr val="000000">
                <a:alpha val="10000"/>
              </a:srgbClr>
            </a:outerShdw>
          </a:effectLst>
        </p:spPr>
        <p:txBody>
          <a:bodyPr/>
          <a:lstStyle/>
          <a:p>
            <a:endParaRPr lang="fr-FR" sz="1200"/>
          </a:p>
        </p:txBody>
      </p:sp>
      <p:sp>
        <p:nvSpPr>
          <p:cNvPr id="47" name="Text 47">
            <a:extLst>
              <a:ext uri="{FF2B5EF4-FFF2-40B4-BE49-F238E27FC236}">
                <a16:creationId xmlns:a16="http://schemas.microsoft.com/office/drawing/2014/main" id="{9EEE1E34-020E-08D8-56C9-A88D4AF64A4B}"/>
              </a:ext>
            </a:extLst>
          </p:cNvPr>
          <p:cNvSpPr/>
          <p:nvPr/>
        </p:nvSpPr>
        <p:spPr>
          <a:xfrm>
            <a:off x="8424674" y="2953512"/>
            <a:ext cx="201168" cy="20116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b="1" dirty="0">
                <a:solidFill>
                  <a:srgbClr val="FFFFFF"/>
                </a:solidFill>
              </a:rPr>
              <a:t>1</a:t>
            </a:r>
            <a:endParaRPr lang="en-US" sz="1200" dirty="0"/>
          </a:p>
        </p:txBody>
      </p:sp>
      <p:sp>
        <p:nvSpPr>
          <p:cNvPr id="48" name="Text 48">
            <a:extLst>
              <a:ext uri="{FF2B5EF4-FFF2-40B4-BE49-F238E27FC236}">
                <a16:creationId xmlns:a16="http://schemas.microsoft.com/office/drawing/2014/main" id="{2E8C5077-4E3F-3581-D8C2-ACB12F7AFDDC}"/>
              </a:ext>
            </a:extLst>
          </p:cNvPr>
          <p:cNvSpPr/>
          <p:nvPr/>
        </p:nvSpPr>
        <p:spPr>
          <a:xfrm>
            <a:off x="8717282" y="2953512"/>
            <a:ext cx="219456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dirty="0">
                <a:solidFill>
                  <a:srgbClr val="1E2461"/>
                </a:solidFill>
              </a:rPr>
              <a:t>Mots-clés (gaz, incendie…)</a:t>
            </a:r>
            <a:endParaRPr lang="en-US" sz="1200" dirty="0"/>
          </a:p>
        </p:txBody>
      </p:sp>
      <p:sp>
        <p:nvSpPr>
          <p:cNvPr id="49" name="Shape 49">
            <a:extLst>
              <a:ext uri="{FF2B5EF4-FFF2-40B4-BE49-F238E27FC236}">
                <a16:creationId xmlns:a16="http://schemas.microsoft.com/office/drawing/2014/main" id="{69E665B2-7848-2A98-4D6B-A3B194AE365C}"/>
              </a:ext>
            </a:extLst>
          </p:cNvPr>
          <p:cNvSpPr/>
          <p:nvPr/>
        </p:nvSpPr>
        <p:spPr>
          <a:xfrm>
            <a:off x="8424674" y="3520440"/>
            <a:ext cx="201168" cy="201168"/>
          </a:xfrm>
          <a:prstGeom prst="rect">
            <a:avLst/>
          </a:prstGeom>
          <a:solidFill>
            <a:srgbClr val="EF4444"/>
          </a:solidFill>
          <a:ln/>
          <a:effectLst>
            <a:outerShdw blurRad="101600" dist="25400" dir="8100000" algn="bl" rotWithShape="0">
              <a:srgbClr val="000000">
                <a:alpha val="10000"/>
              </a:srgbClr>
            </a:outerShdw>
          </a:effectLst>
        </p:spPr>
        <p:txBody>
          <a:bodyPr/>
          <a:lstStyle/>
          <a:p>
            <a:endParaRPr lang="fr-FR" sz="1200"/>
          </a:p>
        </p:txBody>
      </p:sp>
      <p:sp>
        <p:nvSpPr>
          <p:cNvPr id="50" name="Text 50">
            <a:extLst>
              <a:ext uri="{FF2B5EF4-FFF2-40B4-BE49-F238E27FC236}">
                <a16:creationId xmlns:a16="http://schemas.microsoft.com/office/drawing/2014/main" id="{BE611B87-B9CE-15B3-8E78-D943B5BB6388}"/>
              </a:ext>
            </a:extLst>
          </p:cNvPr>
          <p:cNvSpPr/>
          <p:nvPr/>
        </p:nvSpPr>
        <p:spPr>
          <a:xfrm>
            <a:off x="8424674" y="3520440"/>
            <a:ext cx="201168" cy="20116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b="1" dirty="0">
                <a:solidFill>
                  <a:srgbClr val="FFFFFF"/>
                </a:solidFill>
              </a:rPr>
              <a:t>2</a:t>
            </a:r>
            <a:endParaRPr lang="en-US" sz="1200" dirty="0"/>
          </a:p>
        </p:txBody>
      </p:sp>
      <p:sp>
        <p:nvSpPr>
          <p:cNvPr id="51" name="Text 51">
            <a:extLst>
              <a:ext uri="{FF2B5EF4-FFF2-40B4-BE49-F238E27FC236}">
                <a16:creationId xmlns:a16="http://schemas.microsoft.com/office/drawing/2014/main" id="{56D903C8-5478-0294-AB66-14A9323339B3}"/>
              </a:ext>
            </a:extLst>
          </p:cNvPr>
          <p:cNvSpPr/>
          <p:nvPr/>
        </p:nvSpPr>
        <p:spPr>
          <a:xfrm>
            <a:off x="8717282" y="3520440"/>
            <a:ext cx="219456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dirty="0">
                <a:solidFill>
                  <a:srgbClr val="1E2461"/>
                </a:solidFill>
              </a:rPr>
              <a:t>P0/P1 → Validation humaine</a:t>
            </a:r>
            <a:endParaRPr lang="en-US" sz="1200" dirty="0"/>
          </a:p>
        </p:txBody>
      </p:sp>
      <p:sp>
        <p:nvSpPr>
          <p:cNvPr id="52" name="Shape 52">
            <a:extLst>
              <a:ext uri="{FF2B5EF4-FFF2-40B4-BE49-F238E27FC236}">
                <a16:creationId xmlns:a16="http://schemas.microsoft.com/office/drawing/2014/main" id="{803F55FE-AD05-2408-263E-2C5C2CB1064C}"/>
              </a:ext>
            </a:extLst>
          </p:cNvPr>
          <p:cNvSpPr/>
          <p:nvPr/>
        </p:nvSpPr>
        <p:spPr>
          <a:xfrm>
            <a:off x="8424674" y="4087368"/>
            <a:ext cx="201168" cy="201168"/>
          </a:xfrm>
          <a:prstGeom prst="rect">
            <a:avLst/>
          </a:prstGeom>
          <a:solidFill>
            <a:srgbClr val="EF4444"/>
          </a:solidFill>
          <a:ln/>
          <a:effectLst>
            <a:outerShdw blurRad="101600" dist="25400" dir="8100000" algn="bl" rotWithShape="0">
              <a:srgbClr val="000000">
                <a:alpha val="10000"/>
              </a:srgbClr>
            </a:outerShdw>
          </a:effectLst>
        </p:spPr>
        <p:txBody>
          <a:bodyPr/>
          <a:lstStyle/>
          <a:p>
            <a:endParaRPr lang="fr-FR" sz="1200"/>
          </a:p>
        </p:txBody>
      </p:sp>
      <p:sp>
        <p:nvSpPr>
          <p:cNvPr id="53" name="Text 53">
            <a:extLst>
              <a:ext uri="{FF2B5EF4-FFF2-40B4-BE49-F238E27FC236}">
                <a16:creationId xmlns:a16="http://schemas.microsoft.com/office/drawing/2014/main" id="{A93C205F-EE4B-E2A2-0018-E34418500DDA}"/>
              </a:ext>
            </a:extLst>
          </p:cNvPr>
          <p:cNvSpPr/>
          <p:nvPr/>
        </p:nvSpPr>
        <p:spPr>
          <a:xfrm>
            <a:off x="8424674" y="4087368"/>
            <a:ext cx="201168" cy="20116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b="1" dirty="0">
                <a:solidFill>
                  <a:srgbClr val="FFFFFF"/>
                </a:solidFill>
              </a:rPr>
              <a:t>3</a:t>
            </a:r>
            <a:endParaRPr lang="en-US" sz="1200" dirty="0"/>
          </a:p>
        </p:txBody>
      </p:sp>
      <p:sp>
        <p:nvSpPr>
          <p:cNvPr id="54" name="Text 54">
            <a:extLst>
              <a:ext uri="{FF2B5EF4-FFF2-40B4-BE49-F238E27FC236}">
                <a16:creationId xmlns:a16="http://schemas.microsoft.com/office/drawing/2014/main" id="{E3868B05-EDD4-5891-2DFD-4D01D2598C2B}"/>
              </a:ext>
            </a:extLst>
          </p:cNvPr>
          <p:cNvSpPr/>
          <p:nvPr/>
        </p:nvSpPr>
        <p:spPr>
          <a:xfrm>
            <a:off x="8717282" y="4087368"/>
            <a:ext cx="219456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dirty="0">
                <a:solidFill>
                  <a:srgbClr val="1E2461"/>
                </a:solidFill>
              </a:rPr>
              <a:t>FCM → Alerte admin</a:t>
            </a:r>
            <a:endParaRPr lang="en-US" sz="1200" dirty="0"/>
          </a:p>
        </p:txBody>
      </p:sp>
      <p:sp>
        <p:nvSpPr>
          <p:cNvPr id="55" name="Shape 55">
            <a:extLst>
              <a:ext uri="{FF2B5EF4-FFF2-40B4-BE49-F238E27FC236}">
                <a16:creationId xmlns:a16="http://schemas.microsoft.com/office/drawing/2014/main" id="{770DD21D-7250-C375-3F37-459245D76857}"/>
              </a:ext>
            </a:extLst>
          </p:cNvPr>
          <p:cNvSpPr/>
          <p:nvPr/>
        </p:nvSpPr>
        <p:spPr>
          <a:xfrm>
            <a:off x="8424674" y="4654296"/>
            <a:ext cx="201168" cy="201168"/>
          </a:xfrm>
          <a:prstGeom prst="rect">
            <a:avLst/>
          </a:prstGeom>
          <a:solidFill>
            <a:srgbClr val="EF4444"/>
          </a:solidFill>
          <a:ln/>
          <a:effectLst>
            <a:outerShdw blurRad="101600" dist="25400" dir="8100000" algn="bl" rotWithShape="0">
              <a:srgbClr val="000000">
                <a:alpha val="10000"/>
              </a:srgbClr>
            </a:outerShdw>
          </a:effectLst>
        </p:spPr>
        <p:txBody>
          <a:bodyPr/>
          <a:lstStyle/>
          <a:p>
            <a:endParaRPr lang="fr-FR" sz="1200"/>
          </a:p>
        </p:txBody>
      </p:sp>
      <p:sp>
        <p:nvSpPr>
          <p:cNvPr id="56" name="Text 56">
            <a:extLst>
              <a:ext uri="{FF2B5EF4-FFF2-40B4-BE49-F238E27FC236}">
                <a16:creationId xmlns:a16="http://schemas.microsoft.com/office/drawing/2014/main" id="{2DA177A6-E0CA-10D1-F6CF-BAAE6E63114C}"/>
              </a:ext>
            </a:extLst>
          </p:cNvPr>
          <p:cNvSpPr/>
          <p:nvPr/>
        </p:nvSpPr>
        <p:spPr>
          <a:xfrm>
            <a:off x="8424674" y="4654296"/>
            <a:ext cx="201168" cy="20116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b="1" dirty="0">
                <a:solidFill>
                  <a:srgbClr val="FFFFFF"/>
                </a:solidFill>
              </a:rPr>
              <a:t>4</a:t>
            </a:r>
            <a:endParaRPr lang="en-US" sz="1200" dirty="0"/>
          </a:p>
        </p:txBody>
      </p:sp>
      <p:sp>
        <p:nvSpPr>
          <p:cNvPr id="57" name="Text 57">
            <a:extLst>
              <a:ext uri="{FF2B5EF4-FFF2-40B4-BE49-F238E27FC236}">
                <a16:creationId xmlns:a16="http://schemas.microsoft.com/office/drawing/2014/main" id="{F06C5212-73AE-DF5F-C253-A344C75B3F03}"/>
              </a:ext>
            </a:extLst>
          </p:cNvPr>
          <p:cNvSpPr/>
          <p:nvPr/>
        </p:nvSpPr>
        <p:spPr>
          <a:xfrm>
            <a:off x="8717282" y="4654296"/>
            <a:ext cx="219456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dirty="0">
                <a:solidFill>
                  <a:srgbClr val="1E2461"/>
                </a:solidFill>
              </a:rPr>
              <a:t>WebSocket REFRESH dashboard</a:t>
            </a:r>
            <a:endParaRPr lang="en-US" sz="1200" dirty="0"/>
          </a:p>
        </p:txBody>
      </p:sp>
    </p:spTree>
    <p:extLst>
      <p:ext uri="{BB962C8B-B14F-4D97-AF65-F5344CB8AC3E}">
        <p14:creationId xmlns:p14="http://schemas.microsoft.com/office/powerpoint/2010/main" val="868713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500" fill="hold"/>
                                        <p:tgtEl>
                                          <p:spTgt spid="10"/>
                                        </p:tgtEl>
                                        <p:attrNameLst>
                                          <p:attrName>ppt_x</p:attrName>
                                        </p:attrNameLst>
                                      </p:cBhvr>
                                      <p:tavLst>
                                        <p:tav tm="0">
                                          <p:val>
                                            <p:strVal val="#ppt_x"/>
                                          </p:val>
                                        </p:tav>
                                        <p:tav tm="100000">
                                          <p:val>
                                            <p:strVal val="#ppt_x"/>
                                          </p:val>
                                        </p:tav>
                                      </p:tavLst>
                                    </p:anim>
                                    <p:anim calcmode="lin" valueType="num">
                                      <p:cBhvr additive="base">
                                        <p:cTn id="24" dur="500" fill="hold"/>
                                        <p:tgtEl>
                                          <p:spTgt spid="10"/>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ppt_x"/>
                                          </p:val>
                                        </p:tav>
                                        <p:tav tm="100000">
                                          <p:val>
                                            <p:strVal val="#ppt_x"/>
                                          </p:val>
                                        </p:tav>
                                      </p:tavLst>
                                    </p:anim>
                                    <p:anim calcmode="lin" valueType="num">
                                      <p:cBhvr additive="base">
                                        <p:cTn id="28" dur="500" fill="hold"/>
                                        <p:tgtEl>
                                          <p:spTgt spid="11"/>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ppt_x"/>
                                          </p:val>
                                        </p:tav>
                                        <p:tav tm="100000">
                                          <p:val>
                                            <p:strVal val="#ppt_x"/>
                                          </p:val>
                                        </p:tav>
                                      </p:tavLst>
                                    </p:anim>
                                    <p:anim calcmode="lin" valueType="num">
                                      <p:cBhvr additive="base">
                                        <p:cTn id="32" dur="500" fill="hold"/>
                                        <p:tgtEl>
                                          <p:spTgt spid="12"/>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 calcmode="lin" valueType="num">
                                      <p:cBhvr additive="base">
                                        <p:cTn id="35" dur="500" fill="hold"/>
                                        <p:tgtEl>
                                          <p:spTgt spid="13"/>
                                        </p:tgtEl>
                                        <p:attrNameLst>
                                          <p:attrName>ppt_x</p:attrName>
                                        </p:attrNameLst>
                                      </p:cBhvr>
                                      <p:tavLst>
                                        <p:tav tm="0">
                                          <p:val>
                                            <p:strVal val="#ppt_x"/>
                                          </p:val>
                                        </p:tav>
                                        <p:tav tm="100000">
                                          <p:val>
                                            <p:strVal val="#ppt_x"/>
                                          </p:val>
                                        </p:tav>
                                      </p:tavLst>
                                    </p:anim>
                                    <p:anim calcmode="lin" valueType="num">
                                      <p:cBhvr additive="base">
                                        <p:cTn id="36" dur="500" fill="hold"/>
                                        <p:tgtEl>
                                          <p:spTgt spid="13"/>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additive="base">
                                        <p:cTn id="39" dur="500" fill="hold"/>
                                        <p:tgtEl>
                                          <p:spTgt spid="14"/>
                                        </p:tgtEl>
                                        <p:attrNameLst>
                                          <p:attrName>ppt_x</p:attrName>
                                        </p:attrNameLst>
                                      </p:cBhvr>
                                      <p:tavLst>
                                        <p:tav tm="0">
                                          <p:val>
                                            <p:strVal val="#ppt_x"/>
                                          </p:val>
                                        </p:tav>
                                        <p:tav tm="100000">
                                          <p:val>
                                            <p:strVal val="#ppt_x"/>
                                          </p:val>
                                        </p:tav>
                                      </p:tavLst>
                                    </p:anim>
                                    <p:anim calcmode="lin" valueType="num">
                                      <p:cBhvr additive="base">
                                        <p:cTn id="40" dur="500" fill="hold"/>
                                        <p:tgtEl>
                                          <p:spTgt spid="14"/>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500" fill="hold"/>
                                        <p:tgtEl>
                                          <p:spTgt spid="15"/>
                                        </p:tgtEl>
                                        <p:attrNameLst>
                                          <p:attrName>ppt_x</p:attrName>
                                        </p:attrNameLst>
                                      </p:cBhvr>
                                      <p:tavLst>
                                        <p:tav tm="0">
                                          <p:val>
                                            <p:strVal val="#ppt_x"/>
                                          </p:val>
                                        </p:tav>
                                        <p:tav tm="100000">
                                          <p:val>
                                            <p:strVal val="#ppt_x"/>
                                          </p:val>
                                        </p:tav>
                                      </p:tavLst>
                                    </p:anim>
                                    <p:anim calcmode="lin" valueType="num">
                                      <p:cBhvr additive="base">
                                        <p:cTn id="44" dur="500" fill="hold"/>
                                        <p:tgtEl>
                                          <p:spTgt spid="15"/>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ppt_x"/>
                                          </p:val>
                                        </p:tav>
                                        <p:tav tm="100000">
                                          <p:val>
                                            <p:strVal val="#ppt_x"/>
                                          </p:val>
                                        </p:tav>
                                      </p:tavLst>
                                    </p:anim>
                                    <p:anim calcmode="lin" valueType="num">
                                      <p:cBhvr additive="base">
                                        <p:cTn id="48" dur="500" fill="hold"/>
                                        <p:tgtEl>
                                          <p:spTgt spid="16"/>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 calcmode="lin" valueType="num">
                                      <p:cBhvr additive="base">
                                        <p:cTn id="51" dur="500" fill="hold"/>
                                        <p:tgtEl>
                                          <p:spTgt spid="17"/>
                                        </p:tgtEl>
                                        <p:attrNameLst>
                                          <p:attrName>ppt_x</p:attrName>
                                        </p:attrNameLst>
                                      </p:cBhvr>
                                      <p:tavLst>
                                        <p:tav tm="0">
                                          <p:val>
                                            <p:strVal val="#ppt_x"/>
                                          </p:val>
                                        </p:tav>
                                        <p:tav tm="100000">
                                          <p:val>
                                            <p:strVal val="#ppt_x"/>
                                          </p:val>
                                        </p:tav>
                                      </p:tavLst>
                                    </p:anim>
                                    <p:anim calcmode="lin" valueType="num">
                                      <p:cBhvr additive="base">
                                        <p:cTn id="52" dur="500" fill="hold"/>
                                        <p:tgtEl>
                                          <p:spTgt spid="17"/>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 calcmode="lin" valueType="num">
                                      <p:cBhvr additive="base">
                                        <p:cTn id="55" dur="500" fill="hold"/>
                                        <p:tgtEl>
                                          <p:spTgt spid="18"/>
                                        </p:tgtEl>
                                        <p:attrNameLst>
                                          <p:attrName>ppt_x</p:attrName>
                                        </p:attrNameLst>
                                      </p:cBhvr>
                                      <p:tavLst>
                                        <p:tav tm="0">
                                          <p:val>
                                            <p:strVal val="#ppt_x"/>
                                          </p:val>
                                        </p:tav>
                                        <p:tav tm="100000">
                                          <p:val>
                                            <p:strVal val="#ppt_x"/>
                                          </p:val>
                                        </p:tav>
                                      </p:tavLst>
                                    </p:anim>
                                    <p:anim calcmode="lin" valueType="num">
                                      <p:cBhvr additive="base">
                                        <p:cTn id="56" dur="500" fill="hold"/>
                                        <p:tgtEl>
                                          <p:spTgt spid="18"/>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19"/>
                                        </p:tgtEl>
                                        <p:attrNameLst>
                                          <p:attrName>style.visibility</p:attrName>
                                        </p:attrNameLst>
                                      </p:cBhvr>
                                      <p:to>
                                        <p:strVal val="visible"/>
                                      </p:to>
                                    </p:set>
                                    <p:anim calcmode="lin" valueType="num">
                                      <p:cBhvr additive="base">
                                        <p:cTn id="59" dur="500" fill="hold"/>
                                        <p:tgtEl>
                                          <p:spTgt spid="19"/>
                                        </p:tgtEl>
                                        <p:attrNameLst>
                                          <p:attrName>ppt_x</p:attrName>
                                        </p:attrNameLst>
                                      </p:cBhvr>
                                      <p:tavLst>
                                        <p:tav tm="0">
                                          <p:val>
                                            <p:strVal val="#ppt_x"/>
                                          </p:val>
                                        </p:tav>
                                        <p:tav tm="100000">
                                          <p:val>
                                            <p:strVal val="#ppt_x"/>
                                          </p:val>
                                        </p:tav>
                                      </p:tavLst>
                                    </p:anim>
                                    <p:anim calcmode="lin" valueType="num">
                                      <p:cBhvr additive="base">
                                        <p:cTn id="60" dur="500" fill="hold"/>
                                        <p:tgtEl>
                                          <p:spTgt spid="19"/>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20"/>
                                        </p:tgtEl>
                                        <p:attrNameLst>
                                          <p:attrName>style.visibility</p:attrName>
                                        </p:attrNameLst>
                                      </p:cBhvr>
                                      <p:to>
                                        <p:strVal val="visible"/>
                                      </p:to>
                                    </p:set>
                                    <p:anim calcmode="lin" valueType="num">
                                      <p:cBhvr additive="base">
                                        <p:cTn id="63" dur="500" fill="hold"/>
                                        <p:tgtEl>
                                          <p:spTgt spid="20"/>
                                        </p:tgtEl>
                                        <p:attrNameLst>
                                          <p:attrName>ppt_x</p:attrName>
                                        </p:attrNameLst>
                                      </p:cBhvr>
                                      <p:tavLst>
                                        <p:tav tm="0">
                                          <p:val>
                                            <p:strVal val="#ppt_x"/>
                                          </p:val>
                                        </p:tav>
                                        <p:tav tm="100000">
                                          <p:val>
                                            <p:strVal val="#ppt_x"/>
                                          </p:val>
                                        </p:tav>
                                      </p:tavLst>
                                    </p:anim>
                                    <p:anim calcmode="lin" valueType="num">
                                      <p:cBhvr additive="base">
                                        <p:cTn id="64" dur="500" fill="hold"/>
                                        <p:tgtEl>
                                          <p:spTgt spid="20"/>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21"/>
                                        </p:tgtEl>
                                        <p:attrNameLst>
                                          <p:attrName>style.visibility</p:attrName>
                                        </p:attrNameLst>
                                      </p:cBhvr>
                                      <p:to>
                                        <p:strVal val="visible"/>
                                      </p:to>
                                    </p:set>
                                    <p:anim calcmode="lin" valueType="num">
                                      <p:cBhvr additive="base">
                                        <p:cTn id="67" dur="500" fill="hold"/>
                                        <p:tgtEl>
                                          <p:spTgt spid="21"/>
                                        </p:tgtEl>
                                        <p:attrNameLst>
                                          <p:attrName>ppt_x</p:attrName>
                                        </p:attrNameLst>
                                      </p:cBhvr>
                                      <p:tavLst>
                                        <p:tav tm="0">
                                          <p:val>
                                            <p:strVal val="#ppt_x"/>
                                          </p:val>
                                        </p:tav>
                                        <p:tav tm="100000">
                                          <p:val>
                                            <p:strVal val="#ppt_x"/>
                                          </p:val>
                                        </p:tav>
                                      </p:tavLst>
                                    </p:anim>
                                    <p:anim calcmode="lin" valueType="num">
                                      <p:cBhvr additive="base">
                                        <p:cTn id="68" dur="500" fill="hold"/>
                                        <p:tgtEl>
                                          <p:spTgt spid="21"/>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22"/>
                                        </p:tgtEl>
                                        <p:attrNameLst>
                                          <p:attrName>style.visibility</p:attrName>
                                        </p:attrNameLst>
                                      </p:cBhvr>
                                      <p:to>
                                        <p:strVal val="visible"/>
                                      </p:to>
                                    </p:set>
                                    <p:anim calcmode="lin" valueType="num">
                                      <p:cBhvr additive="base">
                                        <p:cTn id="71" dur="500" fill="hold"/>
                                        <p:tgtEl>
                                          <p:spTgt spid="22"/>
                                        </p:tgtEl>
                                        <p:attrNameLst>
                                          <p:attrName>ppt_x</p:attrName>
                                        </p:attrNameLst>
                                      </p:cBhvr>
                                      <p:tavLst>
                                        <p:tav tm="0">
                                          <p:val>
                                            <p:strVal val="#ppt_x"/>
                                          </p:val>
                                        </p:tav>
                                        <p:tav tm="100000">
                                          <p:val>
                                            <p:strVal val="#ppt_x"/>
                                          </p:val>
                                        </p:tav>
                                      </p:tavLst>
                                    </p:anim>
                                    <p:anim calcmode="lin" valueType="num">
                                      <p:cBhvr additive="base">
                                        <p:cTn id="72" dur="500" fill="hold"/>
                                        <p:tgtEl>
                                          <p:spTgt spid="22"/>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23"/>
                                        </p:tgtEl>
                                        <p:attrNameLst>
                                          <p:attrName>style.visibility</p:attrName>
                                        </p:attrNameLst>
                                      </p:cBhvr>
                                      <p:to>
                                        <p:strVal val="visible"/>
                                      </p:to>
                                    </p:set>
                                    <p:anim calcmode="lin" valueType="num">
                                      <p:cBhvr additive="base">
                                        <p:cTn id="75" dur="500" fill="hold"/>
                                        <p:tgtEl>
                                          <p:spTgt spid="23"/>
                                        </p:tgtEl>
                                        <p:attrNameLst>
                                          <p:attrName>ppt_x</p:attrName>
                                        </p:attrNameLst>
                                      </p:cBhvr>
                                      <p:tavLst>
                                        <p:tav tm="0">
                                          <p:val>
                                            <p:strVal val="#ppt_x"/>
                                          </p:val>
                                        </p:tav>
                                        <p:tav tm="100000">
                                          <p:val>
                                            <p:strVal val="#ppt_x"/>
                                          </p:val>
                                        </p:tav>
                                      </p:tavLst>
                                    </p:anim>
                                    <p:anim calcmode="lin" valueType="num">
                                      <p:cBhvr additive="base">
                                        <p:cTn id="76" dur="500" fill="hold"/>
                                        <p:tgtEl>
                                          <p:spTgt spid="23"/>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24"/>
                                        </p:tgtEl>
                                        <p:attrNameLst>
                                          <p:attrName>style.visibility</p:attrName>
                                        </p:attrNameLst>
                                      </p:cBhvr>
                                      <p:to>
                                        <p:strVal val="visible"/>
                                      </p:to>
                                    </p:set>
                                    <p:anim calcmode="lin" valueType="num">
                                      <p:cBhvr additive="base">
                                        <p:cTn id="79" dur="500" fill="hold"/>
                                        <p:tgtEl>
                                          <p:spTgt spid="24"/>
                                        </p:tgtEl>
                                        <p:attrNameLst>
                                          <p:attrName>ppt_x</p:attrName>
                                        </p:attrNameLst>
                                      </p:cBhvr>
                                      <p:tavLst>
                                        <p:tav tm="0">
                                          <p:val>
                                            <p:strVal val="#ppt_x"/>
                                          </p:val>
                                        </p:tav>
                                        <p:tav tm="100000">
                                          <p:val>
                                            <p:strVal val="#ppt_x"/>
                                          </p:val>
                                        </p:tav>
                                      </p:tavLst>
                                    </p:anim>
                                    <p:anim calcmode="lin" valueType="num">
                                      <p:cBhvr additive="base">
                                        <p:cTn id="80" dur="500" fill="hold"/>
                                        <p:tgtEl>
                                          <p:spTgt spid="24"/>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stCondLst>
                                    <p:cond delay="0"/>
                                  </p:stCondLst>
                                  <p:childTnLst>
                                    <p:set>
                                      <p:cBhvr>
                                        <p:cTn id="82" dur="1" fill="hold">
                                          <p:stCondLst>
                                            <p:cond delay="0"/>
                                          </p:stCondLst>
                                        </p:cTn>
                                        <p:tgtEl>
                                          <p:spTgt spid="25"/>
                                        </p:tgtEl>
                                        <p:attrNameLst>
                                          <p:attrName>style.visibility</p:attrName>
                                        </p:attrNameLst>
                                      </p:cBhvr>
                                      <p:to>
                                        <p:strVal val="visible"/>
                                      </p:to>
                                    </p:set>
                                    <p:anim calcmode="lin" valueType="num">
                                      <p:cBhvr additive="base">
                                        <p:cTn id="83" dur="500" fill="hold"/>
                                        <p:tgtEl>
                                          <p:spTgt spid="25"/>
                                        </p:tgtEl>
                                        <p:attrNameLst>
                                          <p:attrName>ppt_x</p:attrName>
                                        </p:attrNameLst>
                                      </p:cBhvr>
                                      <p:tavLst>
                                        <p:tav tm="0">
                                          <p:val>
                                            <p:strVal val="#ppt_x"/>
                                          </p:val>
                                        </p:tav>
                                        <p:tav tm="100000">
                                          <p:val>
                                            <p:strVal val="#ppt_x"/>
                                          </p:val>
                                        </p:tav>
                                      </p:tavLst>
                                    </p:anim>
                                    <p:anim calcmode="lin" valueType="num">
                                      <p:cBhvr additive="base">
                                        <p:cTn id="84" dur="500" fill="hold"/>
                                        <p:tgtEl>
                                          <p:spTgt spid="25"/>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26"/>
                                        </p:tgtEl>
                                        <p:attrNameLst>
                                          <p:attrName>style.visibility</p:attrName>
                                        </p:attrNameLst>
                                      </p:cBhvr>
                                      <p:to>
                                        <p:strVal val="visible"/>
                                      </p:to>
                                    </p:set>
                                    <p:anim calcmode="lin" valueType="num">
                                      <p:cBhvr additive="base">
                                        <p:cTn id="87" dur="500" fill="hold"/>
                                        <p:tgtEl>
                                          <p:spTgt spid="26"/>
                                        </p:tgtEl>
                                        <p:attrNameLst>
                                          <p:attrName>ppt_x</p:attrName>
                                        </p:attrNameLst>
                                      </p:cBhvr>
                                      <p:tavLst>
                                        <p:tav tm="0">
                                          <p:val>
                                            <p:strVal val="#ppt_x"/>
                                          </p:val>
                                        </p:tav>
                                        <p:tav tm="100000">
                                          <p:val>
                                            <p:strVal val="#ppt_x"/>
                                          </p:val>
                                        </p:tav>
                                      </p:tavLst>
                                    </p:anim>
                                    <p:anim calcmode="lin" valueType="num">
                                      <p:cBhvr additive="base">
                                        <p:cTn id="88" dur="500" fill="hold"/>
                                        <p:tgtEl>
                                          <p:spTgt spid="26"/>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27"/>
                                        </p:tgtEl>
                                        <p:attrNameLst>
                                          <p:attrName>style.visibility</p:attrName>
                                        </p:attrNameLst>
                                      </p:cBhvr>
                                      <p:to>
                                        <p:strVal val="visible"/>
                                      </p:to>
                                    </p:set>
                                    <p:anim calcmode="lin" valueType="num">
                                      <p:cBhvr additive="base">
                                        <p:cTn id="91" dur="500" fill="hold"/>
                                        <p:tgtEl>
                                          <p:spTgt spid="27"/>
                                        </p:tgtEl>
                                        <p:attrNameLst>
                                          <p:attrName>ppt_x</p:attrName>
                                        </p:attrNameLst>
                                      </p:cBhvr>
                                      <p:tavLst>
                                        <p:tav tm="0">
                                          <p:val>
                                            <p:strVal val="#ppt_x"/>
                                          </p:val>
                                        </p:tav>
                                        <p:tav tm="100000">
                                          <p:val>
                                            <p:strVal val="#ppt_x"/>
                                          </p:val>
                                        </p:tav>
                                      </p:tavLst>
                                    </p:anim>
                                    <p:anim calcmode="lin" valueType="num">
                                      <p:cBhvr additive="base">
                                        <p:cTn id="92" dur="500" fill="hold"/>
                                        <p:tgtEl>
                                          <p:spTgt spid="27"/>
                                        </p:tgtEl>
                                        <p:attrNameLst>
                                          <p:attrName>ppt_y</p:attrName>
                                        </p:attrNameLst>
                                      </p:cBhvr>
                                      <p:tavLst>
                                        <p:tav tm="0">
                                          <p:val>
                                            <p:strVal val="1+#ppt_h/2"/>
                                          </p:val>
                                        </p:tav>
                                        <p:tav tm="100000">
                                          <p:val>
                                            <p:strVal val="#ppt_y"/>
                                          </p:val>
                                        </p:tav>
                                      </p:tavLst>
                                    </p:anim>
                                  </p:childTnLst>
                                </p:cTn>
                              </p:par>
                              <p:par>
                                <p:cTn id="93" presetID="2" presetClass="entr" presetSubtype="4" fill="hold" grpId="0" nodeType="withEffect">
                                  <p:stCondLst>
                                    <p:cond delay="0"/>
                                  </p:stCondLst>
                                  <p:childTnLst>
                                    <p:set>
                                      <p:cBhvr>
                                        <p:cTn id="94" dur="1" fill="hold">
                                          <p:stCondLst>
                                            <p:cond delay="0"/>
                                          </p:stCondLst>
                                        </p:cTn>
                                        <p:tgtEl>
                                          <p:spTgt spid="28"/>
                                        </p:tgtEl>
                                        <p:attrNameLst>
                                          <p:attrName>style.visibility</p:attrName>
                                        </p:attrNameLst>
                                      </p:cBhvr>
                                      <p:to>
                                        <p:strVal val="visible"/>
                                      </p:to>
                                    </p:set>
                                    <p:anim calcmode="lin" valueType="num">
                                      <p:cBhvr additive="base">
                                        <p:cTn id="95" dur="500" fill="hold"/>
                                        <p:tgtEl>
                                          <p:spTgt spid="28"/>
                                        </p:tgtEl>
                                        <p:attrNameLst>
                                          <p:attrName>ppt_x</p:attrName>
                                        </p:attrNameLst>
                                      </p:cBhvr>
                                      <p:tavLst>
                                        <p:tav tm="0">
                                          <p:val>
                                            <p:strVal val="#ppt_x"/>
                                          </p:val>
                                        </p:tav>
                                        <p:tav tm="100000">
                                          <p:val>
                                            <p:strVal val="#ppt_x"/>
                                          </p:val>
                                        </p:tav>
                                      </p:tavLst>
                                    </p:anim>
                                    <p:anim calcmode="lin" valueType="num">
                                      <p:cBhvr additive="base">
                                        <p:cTn id="96" dur="500" fill="hold"/>
                                        <p:tgtEl>
                                          <p:spTgt spid="28"/>
                                        </p:tgtEl>
                                        <p:attrNameLst>
                                          <p:attrName>ppt_y</p:attrName>
                                        </p:attrNameLst>
                                      </p:cBhvr>
                                      <p:tavLst>
                                        <p:tav tm="0">
                                          <p:val>
                                            <p:strVal val="1+#ppt_h/2"/>
                                          </p:val>
                                        </p:tav>
                                        <p:tav tm="100000">
                                          <p:val>
                                            <p:strVal val="#ppt_y"/>
                                          </p:val>
                                        </p:tav>
                                      </p:tavLst>
                                    </p:anim>
                                  </p:childTnLst>
                                </p:cTn>
                              </p:par>
                              <p:par>
                                <p:cTn id="97" presetID="2" presetClass="entr" presetSubtype="4" fill="hold" grpId="0" nodeType="withEffect">
                                  <p:stCondLst>
                                    <p:cond delay="0"/>
                                  </p:stCondLst>
                                  <p:childTnLst>
                                    <p:set>
                                      <p:cBhvr>
                                        <p:cTn id="98" dur="1" fill="hold">
                                          <p:stCondLst>
                                            <p:cond delay="0"/>
                                          </p:stCondLst>
                                        </p:cTn>
                                        <p:tgtEl>
                                          <p:spTgt spid="29"/>
                                        </p:tgtEl>
                                        <p:attrNameLst>
                                          <p:attrName>style.visibility</p:attrName>
                                        </p:attrNameLst>
                                      </p:cBhvr>
                                      <p:to>
                                        <p:strVal val="visible"/>
                                      </p:to>
                                    </p:set>
                                    <p:anim calcmode="lin" valueType="num">
                                      <p:cBhvr additive="base">
                                        <p:cTn id="99" dur="500" fill="hold"/>
                                        <p:tgtEl>
                                          <p:spTgt spid="29"/>
                                        </p:tgtEl>
                                        <p:attrNameLst>
                                          <p:attrName>ppt_x</p:attrName>
                                        </p:attrNameLst>
                                      </p:cBhvr>
                                      <p:tavLst>
                                        <p:tav tm="0">
                                          <p:val>
                                            <p:strVal val="#ppt_x"/>
                                          </p:val>
                                        </p:tav>
                                        <p:tav tm="100000">
                                          <p:val>
                                            <p:strVal val="#ppt_x"/>
                                          </p:val>
                                        </p:tav>
                                      </p:tavLst>
                                    </p:anim>
                                    <p:anim calcmode="lin" valueType="num">
                                      <p:cBhvr additive="base">
                                        <p:cTn id="100" dur="500" fill="hold"/>
                                        <p:tgtEl>
                                          <p:spTgt spid="29"/>
                                        </p:tgtEl>
                                        <p:attrNameLst>
                                          <p:attrName>ppt_y</p:attrName>
                                        </p:attrNameLst>
                                      </p:cBhvr>
                                      <p:tavLst>
                                        <p:tav tm="0">
                                          <p:val>
                                            <p:strVal val="1+#ppt_h/2"/>
                                          </p:val>
                                        </p:tav>
                                        <p:tav tm="100000">
                                          <p:val>
                                            <p:strVal val="#ppt_y"/>
                                          </p:val>
                                        </p:tav>
                                      </p:tavLst>
                                    </p:anim>
                                  </p:childTnLst>
                                </p:cTn>
                              </p:par>
                              <p:par>
                                <p:cTn id="101" presetID="2" presetClass="entr" presetSubtype="4" fill="hold" grpId="0" nodeType="withEffect">
                                  <p:stCondLst>
                                    <p:cond delay="0"/>
                                  </p:stCondLst>
                                  <p:childTnLst>
                                    <p:set>
                                      <p:cBhvr>
                                        <p:cTn id="102" dur="1" fill="hold">
                                          <p:stCondLst>
                                            <p:cond delay="0"/>
                                          </p:stCondLst>
                                        </p:cTn>
                                        <p:tgtEl>
                                          <p:spTgt spid="30"/>
                                        </p:tgtEl>
                                        <p:attrNameLst>
                                          <p:attrName>style.visibility</p:attrName>
                                        </p:attrNameLst>
                                      </p:cBhvr>
                                      <p:to>
                                        <p:strVal val="visible"/>
                                      </p:to>
                                    </p:set>
                                    <p:anim calcmode="lin" valueType="num">
                                      <p:cBhvr additive="base">
                                        <p:cTn id="103" dur="500" fill="hold"/>
                                        <p:tgtEl>
                                          <p:spTgt spid="30"/>
                                        </p:tgtEl>
                                        <p:attrNameLst>
                                          <p:attrName>ppt_x</p:attrName>
                                        </p:attrNameLst>
                                      </p:cBhvr>
                                      <p:tavLst>
                                        <p:tav tm="0">
                                          <p:val>
                                            <p:strVal val="#ppt_x"/>
                                          </p:val>
                                        </p:tav>
                                        <p:tav tm="100000">
                                          <p:val>
                                            <p:strVal val="#ppt_x"/>
                                          </p:val>
                                        </p:tav>
                                      </p:tavLst>
                                    </p:anim>
                                    <p:anim calcmode="lin" valueType="num">
                                      <p:cBhvr additive="base">
                                        <p:cTn id="104" dur="500" fill="hold"/>
                                        <p:tgtEl>
                                          <p:spTgt spid="30"/>
                                        </p:tgtEl>
                                        <p:attrNameLst>
                                          <p:attrName>ppt_y</p:attrName>
                                        </p:attrNameLst>
                                      </p:cBhvr>
                                      <p:tavLst>
                                        <p:tav tm="0">
                                          <p:val>
                                            <p:strVal val="1+#ppt_h/2"/>
                                          </p:val>
                                        </p:tav>
                                        <p:tav tm="100000">
                                          <p:val>
                                            <p:strVal val="#ppt_y"/>
                                          </p:val>
                                        </p:tav>
                                      </p:tavLst>
                                    </p:anim>
                                  </p:childTnLst>
                                </p:cTn>
                              </p:par>
                              <p:par>
                                <p:cTn id="105" presetID="2" presetClass="entr" presetSubtype="4" fill="hold" grpId="0" nodeType="withEffect">
                                  <p:stCondLst>
                                    <p:cond delay="0"/>
                                  </p:stCondLst>
                                  <p:childTnLst>
                                    <p:set>
                                      <p:cBhvr>
                                        <p:cTn id="106" dur="1" fill="hold">
                                          <p:stCondLst>
                                            <p:cond delay="0"/>
                                          </p:stCondLst>
                                        </p:cTn>
                                        <p:tgtEl>
                                          <p:spTgt spid="31"/>
                                        </p:tgtEl>
                                        <p:attrNameLst>
                                          <p:attrName>style.visibility</p:attrName>
                                        </p:attrNameLst>
                                      </p:cBhvr>
                                      <p:to>
                                        <p:strVal val="visible"/>
                                      </p:to>
                                    </p:set>
                                    <p:anim calcmode="lin" valueType="num">
                                      <p:cBhvr additive="base">
                                        <p:cTn id="107" dur="500" fill="hold"/>
                                        <p:tgtEl>
                                          <p:spTgt spid="31"/>
                                        </p:tgtEl>
                                        <p:attrNameLst>
                                          <p:attrName>ppt_x</p:attrName>
                                        </p:attrNameLst>
                                      </p:cBhvr>
                                      <p:tavLst>
                                        <p:tav tm="0">
                                          <p:val>
                                            <p:strVal val="#ppt_x"/>
                                          </p:val>
                                        </p:tav>
                                        <p:tav tm="100000">
                                          <p:val>
                                            <p:strVal val="#ppt_x"/>
                                          </p:val>
                                        </p:tav>
                                      </p:tavLst>
                                    </p:anim>
                                    <p:anim calcmode="lin" valueType="num">
                                      <p:cBhvr additive="base">
                                        <p:cTn id="108" dur="500" fill="hold"/>
                                        <p:tgtEl>
                                          <p:spTgt spid="31"/>
                                        </p:tgtEl>
                                        <p:attrNameLst>
                                          <p:attrName>ppt_y</p:attrName>
                                        </p:attrNameLst>
                                      </p:cBhvr>
                                      <p:tavLst>
                                        <p:tav tm="0">
                                          <p:val>
                                            <p:strVal val="1+#ppt_h/2"/>
                                          </p:val>
                                        </p:tav>
                                        <p:tav tm="100000">
                                          <p:val>
                                            <p:strVal val="#ppt_y"/>
                                          </p:val>
                                        </p:tav>
                                      </p:tavLst>
                                    </p:anim>
                                  </p:childTnLst>
                                </p:cTn>
                              </p:par>
                              <p:par>
                                <p:cTn id="109" presetID="2" presetClass="entr" presetSubtype="4" fill="hold" grpId="0" nodeType="withEffect">
                                  <p:stCondLst>
                                    <p:cond delay="0"/>
                                  </p:stCondLst>
                                  <p:childTnLst>
                                    <p:set>
                                      <p:cBhvr>
                                        <p:cTn id="110" dur="1" fill="hold">
                                          <p:stCondLst>
                                            <p:cond delay="0"/>
                                          </p:stCondLst>
                                        </p:cTn>
                                        <p:tgtEl>
                                          <p:spTgt spid="32"/>
                                        </p:tgtEl>
                                        <p:attrNameLst>
                                          <p:attrName>style.visibility</p:attrName>
                                        </p:attrNameLst>
                                      </p:cBhvr>
                                      <p:to>
                                        <p:strVal val="visible"/>
                                      </p:to>
                                    </p:set>
                                    <p:anim calcmode="lin" valueType="num">
                                      <p:cBhvr additive="base">
                                        <p:cTn id="111" dur="500" fill="hold"/>
                                        <p:tgtEl>
                                          <p:spTgt spid="32"/>
                                        </p:tgtEl>
                                        <p:attrNameLst>
                                          <p:attrName>ppt_x</p:attrName>
                                        </p:attrNameLst>
                                      </p:cBhvr>
                                      <p:tavLst>
                                        <p:tav tm="0">
                                          <p:val>
                                            <p:strVal val="#ppt_x"/>
                                          </p:val>
                                        </p:tav>
                                        <p:tav tm="100000">
                                          <p:val>
                                            <p:strVal val="#ppt_x"/>
                                          </p:val>
                                        </p:tav>
                                      </p:tavLst>
                                    </p:anim>
                                    <p:anim calcmode="lin" valueType="num">
                                      <p:cBhvr additive="base">
                                        <p:cTn id="112" dur="500" fill="hold"/>
                                        <p:tgtEl>
                                          <p:spTgt spid="32"/>
                                        </p:tgtEl>
                                        <p:attrNameLst>
                                          <p:attrName>ppt_y</p:attrName>
                                        </p:attrNameLst>
                                      </p:cBhvr>
                                      <p:tavLst>
                                        <p:tav tm="0">
                                          <p:val>
                                            <p:strVal val="1+#ppt_h/2"/>
                                          </p:val>
                                        </p:tav>
                                        <p:tav tm="100000">
                                          <p:val>
                                            <p:strVal val="#ppt_y"/>
                                          </p:val>
                                        </p:tav>
                                      </p:tavLst>
                                    </p:anim>
                                  </p:childTnLst>
                                </p:cTn>
                              </p:par>
                              <p:par>
                                <p:cTn id="113" presetID="2" presetClass="entr" presetSubtype="4" fill="hold" grpId="0" nodeType="withEffect">
                                  <p:stCondLst>
                                    <p:cond delay="0"/>
                                  </p:stCondLst>
                                  <p:childTnLst>
                                    <p:set>
                                      <p:cBhvr>
                                        <p:cTn id="114" dur="1" fill="hold">
                                          <p:stCondLst>
                                            <p:cond delay="0"/>
                                          </p:stCondLst>
                                        </p:cTn>
                                        <p:tgtEl>
                                          <p:spTgt spid="33"/>
                                        </p:tgtEl>
                                        <p:attrNameLst>
                                          <p:attrName>style.visibility</p:attrName>
                                        </p:attrNameLst>
                                      </p:cBhvr>
                                      <p:to>
                                        <p:strVal val="visible"/>
                                      </p:to>
                                    </p:set>
                                    <p:anim calcmode="lin" valueType="num">
                                      <p:cBhvr additive="base">
                                        <p:cTn id="115" dur="500" fill="hold"/>
                                        <p:tgtEl>
                                          <p:spTgt spid="33"/>
                                        </p:tgtEl>
                                        <p:attrNameLst>
                                          <p:attrName>ppt_x</p:attrName>
                                        </p:attrNameLst>
                                      </p:cBhvr>
                                      <p:tavLst>
                                        <p:tav tm="0">
                                          <p:val>
                                            <p:strVal val="#ppt_x"/>
                                          </p:val>
                                        </p:tav>
                                        <p:tav tm="100000">
                                          <p:val>
                                            <p:strVal val="#ppt_x"/>
                                          </p:val>
                                        </p:tav>
                                      </p:tavLst>
                                    </p:anim>
                                    <p:anim calcmode="lin" valueType="num">
                                      <p:cBhvr additive="base">
                                        <p:cTn id="116" dur="500" fill="hold"/>
                                        <p:tgtEl>
                                          <p:spTgt spid="33"/>
                                        </p:tgtEl>
                                        <p:attrNameLst>
                                          <p:attrName>ppt_y</p:attrName>
                                        </p:attrNameLst>
                                      </p:cBhvr>
                                      <p:tavLst>
                                        <p:tav tm="0">
                                          <p:val>
                                            <p:strVal val="1+#ppt_h/2"/>
                                          </p:val>
                                        </p:tav>
                                        <p:tav tm="100000">
                                          <p:val>
                                            <p:strVal val="#ppt_y"/>
                                          </p:val>
                                        </p:tav>
                                      </p:tavLst>
                                    </p:anim>
                                  </p:childTnLst>
                                </p:cTn>
                              </p:par>
                              <p:par>
                                <p:cTn id="117" presetID="2" presetClass="entr" presetSubtype="4" fill="hold" grpId="0" nodeType="withEffect">
                                  <p:stCondLst>
                                    <p:cond delay="0"/>
                                  </p:stCondLst>
                                  <p:childTnLst>
                                    <p:set>
                                      <p:cBhvr>
                                        <p:cTn id="118" dur="1" fill="hold">
                                          <p:stCondLst>
                                            <p:cond delay="0"/>
                                          </p:stCondLst>
                                        </p:cTn>
                                        <p:tgtEl>
                                          <p:spTgt spid="34"/>
                                        </p:tgtEl>
                                        <p:attrNameLst>
                                          <p:attrName>style.visibility</p:attrName>
                                        </p:attrNameLst>
                                      </p:cBhvr>
                                      <p:to>
                                        <p:strVal val="visible"/>
                                      </p:to>
                                    </p:set>
                                    <p:anim calcmode="lin" valueType="num">
                                      <p:cBhvr additive="base">
                                        <p:cTn id="119" dur="500" fill="hold"/>
                                        <p:tgtEl>
                                          <p:spTgt spid="34"/>
                                        </p:tgtEl>
                                        <p:attrNameLst>
                                          <p:attrName>ppt_x</p:attrName>
                                        </p:attrNameLst>
                                      </p:cBhvr>
                                      <p:tavLst>
                                        <p:tav tm="0">
                                          <p:val>
                                            <p:strVal val="#ppt_x"/>
                                          </p:val>
                                        </p:tav>
                                        <p:tav tm="100000">
                                          <p:val>
                                            <p:strVal val="#ppt_x"/>
                                          </p:val>
                                        </p:tav>
                                      </p:tavLst>
                                    </p:anim>
                                    <p:anim calcmode="lin" valueType="num">
                                      <p:cBhvr additive="base">
                                        <p:cTn id="120" dur="500" fill="hold"/>
                                        <p:tgtEl>
                                          <p:spTgt spid="34"/>
                                        </p:tgtEl>
                                        <p:attrNameLst>
                                          <p:attrName>ppt_y</p:attrName>
                                        </p:attrNameLst>
                                      </p:cBhvr>
                                      <p:tavLst>
                                        <p:tav tm="0">
                                          <p:val>
                                            <p:strVal val="1+#ppt_h/2"/>
                                          </p:val>
                                        </p:tav>
                                        <p:tav tm="100000">
                                          <p:val>
                                            <p:strVal val="#ppt_y"/>
                                          </p:val>
                                        </p:tav>
                                      </p:tavLst>
                                    </p:anim>
                                  </p:childTnLst>
                                </p:cTn>
                              </p:par>
                              <p:par>
                                <p:cTn id="121" presetID="2" presetClass="entr" presetSubtype="4" fill="hold" grpId="0" nodeType="withEffect">
                                  <p:stCondLst>
                                    <p:cond delay="0"/>
                                  </p:stCondLst>
                                  <p:childTnLst>
                                    <p:set>
                                      <p:cBhvr>
                                        <p:cTn id="122" dur="1" fill="hold">
                                          <p:stCondLst>
                                            <p:cond delay="0"/>
                                          </p:stCondLst>
                                        </p:cTn>
                                        <p:tgtEl>
                                          <p:spTgt spid="35"/>
                                        </p:tgtEl>
                                        <p:attrNameLst>
                                          <p:attrName>style.visibility</p:attrName>
                                        </p:attrNameLst>
                                      </p:cBhvr>
                                      <p:to>
                                        <p:strVal val="visible"/>
                                      </p:to>
                                    </p:set>
                                    <p:anim calcmode="lin" valueType="num">
                                      <p:cBhvr additive="base">
                                        <p:cTn id="123" dur="500" fill="hold"/>
                                        <p:tgtEl>
                                          <p:spTgt spid="35"/>
                                        </p:tgtEl>
                                        <p:attrNameLst>
                                          <p:attrName>ppt_x</p:attrName>
                                        </p:attrNameLst>
                                      </p:cBhvr>
                                      <p:tavLst>
                                        <p:tav tm="0">
                                          <p:val>
                                            <p:strVal val="#ppt_x"/>
                                          </p:val>
                                        </p:tav>
                                        <p:tav tm="100000">
                                          <p:val>
                                            <p:strVal val="#ppt_x"/>
                                          </p:val>
                                        </p:tav>
                                      </p:tavLst>
                                    </p:anim>
                                    <p:anim calcmode="lin" valueType="num">
                                      <p:cBhvr additive="base">
                                        <p:cTn id="124" dur="500" fill="hold"/>
                                        <p:tgtEl>
                                          <p:spTgt spid="35"/>
                                        </p:tgtEl>
                                        <p:attrNameLst>
                                          <p:attrName>ppt_y</p:attrName>
                                        </p:attrNameLst>
                                      </p:cBhvr>
                                      <p:tavLst>
                                        <p:tav tm="0">
                                          <p:val>
                                            <p:strVal val="1+#ppt_h/2"/>
                                          </p:val>
                                        </p:tav>
                                        <p:tav tm="100000">
                                          <p:val>
                                            <p:strVal val="#ppt_y"/>
                                          </p:val>
                                        </p:tav>
                                      </p:tavLst>
                                    </p:anim>
                                  </p:childTnLst>
                                </p:cTn>
                              </p:par>
                              <p:par>
                                <p:cTn id="125" presetID="2" presetClass="entr" presetSubtype="4" fill="hold" grpId="0" nodeType="withEffect">
                                  <p:stCondLst>
                                    <p:cond delay="0"/>
                                  </p:stCondLst>
                                  <p:childTnLst>
                                    <p:set>
                                      <p:cBhvr>
                                        <p:cTn id="126" dur="1" fill="hold">
                                          <p:stCondLst>
                                            <p:cond delay="0"/>
                                          </p:stCondLst>
                                        </p:cTn>
                                        <p:tgtEl>
                                          <p:spTgt spid="36"/>
                                        </p:tgtEl>
                                        <p:attrNameLst>
                                          <p:attrName>style.visibility</p:attrName>
                                        </p:attrNameLst>
                                      </p:cBhvr>
                                      <p:to>
                                        <p:strVal val="visible"/>
                                      </p:to>
                                    </p:set>
                                    <p:anim calcmode="lin" valueType="num">
                                      <p:cBhvr additive="base">
                                        <p:cTn id="127" dur="500" fill="hold"/>
                                        <p:tgtEl>
                                          <p:spTgt spid="36"/>
                                        </p:tgtEl>
                                        <p:attrNameLst>
                                          <p:attrName>ppt_x</p:attrName>
                                        </p:attrNameLst>
                                      </p:cBhvr>
                                      <p:tavLst>
                                        <p:tav tm="0">
                                          <p:val>
                                            <p:strVal val="#ppt_x"/>
                                          </p:val>
                                        </p:tav>
                                        <p:tav tm="100000">
                                          <p:val>
                                            <p:strVal val="#ppt_x"/>
                                          </p:val>
                                        </p:tav>
                                      </p:tavLst>
                                    </p:anim>
                                    <p:anim calcmode="lin" valueType="num">
                                      <p:cBhvr additive="base">
                                        <p:cTn id="128" dur="500" fill="hold"/>
                                        <p:tgtEl>
                                          <p:spTgt spid="36"/>
                                        </p:tgtEl>
                                        <p:attrNameLst>
                                          <p:attrName>ppt_y</p:attrName>
                                        </p:attrNameLst>
                                      </p:cBhvr>
                                      <p:tavLst>
                                        <p:tav tm="0">
                                          <p:val>
                                            <p:strVal val="1+#ppt_h/2"/>
                                          </p:val>
                                        </p:tav>
                                        <p:tav tm="100000">
                                          <p:val>
                                            <p:strVal val="#ppt_y"/>
                                          </p:val>
                                        </p:tav>
                                      </p:tavLst>
                                    </p:anim>
                                  </p:childTnLst>
                                </p:cTn>
                              </p:par>
                              <p:par>
                                <p:cTn id="129" presetID="2" presetClass="entr" presetSubtype="4" fill="hold" grpId="0" nodeType="withEffect">
                                  <p:stCondLst>
                                    <p:cond delay="0"/>
                                  </p:stCondLst>
                                  <p:childTnLst>
                                    <p:set>
                                      <p:cBhvr>
                                        <p:cTn id="130" dur="1" fill="hold">
                                          <p:stCondLst>
                                            <p:cond delay="0"/>
                                          </p:stCondLst>
                                        </p:cTn>
                                        <p:tgtEl>
                                          <p:spTgt spid="37"/>
                                        </p:tgtEl>
                                        <p:attrNameLst>
                                          <p:attrName>style.visibility</p:attrName>
                                        </p:attrNameLst>
                                      </p:cBhvr>
                                      <p:to>
                                        <p:strVal val="visible"/>
                                      </p:to>
                                    </p:set>
                                    <p:anim calcmode="lin" valueType="num">
                                      <p:cBhvr additive="base">
                                        <p:cTn id="131" dur="500" fill="hold"/>
                                        <p:tgtEl>
                                          <p:spTgt spid="37"/>
                                        </p:tgtEl>
                                        <p:attrNameLst>
                                          <p:attrName>ppt_x</p:attrName>
                                        </p:attrNameLst>
                                      </p:cBhvr>
                                      <p:tavLst>
                                        <p:tav tm="0">
                                          <p:val>
                                            <p:strVal val="#ppt_x"/>
                                          </p:val>
                                        </p:tav>
                                        <p:tav tm="100000">
                                          <p:val>
                                            <p:strVal val="#ppt_x"/>
                                          </p:val>
                                        </p:tav>
                                      </p:tavLst>
                                    </p:anim>
                                    <p:anim calcmode="lin" valueType="num">
                                      <p:cBhvr additive="base">
                                        <p:cTn id="132" dur="500" fill="hold"/>
                                        <p:tgtEl>
                                          <p:spTgt spid="37"/>
                                        </p:tgtEl>
                                        <p:attrNameLst>
                                          <p:attrName>ppt_y</p:attrName>
                                        </p:attrNameLst>
                                      </p:cBhvr>
                                      <p:tavLst>
                                        <p:tav tm="0">
                                          <p:val>
                                            <p:strVal val="1+#ppt_h/2"/>
                                          </p:val>
                                        </p:tav>
                                        <p:tav tm="100000">
                                          <p:val>
                                            <p:strVal val="#ppt_y"/>
                                          </p:val>
                                        </p:tav>
                                      </p:tavLst>
                                    </p:anim>
                                  </p:childTnLst>
                                </p:cTn>
                              </p:par>
                              <p:par>
                                <p:cTn id="133" presetID="2" presetClass="entr" presetSubtype="4" fill="hold" grpId="0" nodeType="withEffect">
                                  <p:stCondLst>
                                    <p:cond delay="0"/>
                                  </p:stCondLst>
                                  <p:childTnLst>
                                    <p:set>
                                      <p:cBhvr>
                                        <p:cTn id="134" dur="1" fill="hold">
                                          <p:stCondLst>
                                            <p:cond delay="0"/>
                                          </p:stCondLst>
                                        </p:cTn>
                                        <p:tgtEl>
                                          <p:spTgt spid="38"/>
                                        </p:tgtEl>
                                        <p:attrNameLst>
                                          <p:attrName>style.visibility</p:attrName>
                                        </p:attrNameLst>
                                      </p:cBhvr>
                                      <p:to>
                                        <p:strVal val="visible"/>
                                      </p:to>
                                    </p:set>
                                    <p:anim calcmode="lin" valueType="num">
                                      <p:cBhvr additive="base">
                                        <p:cTn id="135" dur="500" fill="hold"/>
                                        <p:tgtEl>
                                          <p:spTgt spid="38"/>
                                        </p:tgtEl>
                                        <p:attrNameLst>
                                          <p:attrName>ppt_x</p:attrName>
                                        </p:attrNameLst>
                                      </p:cBhvr>
                                      <p:tavLst>
                                        <p:tav tm="0">
                                          <p:val>
                                            <p:strVal val="#ppt_x"/>
                                          </p:val>
                                        </p:tav>
                                        <p:tav tm="100000">
                                          <p:val>
                                            <p:strVal val="#ppt_x"/>
                                          </p:val>
                                        </p:tav>
                                      </p:tavLst>
                                    </p:anim>
                                    <p:anim calcmode="lin" valueType="num">
                                      <p:cBhvr additive="base">
                                        <p:cTn id="136" dur="500" fill="hold"/>
                                        <p:tgtEl>
                                          <p:spTgt spid="38"/>
                                        </p:tgtEl>
                                        <p:attrNameLst>
                                          <p:attrName>ppt_y</p:attrName>
                                        </p:attrNameLst>
                                      </p:cBhvr>
                                      <p:tavLst>
                                        <p:tav tm="0">
                                          <p:val>
                                            <p:strVal val="1+#ppt_h/2"/>
                                          </p:val>
                                        </p:tav>
                                        <p:tav tm="100000">
                                          <p:val>
                                            <p:strVal val="#ppt_y"/>
                                          </p:val>
                                        </p:tav>
                                      </p:tavLst>
                                    </p:anim>
                                  </p:childTnLst>
                                </p:cTn>
                              </p:par>
                              <p:par>
                                <p:cTn id="137" presetID="2" presetClass="entr" presetSubtype="4" fill="hold" grpId="0" nodeType="withEffect">
                                  <p:stCondLst>
                                    <p:cond delay="0"/>
                                  </p:stCondLst>
                                  <p:childTnLst>
                                    <p:set>
                                      <p:cBhvr>
                                        <p:cTn id="138" dur="1" fill="hold">
                                          <p:stCondLst>
                                            <p:cond delay="0"/>
                                          </p:stCondLst>
                                        </p:cTn>
                                        <p:tgtEl>
                                          <p:spTgt spid="39"/>
                                        </p:tgtEl>
                                        <p:attrNameLst>
                                          <p:attrName>style.visibility</p:attrName>
                                        </p:attrNameLst>
                                      </p:cBhvr>
                                      <p:to>
                                        <p:strVal val="visible"/>
                                      </p:to>
                                    </p:set>
                                    <p:anim calcmode="lin" valueType="num">
                                      <p:cBhvr additive="base">
                                        <p:cTn id="139" dur="500" fill="hold"/>
                                        <p:tgtEl>
                                          <p:spTgt spid="39"/>
                                        </p:tgtEl>
                                        <p:attrNameLst>
                                          <p:attrName>ppt_x</p:attrName>
                                        </p:attrNameLst>
                                      </p:cBhvr>
                                      <p:tavLst>
                                        <p:tav tm="0">
                                          <p:val>
                                            <p:strVal val="#ppt_x"/>
                                          </p:val>
                                        </p:tav>
                                        <p:tav tm="100000">
                                          <p:val>
                                            <p:strVal val="#ppt_x"/>
                                          </p:val>
                                        </p:tav>
                                      </p:tavLst>
                                    </p:anim>
                                    <p:anim calcmode="lin" valueType="num">
                                      <p:cBhvr additive="base">
                                        <p:cTn id="140" dur="500" fill="hold"/>
                                        <p:tgtEl>
                                          <p:spTgt spid="39"/>
                                        </p:tgtEl>
                                        <p:attrNameLst>
                                          <p:attrName>ppt_y</p:attrName>
                                        </p:attrNameLst>
                                      </p:cBhvr>
                                      <p:tavLst>
                                        <p:tav tm="0">
                                          <p:val>
                                            <p:strVal val="1+#ppt_h/2"/>
                                          </p:val>
                                        </p:tav>
                                        <p:tav tm="100000">
                                          <p:val>
                                            <p:strVal val="#ppt_y"/>
                                          </p:val>
                                        </p:tav>
                                      </p:tavLst>
                                    </p:anim>
                                  </p:childTnLst>
                                </p:cTn>
                              </p:par>
                              <p:par>
                                <p:cTn id="141" presetID="2" presetClass="entr" presetSubtype="4" fill="hold" grpId="0" nodeType="withEffect">
                                  <p:stCondLst>
                                    <p:cond delay="0"/>
                                  </p:stCondLst>
                                  <p:childTnLst>
                                    <p:set>
                                      <p:cBhvr>
                                        <p:cTn id="142" dur="1" fill="hold">
                                          <p:stCondLst>
                                            <p:cond delay="0"/>
                                          </p:stCondLst>
                                        </p:cTn>
                                        <p:tgtEl>
                                          <p:spTgt spid="40"/>
                                        </p:tgtEl>
                                        <p:attrNameLst>
                                          <p:attrName>style.visibility</p:attrName>
                                        </p:attrNameLst>
                                      </p:cBhvr>
                                      <p:to>
                                        <p:strVal val="visible"/>
                                      </p:to>
                                    </p:set>
                                    <p:anim calcmode="lin" valueType="num">
                                      <p:cBhvr additive="base">
                                        <p:cTn id="143" dur="500" fill="hold"/>
                                        <p:tgtEl>
                                          <p:spTgt spid="40"/>
                                        </p:tgtEl>
                                        <p:attrNameLst>
                                          <p:attrName>ppt_x</p:attrName>
                                        </p:attrNameLst>
                                      </p:cBhvr>
                                      <p:tavLst>
                                        <p:tav tm="0">
                                          <p:val>
                                            <p:strVal val="#ppt_x"/>
                                          </p:val>
                                        </p:tav>
                                        <p:tav tm="100000">
                                          <p:val>
                                            <p:strVal val="#ppt_x"/>
                                          </p:val>
                                        </p:tav>
                                      </p:tavLst>
                                    </p:anim>
                                    <p:anim calcmode="lin" valueType="num">
                                      <p:cBhvr additive="base">
                                        <p:cTn id="144" dur="500" fill="hold"/>
                                        <p:tgtEl>
                                          <p:spTgt spid="40"/>
                                        </p:tgtEl>
                                        <p:attrNameLst>
                                          <p:attrName>ppt_y</p:attrName>
                                        </p:attrNameLst>
                                      </p:cBhvr>
                                      <p:tavLst>
                                        <p:tav tm="0">
                                          <p:val>
                                            <p:strVal val="1+#ppt_h/2"/>
                                          </p:val>
                                        </p:tav>
                                        <p:tav tm="100000">
                                          <p:val>
                                            <p:strVal val="#ppt_y"/>
                                          </p:val>
                                        </p:tav>
                                      </p:tavLst>
                                    </p:anim>
                                  </p:childTnLst>
                                </p:cTn>
                              </p:par>
                              <p:par>
                                <p:cTn id="145" presetID="2" presetClass="entr" presetSubtype="4" fill="hold" grpId="0" nodeType="withEffect">
                                  <p:stCondLst>
                                    <p:cond delay="0"/>
                                  </p:stCondLst>
                                  <p:childTnLst>
                                    <p:set>
                                      <p:cBhvr>
                                        <p:cTn id="146" dur="1" fill="hold">
                                          <p:stCondLst>
                                            <p:cond delay="0"/>
                                          </p:stCondLst>
                                        </p:cTn>
                                        <p:tgtEl>
                                          <p:spTgt spid="41"/>
                                        </p:tgtEl>
                                        <p:attrNameLst>
                                          <p:attrName>style.visibility</p:attrName>
                                        </p:attrNameLst>
                                      </p:cBhvr>
                                      <p:to>
                                        <p:strVal val="visible"/>
                                      </p:to>
                                    </p:set>
                                    <p:anim calcmode="lin" valueType="num">
                                      <p:cBhvr additive="base">
                                        <p:cTn id="147" dur="500" fill="hold"/>
                                        <p:tgtEl>
                                          <p:spTgt spid="41"/>
                                        </p:tgtEl>
                                        <p:attrNameLst>
                                          <p:attrName>ppt_x</p:attrName>
                                        </p:attrNameLst>
                                      </p:cBhvr>
                                      <p:tavLst>
                                        <p:tav tm="0">
                                          <p:val>
                                            <p:strVal val="#ppt_x"/>
                                          </p:val>
                                        </p:tav>
                                        <p:tav tm="100000">
                                          <p:val>
                                            <p:strVal val="#ppt_x"/>
                                          </p:val>
                                        </p:tav>
                                      </p:tavLst>
                                    </p:anim>
                                    <p:anim calcmode="lin" valueType="num">
                                      <p:cBhvr additive="base">
                                        <p:cTn id="148" dur="500" fill="hold"/>
                                        <p:tgtEl>
                                          <p:spTgt spid="41"/>
                                        </p:tgtEl>
                                        <p:attrNameLst>
                                          <p:attrName>ppt_y</p:attrName>
                                        </p:attrNameLst>
                                      </p:cBhvr>
                                      <p:tavLst>
                                        <p:tav tm="0">
                                          <p:val>
                                            <p:strVal val="1+#ppt_h/2"/>
                                          </p:val>
                                        </p:tav>
                                        <p:tav tm="100000">
                                          <p:val>
                                            <p:strVal val="#ppt_y"/>
                                          </p:val>
                                        </p:tav>
                                      </p:tavLst>
                                    </p:anim>
                                  </p:childTnLst>
                                </p:cTn>
                              </p:par>
                              <p:par>
                                <p:cTn id="149" presetID="2" presetClass="entr" presetSubtype="4" fill="hold" grpId="0" nodeType="withEffect">
                                  <p:stCondLst>
                                    <p:cond delay="0"/>
                                  </p:stCondLst>
                                  <p:childTnLst>
                                    <p:set>
                                      <p:cBhvr>
                                        <p:cTn id="150" dur="1" fill="hold">
                                          <p:stCondLst>
                                            <p:cond delay="0"/>
                                          </p:stCondLst>
                                        </p:cTn>
                                        <p:tgtEl>
                                          <p:spTgt spid="42"/>
                                        </p:tgtEl>
                                        <p:attrNameLst>
                                          <p:attrName>style.visibility</p:attrName>
                                        </p:attrNameLst>
                                      </p:cBhvr>
                                      <p:to>
                                        <p:strVal val="visible"/>
                                      </p:to>
                                    </p:set>
                                    <p:anim calcmode="lin" valueType="num">
                                      <p:cBhvr additive="base">
                                        <p:cTn id="151" dur="500" fill="hold"/>
                                        <p:tgtEl>
                                          <p:spTgt spid="42"/>
                                        </p:tgtEl>
                                        <p:attrNameLst>
                                          <p:attrName>ppt_x</p:attrName>
                                        </p:attrNameLst>
                                      </p:cBhvr>
                                      <p:tavLst>
                                        <p:tav tm="0">
                                          <p:val>
                                            <p:strVal val="#ppt_x"/>
                                          </p:val>
                                        </p:tav>
                                        <p:tav tm="100000">
                                          <p:val>
                                            <p:strVal val="#ppt_x"/>
                                          </p:val>
                                        </p:tav>
                                      </p:tavLst>
                                    </p:anim>
                                    <p:anim calcmode="lin" valueType="num">
                                      <p:cBhvr additive="base">
                                        <p:cTn id="152" dur="500" fill="hold"/>
                                        <p:tgtEl>
                                          <p:spTgt spid="42"/>
                                        </p:tgtEl>
                                        <p:attrNameLst>
                                          <p:attrName>ppt_y</p:attrName>
                                        </p:attrNameLst>
                                      </p:cBhvr>
                                      <p:tavLst>
                                        <p:tav tm="0">
                                          <p:val>
                                            <p:strVal val="1+#ppt_h/2"/>
                                          </p:val>
                                        </p:tav>
                                        <p:tav tm="100000">
                                          <p:val>
                                            <p:strVal val="#ppt_y"/>
                                          </p:val>
                                        </p:tav>
                                      </p:tavLst>
                                    </p:anim>
                                  </p:childTnLst>
                                </p:cTn>
                              </p:par>
                              <p:par>
                                <p:cTn id="153" presetID="2" presetClass="entr" presetSubtype="4" fill="hold" grpId="0" nodeType="withEffect">
                                  <p:stCondLst>
                                    <p:cond delay="0"/>
                                  </p:stCondLst>
                                  <p:childTnLst>
                                    <p:set>
                                      <p:cBhvr>
                                        <p:cTn id="154" dur="1" fill="hold">
                                          <p:stCondLst>
                                            <p:cond delay="0"/>
                                          </p:stCondLst>
                                        </p:cTn>
                                        <p:tgtEl>
                                          <p:spTgt spid="43"/>
                                        </p:tgtEl>
                                        <p:attrNameLst>
                                          <p:attrName>style.visibility</p:attrName>
                                        </p:attrNameLst>
                                      </p:cBhvr>
                                      <p:to>
                                        <p:strVal val="visible"/>
                                      </p:to>
                                    </p:set>
                                    <p:anim calcmode="lin" valueType="num">
                                      <p:cBhvr additive="base">
                                        <p:cTn id="155" dur="500" fill="hold"/>
                                        <p:tgtEl>
                                          <p:spTgt spid="43"/>
                                        </p:tgtEl>
                                        <p:attrNameLst>
                                          <p:attrName>ppt_x</p:attrName>
                                        </p:attrNameLst>
                                      </p:cBhvr>
                                      <p:tavLst>
                                        <p:tav tm="0">
                                          <p:val>
                                            <p:strVal val="#ppt_x"/>
                                          </p:val>
                                        </p:tav>
                                        <p:tav tm="100000">
                                          <p:val>
                                            <p:strVal val="#ppt_x"/>
                                          </p:val>
                                        </p:tav>
                                      </p:tavLst>
                                    </p:anim>
                                    <p:anim calcmode="lin" valueType="num">
                                      <p:cBhvr additive="base">
                                        <p:cTn id="156" dur="500" fill="hold"/>
                                        <p:tgtEl>
                                          <p:spTgt spid="43"/>
                                        </p:tgtEl>
                                        <p:attrNameLst>
                                          <p:attrName>ppt_y</p:attrName>
                                        </p:attrNameLst>
                                      </p:cBhvr>
                                      <p:tavLst>
                                        <p:tav tm="0">
                                          <p:val>
                                            <p:strVal val="1+#ppt_h/2"/>
                                          </p:val>
                                        </p:tav>
                                        <p:tav tm="100000">
                                          <p:val>
                                            <p:strVal val="#ppt_y"/>
                                          </p:val>
                                        </p:tav>
                                      </p:tavLst>
                                    </p:anim>
                                  </p:childTnLst>
                                </p:cTn>
                              </p:par>
                              <p:par>
                                <p:cTn id="157" presetID="2" presetClass="entr" presetSubtype="4" fill="hold" grpId="0" nodeType="withEffect">
                                  <p:stCondLst>
                                    <p:cond delay="0"/>
                                  </p:stCondLst>
                                  <p:childTnLst>
                                    <p:set>
                                      <p:cBhvr>
                                        <p:cTn id="158" dur="1" fill="hold">
                                          <p:stCondLst>
                                            <p:cond delay="0"/>
                                          </p:stCondLst>
                                        </p:cTn>
                                        <p:tgtEl>
                                          <p:spTgt spid="44"/>
                                        </p:tgtEl>
                                        <p:attrNameLst>
                                          <p:attrName>style.visibility</p:attrName>
                                        </p:attrNameLst>
                                      </p:cBhvr>
                                      <p:to>
                                        <p:strVal val="visible"/>
                                      </p:to>
                                    </p:set>
                                    <p:anim calcmode="lin" valueType="num">
                                      <p:cBhvr additive="base">
                                        <p:cTn id="159" dur="500" fill="hold"/>
                                        <p:tgtEl>
                                          <p:spTgt spid="44"/>
                                        </p:tgtEl>
                                        <p:attrNameLst>
                                          <p:attrName>ppt_x</p:attrName>
                                        </p:attrNameLst>
                                      </p:cBhvr>
                                      <p:tavLst>
                                        <p:tav tm="0">
                                          <p:val>
                                            <p:strVal val="#ppt_x"/>
                                          </p:val>
                                        </p:tav>
                                        <p:tav tm="100000">
                                          <p:val>
                                            <p:strVal val="#ppt_x"/>
                                          </p:val>
                                        </p:tav>
                                      </p:tavLst>
                                    </p:anim>
                                    <p:anim calcmode="lin" valueType="num">
                                      <p:cBhvr additive="base">
                                        <p:cTn id="160" dur="500" fill="hold"/>
                                        <p:tgtEl>
                                          <p:spTgt spid="44"/>
                                        </p:tgtEl>
                                        <p:attrNameLst>
                                          <p:attrName>ppt_y</p:attrName>
                                        </p:attrNameLst>
                                      </p:cBhvr>
                                      <p:tavLst>
                                        <p:tav tm="0">
                                          <p:val>
                                            <p:strVal val="1+#ppt_h/2"/>
                                          </p:val>
                                        </p:tav>
                                        <p:tav tm="100000">
                                          <p:val>
                                            <p:strVal val="#ppt_y"/>
                                          </p:val>
                                        </p:tav>
                                      </p:tavLst>
                                    </p:anim>
                                  </p:childTnLst>
                                </p:cTn>
                              </p:par>
                              <p:par>
                                <p:cTn id="161" presetID="2" presetClass="entr" presetSubtype="4" fill="hold" grpId="0" nodeType="withEffect">
                                  <p:stCondLst>
                                    <p:cond delay="0"/>
                                  </p:stCondLst>
                                  <p:childTnLst>
                                    <p:set>
                                      <p:cBhvr>
                                        <p:cTn id="162" dur="1" fill="hold">
                                          <p:stCondLst>
                                            <p:cond delay="0"/>
                                          </p:stCondLst>
                                        </p:cTn>
                                        <p:tgtEl>
                                          <p:spTgt spid="45"/>
                                        </p:tgtEl>
                                        <p:attrNameLst>
                                          <p:attrName>style.visibility</p:attrName>
                                        </p:attrNameLst>
                                      </p:cBhvr>
                                      <p:to>
                                        <p:strVal val="visible"/>
                                      </p:to>
                                    </p:set>
                                    <p:anim calcmode="lin" valueType="num">
                                      <p:cBhvr additive="base">
                                        <p:cTn id="163" dur="500" fill="hold"/>
                                        <p:tgtEl>
                                          <p:spTgt spid="45"/>
                                        </p:tgtEl>
                                        <p:attrNameLst>
                                          <p:attrName>ppt_x</p:attrName>
                                        </p:attrNameLst>
                                      </p:cBhvr>
                                      <p:tavLst>
                                        <p:tav tm="0">
                                          <p:val>
                                            <p:strVal val="#ppt_x"/>
                                          </p:val>
                                        </p:tav>
                                        <p:tav tm="100000">
                                          <p:val>
                                            <p:strVal val="#ppt_x"/>
                                          </p:val>
                                        </p:tav>
                                      </p:tavLst>
                                    </p:anim>
                                    <p:anim calcmode="lin" valueType="num">
                                      <p:cBhvr additive="base">
                                        <p:cTn id="164" dur="500" fill="hold"/>
                                        <p:tgtEl>
                                          <p:spTgt spid="45"/>
                                        </p:tgtEl>
                                        <p:attrNameLst>
                                          <p:attrName>ppt_y</p:attrName>
                                        </p:attrNameLst>
                                      </p:cBhvr>
                                      <p:tavLst>
                                        <p:tav tm="0">
                                          <p:val>
                                            <p:strVal val="1+#ppt_h/2"/>
                                          </p:val>
                                        </p:tav>
                                        <p:tav tm="100000">
                                          <p:val>
                                            <p:strVal val="#ppt_y"/>
                                          </p:val>
                                        </p:tav>
                                      </p:tavLst>
                                    </p:anim>
                                  </p:childTnLst>
                                </p:cTn>
                              </p:par>
                              <p:par>
                                <p:cTn id="165" presetID="2" presetClass="entr" presetSubtype="4" fill="hold" grpId="0" nodeType="withEffect">
                                  <p:stCondLst>
                                    <p:cond delay="0"/>
                                  </p:stCondLst>
                                  <p:childTnLst>
                                    <p:set>
                                      <p:cBhvr>
                                        <p:cTn id="166" dur="1" fill="hold">
                                          <p:stCondLst>
                                            <p:cond delay="0"/>
                                          </p:stCondLst>
                                        </p:cTn>
                                        <p:tgtEl>
                                          <p:spTgt spid="46"/>
                                        </p:tgtEl>
                                        <p:attrNameLst>
                                          <p:attrName>style.visibility</p:attrName>
                                        </p:attrNameLst>
                                      </p:cBhvr>
                                      <p:to>
                                        <p:strVal val="visible"/>
                                      </p:to>
                                    </p:set>
                                    <p:anim calcmode="lin" valueType="num">
                                      <p:cBhvr additive="base">
                                        <p:cTn id="167" dur="500" fill="hold"/>
                                        <p:tgtEl>
                                          <p:spTgt spid="46"/>
                                        </p:tgtEl>
                                        <p:attrNameLst>
                                          <p:attrName>ppt_x</p:attrName>
                                        </p:attrNameLst>
                                      </p:cBhvr>
                                      <p:tavLst>
                                        <p:tav tm="0">
                                          <p:val>
                                            <p:strVal val="#ppt_x"/>
                                          </p:val>
                                        </p:tav>
                                        <p:tav tm="100000">
                                          <p:val>
                                            <p:strVal val="#ppt_x"/>
                                          </p:val>
                                        </p:tav>
                                      </p:tavLst>
                                    </p:anim>
                                    <p:anim calcmode="lin" valueType="num">
                                      <p:cBhvr additive="base">
                                        <p:cTn id="168" dur="500" fill="hold"/>
                                        <p:tgtEl>
                                          <p:spTgt spid="46"/>
                                        </p:tgtEl>
                                        <p:attrNameLst>
                                          <p:attrName>ppt_y</p:attrName>
                                        </p:attrNameLst>
                                      </p:cBhvr>
                                      <p:tavLst>
                                        <p:tav tm="0">
                                          <p:val>
                                            <p:strVal val="1+#ppt_h/2"/>
                                          </p:val>
                                        </p:tav>
                                        <p:tav tm="100000">
                                          <p:val>
                                            <p:strVal val="#ppt_y"/>
                                          </p:val>
                                        </p:tav>
                                      </p:tavLst>
                                    </p:anim>
                                  </p:childTnLst>
                                </p:cTn>
                              </p:par>
                              <p:par>
                                <p:cTn id="169" presetID="2" presetClass="entr" presetSubtype="4" fill="hold" grpId="0" nodeType="withEffect">
                                  <p:stCondLst>
                                    <p:cond delay="0"/>
                                  </p:stCondLst>
                                  <p:childTnLst>
                                    <p:set>
                                      <p:cBhvr>
                                        <p:cTn id="170" dur="1" fill="hold">
                                          <p:stCondLst>
                                            <p:cond delay="0"/>
                                          </p:stCondLst>
                                        </p:cTn>
                                        <p:tgtEl>
                                          <p:spTgt spid="47"/>
                                        </p:tgtEl>
                                        <p:attrNameLst>
                                          <p:attrName>style.visibility</p:attrName>
                                        </p:attrNameLst>
                                      </p:cBhvr>
                                      <p:to>
                                        <p:strVal val="visible"/>
                                      </p:to>
                                    </p:set>
                                    <p:anim calcmode="lin" valueType="num">
                                      <p:cBhvr additive="base">
                                        <p:cTn id="171" dur="500" fill="hold"/>
                                        <p:tgtEl>
                                          <p:spTgt spid="47"/>
                                        </p:tgtEl>
                                        <p:attrNameLst>
                                          <p:attrName>ppt_x</p:attrName>
                                        </p:attrNameLst>
                                      </p:cBhvr>
                                      <p:tavLst>
                                        <p:tav tm="0">
                                          <p:val>
                                            <p:strVal val="#ppt_x"/>
                                          </p:val>
                                        </p:tav>
                                        <p:tav tm="100000">
                                          <p:val>
                                            <p:strVal val="#ppt_x"/>
                                          </p:val>
                                        </p:tav>
                                      </p:tavLst>
                                    </p:anim>
                                    <p:anim calcmode="lin" valueType="num">
                                      <p:cBhvr additive="base">
                                        <p:cTn id="172" dur="500" fill="hold"/>
                                        <p:tgtEl>
                                          <p:spTgt spid="47"/>
                                        </p:tgtEl>
                                        <p:attrNameLst>
                                          <p:attrName>ppt_y</p:attrName>
                                        </p:attrNameLst>
                                      </p:cBhvr>
                                      <p:tavLst>
                                        <p:tav tm="0">
                                          <p:val>
                                            <p:strVal val="1+#ppt_h/2"/>
                                          </p:val>
                                        </p:tav>
                                        <p:tav tm="100000">
                                          <p:val>
                                            <p:strVal val="#ppt_y"/>
                                          </p:val>
                                        </p:tav>
                                      </p:tavLst>
                                    </p:anim>
                                  </p:childTnLst>
                                </p:cTn>
                              </p:par>
                              <p:par>
                                <p:cTn id="173" presetID="2" presetClass="entr" presetSubtype="4" fill="hold" grpId="0" nodeType="withEffect">
                                  <p:stCondLst>
                                    <p:cond delay="0"/>
                                  </p:stCondLst>
                                  <p:childTnLst>
                                    <p:set>
                                      <p:cBhvr>
                                        <p:cTn id="174" dur="1" fill="hold">
                                          <p:stCondLst>
                                            <p:cond delay="0"/>
                                          </p:stCondLst>
                                        </p:cTn>
                                        <p:tgtEl>
                                          <p:spTgt spid="48"/>
                                        </p:tgtEl>
                                        <p:attrNameLst>
                                          <p:attrName>style.visibility</p:attrName>
                                        </p:attrNameLst>
                                      </p:cBhvr>
                                      <p:to>
                                        <p:strVal val="visible"/>
                                      </p:to>
                                    </p:set>
                                    <p:anim calcmode="lin" valueType="num">
                                      <p:cBhvr additive="base">
                                        <p:cTn id="175" dur="500" fill="hold"/>
                                        <p:tgtEl>
                                          <p:spTgt spid="48"/>
                                        </p:tgtEl>
                                        <p:attrNameLst>
                                          <p:attrName>ppt_x</p:attrName>
                                        </p:attrNameLst>
                                      </p:cBhvr>
                                      <p:tavLst>
                                        <p:tav tm="0">
                                          <p:val>
                                            <p:strVal val="#ppt_x"/>
                                          </p:val>
                                        </p:tav>
                                        <p:tav tm="100000">
                                          <p:val>
                                            <p:strVal val="#ppt_x"/>
                                          </p:val>
                                        </p:tav>
                                      </p:tavLst>
                                    </p:anim>
                                    <p:anim calcmode="lin" valueType="num">
                                      <p:cBhvr additive="base">
                                        <p:cTn id="176" dur="500" fill="hold"/>
                                        <p:tgtEl>
                                          <p:spTgt spid="48"/>
                                        </p:tgtEl>
                                        <p:attrNameLst>
                                          <p:attrName>ppt_y</p:attrName>
                                        </p:attrNameLst>
                                      </p:cBhvr>
                                      <p:tavLst>
                                        <p:tav tm="0">
                                          <p:val>
                                            <p:strVal val="1+#ppt_h/2"/>
                                          </p:val>
                                        </p:tav>
                                        <p:tav tm="100000">
                                          <p:val>
                                            <p:strVal val="#ppt_y"/>
                                          </p:val>
                                        </p:tav>
                                      </p:tavLst>
                                    </p:anim>
                                  </p:childTnLst>
                                </p:cTn>
                              </p:par>
                              <p:par>
                                <p:cTn id="177" presetID="2" presetClass="entr" presetSubtype="4" fill="hold" grpId="0" nodeType="withEffect">
                                  <p:stCondLst>
                                    <p:cond delay="0"/>
                                  </p:stCondLst>
                                  <p:childTnLst>
                                    <p:set>
                                      <p:cBhvr>
                                        <p:cTn id="178" dur="1" fill="hold">
                                          <p:stCondLst>
                                            <p:cond delay="0"/>
                                          </p:stCondLst>
                                        </p:cTn>
                                        <p:tgtEl>
                                          <p:spTgt spid="49"/>
                                        </p:tgtEl>
                                        <p:attrNameLst>
                                          <p:attrName>style.visibility</p:attrName>
                                        </p:attrNameLst>
                                      </p:cBhvr>
                                      <p:to>
                                        <p:strVal val="visible"/>
                                      </p:to>
                                    </p:set>
                                    <p:anim calcmode="lin" valueType="num">
                                      <p:cBhvr additive="base">
                                        <p:cTn id="179" dur="500" fill="hold"/>
                                        <p:tgtEl>
                                          <p:spTgt spid="49"/>
                                        </p:tgtEl>
                                        <p:attrNameLst>
                                          <p:attrName>ppt_x</p:attrName>
                                        </p:attrNameLst>
                                      </p:cBhvr>
                                      <p:tavLst>
                                        <p:tav tm="0">
                                          <p:val>
                                            <p:strVal val="#ppt_x"/>
                                          </p:val>
                                        </p:tav>
                                        <p:tav tm="100000">
                                          <p:val>
                                            <p:strVal val="#ppt_x"/>
                                          </p:val>
                                        </p:tav>
                                      </p:tavLst>
                                    </p:anim>
                                    <p:anim calcmode="lin" valueType="num">
                                      <p:cBhvr additive="base">
                                        <p:cTn id="180" dur="500" fill="hold"/>
                                        <p:tgtEl>
                                          <p:spTgt spid="49"/>
                                        </p:tgtEl>
                                        <p:attrNameLst>
                                          <p:attrName>ppt_y</p:attrName>
                                        </p:attrNameLst>
                                      </p:cBhvr>
                                      <p:tavLst>
                                        <p:tav tm="0">
                                          <p:val>
                                            <p:strVal val="1+#ppt_h/2"/>
                                          </p:val>
                                        </p:tav>
                                        <p:tav tm="100000">
                                          <p:val>
                                            <p:strVal val="#ppt_y"/>
                                          </p:val>
                                        </p:tav>
                                      </p:tavLst>
                                    </p:anim>
                                  </p:childTnLst>
                                </p:cTn>
                              </p:par>
                              <p:par>
                                <p:cTn id="181" presetID="2" presetClass="entr" presetSubtype="4" fill="hold" grpId="0" nodeType="withEffect">
                                  <p:stCondLst>
                                    <p:cond delay="0"/>
                                  </p:stCondLst>
                                  <p:childTnLst>
                                    <p:set>
                                      <p:cBhvr>
                                        <p:cTn id="182" dur="1" fill="hold">
                                          <p:stCondLst>
                                            <p:cond delay="0"/>
                                          </p:stCondLst>
                                        </p:cTn>
                                        <p:tgtEl>
                                          <p:spTgt spid="50"/>
                                        </p:tgtEl>
                                        <p:attrNameLst>
                                          <p:attrName>style.visibility</p:attrName>
                                        </p:attrNameLst>
                                      </p:cBhvr>
                                      <p:to>
                                        <p:strVal val="visible"/>
                                      </p:to>
                                    </p:set>
                                    <p:anim calcmode="lin" valueType="num">
                                      <p:cBhvr additive="base">
                                        <p:cTn id="183" dur="500" fill="hold"/>
                                        <p:tgtEl>
                                          <p:spTgt spid="50"/>
                                        </p:tgtEl>
                                        <p:attrNameLst>
                                          <p:attrName>ppt_x</p:attrName>
                                        </p:attrNameLst>
                                      </p:cBhvr>
                                      <p:tavLst>
                                        <p:tav tm="0">
                                          <p:val>
                                            <p:strVal val="#ppt_x"/>
                                          </p:val>
                                        </p:tav>
                                        <p:tav tm="100000">
                                          <p:val>
                                            <p:strVal val="#ppt_x"/>
                                          </p:val>
                                        </p:tav>
                                      </p:tavLst>
                                    </p:anim>
                                    <p:anim calcmode="lin" valueType="num">
                                      <p:cBhvr additive="base">
                                        <p:cTn id="184" dur="500" fill="hold"/>
                                        <p:tgtEl>
                                          <p:spTgt spid="50"/>
                                        </p:tgtEl>
                                        <p:attrNameLst>
                                          <p:attrName>ppt_y</p:attrName>
                                        </p:attrNameLst>
                                      </p:cBhvr>
                                      <p:tavLst>
                                        <p:tav tm="0">
                                          <p:val>
                                            <p:strVal val="1+#ppt_h/2"/>
                                          </p:val>
                                        </p:tav>
                                        <p:tav tm="100000">
                                          <p:val>
                                            <p:strVal val="#ppt_y"/>
                                          </p:val>
                                        </p:tav>
                                      </p:tavLst>
                                    </p:anim>
                                  </p:childTnLst>
                                </p:cTn>
                              </p:par>
                              <p:par>
                                <p:cTn id="185" presetID="2" presetClass="entr" presetSubtype="4" fill="hold" grpId="0" nodeType="withEffect">
                                  <p:stCondLst>
                                    <p:cond delay="0"/>
                                  </p:stCondLst>
                                  <p:childTnLst>
                                    <p:set>
                                      <p:cBhvr>
                                        <p:cTn id="186" dur="1" fill="hold">
                                          <p:stCondLst>
                                            <p:cond delay="0"/>
                                          </p:stCondLst>
                                        </p:cTn>
                                        <p:tgtEl>
                                          <p:spTgt spid="51"/>
                                        </p:tgtEl>
                                        <p:attrNameLst>
                                          <p:attrName>style.visibility</p:attrName>
                                        </p:attrNameLst>
                                      </p:cBhvr>
                                      <p:to>
                                        <p:strVal val="visible"/>
                                      </p:to>
                                    </p:set>
                                    <p:anim calcmode="lin" valueType="num">
                                      <p:cBhvr additive="base">
                                        <p:cTn id="187" dur="500" fill="hold"/>
                                        <p:tgtEl>
                                          <p:spTgt spid="51"/>
                                        </p:tgtEl>
                                        <p:attrNameLst>
                                          <p:attrName>ppt_x</p:attrName>
                                        </p:attrNameLst>
                                      </p:cBhvr>
                                      <p:tavLst>
                                        <p:tav tm="0">
                                          <p:val>
                                            <p:strVal val="#ppt_x"/>
                                          </p:val>
                                        </p:tav>
                                        <p:tav tm="100000">
                                          <p:val>
                                            <p:strVal val="#ppt_x"/>
                                          </p:val>
                                        </p:tav>
                                      </p:tavLst>
                                    </p:anim>
                                    <p:anim calcmode="lin" valueType="num">
                                      <p:cBhvr additive="base">
                                        <p:cTn id="188" dur="500" fill="hold"/>
                                        <p:tgtEl>
                                          <p:spTgt spid="51"/>
                                        </p:tgtEl>
                                        <p:attrNameLst>
                                          <p:attrName>ppt_y</p:attrName>
                                        </p:attrNameLst>
                                      </p:cBhvr>
                                      <p:tavLst>
                                        <p:tav tm="0">
                                          <p:val>
                                            <p:strVal val="1+#ppt_h/2"/>
                                          </p:val>
                                        </p:tav>
                                        <p:tav tm="100000">
                                          <p:val>
                                            <p:strVal val="#ppt_y"/>
                                          </p:val>
                                        </p:tav>
                                      </p:tavLst>
                                    </p:anim>
                                  </p:childTnLst>
                                </p:cTn>
                              </p:par>
                              <p:par>
                                <p:cTn id="189" presetID="2" presetClass="entr" presetSubtype="4" fill="hold" grpId="0" nodeType="withEffect">
                                  <p:stCondLst>
                                    <p:cond delay="0"/>
                                  </p:stCondLst>
                                  <p:childTnLst>
                                    <p:set>
                                      <p:cBhvr>
                                        <p:cTn id="190" dur="1" fill="hold">
                                          <p:stCondLst>
                                            <p:cond delay="0"/>
                                          </p:stCondLst>
                                        </p:cTn>
                                        <p:tgtEl>
                                          <p:spTgt spid="52"/>
                                        </p:tgtEl>
                                        <p:attrNameLst>
                                          <p:attrName>style.visibility</p:attrName>
                                        </p:attrNameLst>
                                      </p:cBhvr>
                                      <p:to>
                                        <p:strVal val="visible"/>
                                      </p:to>
                                    </p:set>
                                    <p:anim calcmode="lin" valueType="num">
                                      <p:cBhvr additive="base">
                                        <p:cTn id="191" dur="500" fill="hold"/>
                                        <p:tgtEl>
                                          <p:spTgt spid="52"/>
                                        </p:tgtEl>
                                        <p:attrNameLst>
                                          <p:attrName>ppt_x</p:attrName>
                                        </p:attrNameLst>
                                      </p:cBhvr>
                                      <p:tavLst>
                                        <p:tav tm="0">
                                          <p:val>
                                            <p:strVal val="#ppt_x"/>
                                          </p:val>
                                        </p:tav>
                                        <p:tav tm="100000">
                                          <p:val>
                                            <p:strVal val="#ppt_x"/>
                                          </p:val>
                                        </p:tav>
                                      </p:tavLst>
                                    </p:anim>
                                    <p:anim calcmode="lin" valueType="num">
                                      <p:cBhvr additive="base">
                                        <p:cTn id="192" dur="500" fill="hold"/>
                                        <p:tgtEl>
                                          <p:spTgt spid="52"/>
                                        </p:tgtEl>
                                        <p:attrNameLst>
                                          <p:attrName>ppt_y</p:attrName>
                                        </p:attrNameLst>
                                      </p:cBhvr>
                                      <p:tavLst>
                                        <p:tav tm="0">
                                          <p:val>
                                            <p:strVal val="1+#ppt_h/2"/>
                                          </p:val>
                                        </p:tav>
                                        <p:tav tm="100000">
                                          <p:val>
                                            <p:strVal val="#ppt_y"/>
                                          </p:val>
                                        </p:tav>
                                      </p:tavLst>
                                    </p:anim>
                                  </p:childTnLst>
                                </p:cTn>
                              </p:par>
                              <p:par>
                                <p:cTn id="193" presetID="2" presetClass="entr" presetSubtype="4" fill="hold" grpId="0" nodeType="withEffect">
                                  <p:stCondLst>
                                    <p:cond delay="0"/>
                                  </p:stCondLst>
                                  <p:childTnLst>
                                    <p:set>
                                      <p:cBhvr>
                                        <p:cTn id="194" dur="1" fill="hold">
                                          <p:stCondLst>
                                            <p:cond delay="0"/>
                                          </p:stCondLst>
                                        </p:cTn>
                                        <p:tgtEl>
                                          <p:spTgt spid="53"/>
                                        </p:tgtEl>
                                        <p:attrNameLst>
                                          <p:attrName>style.visibility</p:attrName>
                                        </p:attrNameLst>
                                      </p:cBhvr>
                                      <p:to>
                                        <p:strVal val="visible"/>
                                      </p:to>
                                    </p:set>
                                    <p:anim calcmode="lin" valueType="num">
                                      <p:cBhvr additive="base">
                                        <p:cTn id="195" dur="500" fill="hold"/>
                                        <p:tgtEl>
                                          <p:spTgt spid="53"/>
                                        </p:tgtEl>
                                        <p:attrNameLst>
                                          <p:attrName>ppt_x</p:attrName>
                                        </p:attrNameLst>
                                      </p:cBhvr>
                                      <p:tavLst>
                                        <p:tav tm="0">
                                          <p:val>
                                            <p:strVal val="#ppt_x"/>
                                          </p:val>
                                        </p:tav>
                                        <p:tav tm="100000">
                                          <p:val>
                                            <p:strVal val="#ppt_x"/>
                                          </p:val>
                                        </p:tav>
                                      </p:tavLst>
                                    </p:anim>
                                    <p:anim calcmode="lin" valueType="num">
                                      <p:cBhvr additive="base">
                                        <p:cTn id="196" dur="500" fill="hold"/>
                                        <p:tgtEl>
                                          <p:spTgt spid="53"/>
                                        </p:tgtEl>
                                        <p:attrNameLst>
                                          <p:attrName>ppt_y</p:attrName>
                                        </p:attrNameLst>
                                      </p:cBhvr>
                                      <p:tavLst>
                                        <p:tav tm="0">
                                          <p:val>
                                            <p:strVal val="1+#ppt_h/2"/>
                                          </p:val>
                                        </p:tav>
                                        <p:tav tm="100000">
                                          <p:val>
                                            <p:strVal val="#ppt_y"/>
                                          </p:val>
                                        </p:tav>
                                      </p:tavLst>
                                    </p:anim>
                                  </p:childTnLst>
                                </p:cTn>
                              </p:par>
                              <p:par>
                                <p:cTn id="197" presetID="2" presetClass="entr" presetSubtype="4" fill="hold" grpId="0" nodeType="withEffect">
                                  <p:stCondLst>
                                    <p:cond delay="0"/>
                                  </p:stCondLst>
                                  <p:childTnLst>
                                    <p:set>
                                      <p:cBhvr>
                                        <p:cTn id="198" dur="1" fill="hold">
                                          <p:stCondLst>
                                            <p:cond delay="0"/>
                                          </p:stCondLst>
                                        </p:cTn>
                                        <p:tgtEl>
                                          <p:spTgt spid="54"/>
                                        </p:tgtEl>
                                        <p:attrNameLst>
                                          <p:attrName>style.visibility</p:attrName>
                                        </p:attrNameLst>
                                      </p:cBhvr>
                                      <p:to>
                                        <p:strVal val="visible"/>
                                      </p:to>
                                    </p:set>
                                    <p:anim calcmode="lin" valueType="num">
                                      <p:cBhvr additive="base">
                                        <p:cTn id="199" dur="500" fill="hold"/>
                                        <p:tgtEl>
                                          <p:spTgt spid="54"/>
                                        </p:tgtEl>
                                        <p:attrNameLst>
                                          <p:attrName>ppt_x</p:attrName>
                                        </p:attrNameLst>
                                      </p:cBhvr>
                                      <p:tavLst>
                                        <p:tav tm="0">
                                          <p:val>
                                            <p:strVal val="#ppt_x"/>
                                          </p:val>
                                        </p:tav>
                                        <p:tav tm="100000">
                                          <p:val>
                                            <p:strVal val="#ppt_x"/>
                                          </p:val>
                                        </p:tav>
                                      </p:tavLst>
                                    </p:anim>
                                    <p:anim calcmode="lin" valueType="num">
                                      <p:cBhvr additive="base">
                                        <p:cTn id="200" dur="500" fill="hold"/>
                                        <p:tgtEl>
                                          <p:spTgt spid="54"/>
                                        </p:tgtEl>
                                        <p:attrNameLst>
                                          <p:attrName>ppt_y</p:attrName>
                                        </p:attrNameLst>
                                      </p:cBhvr>
                                      <p:tavLst>
                                        <p:tav tm="0">
                                          <p:val>
                                            <p:strVal val="1+#ppt_h/2"/>
                                          </p:val>
                                        </p:tav>
                                        <p:tav tm="100000">
                                          <p:val>
                                            <p:strVal val="#ppt_y"/>
                                          </p:val>
                                        </p:tav>
                                      </p:tavLst>
                                    </p:anim>
                                  </p:childTnLst>
                                </p:cTn>
                              </p:par>
                              <p:par>
                                <p:cTn id="201" presetID="2" presetClass="entr" presetSubtype="4" fill="hold" grpId="0" nodeType="withEffect">
                                  <p:stCondLst>
                                    <p:cond delay="0"/>
                                  </p:stCondLst>
                                  <p:childTnLst>
                                    <p:set>
                                      <p:cBhvr>
                                        <p:cTn id="202" dur="1" fill="hold">
                                          <p:stCondLst>
                                            <p:cond delay="0"/>
                                          </p:stCondLst>
                                        </p:cTn>
                                        <p:tgtEl>
                                          <p:spTgt spid="55"/>
                                        </p:tgtEl>
                                        <p:attrNameLst>
                                          <p:attrName>style.visibility</p:attrName>
                                        </p:attrNameLst>
                                      </p:cBhvr>
                                      <p:to>
                                        <p:strVal val="visible"/>
                                      </p:to>
                                    </p:set>
                                    <p:anim calcmode="lin" valueType="num">
                                      <p:cBhvr additive="base">
                                        <p:cTn id="203" dur="500" fill="hold"/>
                                        <p:tgtEl>
                                          <p:spTgt spid="55"/>
                                        </p:tgtEl>
                                        <p:attrNameLst>
                                          <p:attrName>ppt_x</p:attrName>
                                        </p:attrNameLst>
                                      </p:cBhvr>
                                      <p:tavLst>
                                        <p:tav tm="0">
                                          <p:val>
                                            <p:strVal val="#ppt_x"/>
                                          </p:val>
                                        </p:tav>
                                        <p:tav tm="100000">
                                          <p:val>
                                            <p:strVal val="#ppt_x"/>
                                          </p:val>
                                        </p:tav>
                                      </p:tavLst>
                                    </p:anim>
                                    <p:anim calcmode="lin" valueType="num">
                                      <p:cBhvr additive="base">
                                        <p:cTn id="204" dur="500" fill="hold"/>
                                        <p:tgtEl>
                                          <p:spTgt spid="55"/>
                                        </p:tgtEl>
                                        <p:attrNameLst>
                                          <p:attrName>ppt_y</p:attrName>
                                        </p:attrNameLst>
                                      </p:cBhvr>
                                      <p:tavLst>
                                        <p:tav tm="0">
                                          <p:val>
                                            <p:strVal val="1+#ppt_h/2"/>
                                          </p:val>
                                        </p:tav>
                                        <p:tav tm="100000">
                                          <p:val>
                                            <p:strVal val="#ppt_y"/>
                                          </p:val>
                                        </p:tav>
                                      </p:tavLst>
                                    </p:anim>
                                  </p:childTnLst>
                                </p:cTn>
                              </p:par>
                              <p:par>
                                <p:cTn id="205" presetID="2" presetClass="entr" presetSubtype="4" fill="hold" grpId="0" nodeType="withEffect">
                                  <p:stCondLst>
                                    <p:cond delay="0"/>
                                  </p:stCondLst>
                                  <p:childTnLst>
                                    <p:set>
                                      <p:cBhvr>
                                        <p:cTn id="206" dur="1" fill="hold">
                                          <p:stCondLst>
                                            <p:cond delay="0"/>
                                          </p:stCondLst>
                                        </p:cTn>
                                        <p:tgtEl>
                                          <p:spTgt spid="56"/>
                                        </p:tgtEl>
                                        <p:attrNameLst>
                                          <p:attrName>style.visibility</p:attrName>
                                        </p:attrNameLst>
                                      </p:cBhvr>
                                      <p:to>
                                        <p:strVal val="visible"/>
                                      </p:to>
                                    </p:set>
                                    <p:anim calcmode="lin" valueType="num">
                                      <p:cBhvr additive="base">
                                        <p:cTn id="207" dur="500" fill="hold"/>
                                        <p:tgtEl>
                                          <p:spTgt spid="56"/>
                                        </p:tgtEl>
                                        <p:attrNameLst>
                                          <p:attrName>ppt_x</p:attrName>
                                        </p:attrNameLst>
                                      </p:cBhvr>
                                      <p:tavLst>
                                        <p:tav tm="0">
                                          <p:val>
                                            <p:strVal val="#ppt_x"/>
                                          </p:val>
                                        </p:tav>
                                        <p:tav tm="100000">
                                          <p:val>
                                            <p:strVal val="#ppt_x"/>
                                          </p:val>
                                        </p:tav>
                                      </p:tavLst>
                                    </p:anim>
                                    <p:anim calcmode="lin" valueType="num">
                                      <p:cBhvr additive="base">
                                        <p:cTn id="208" dur="500" fill="hold"/>
                                        <p:tgtEl>
                                          <p:spTgt spid="56"/>
                                        </p:tgtEl>
                                        <p:attrNameLst>
                                          <p:attrName>ppt_y</p:attrName>
                                        </p:attrNameLst>
                                      </p:cBhvr>
                                      <p:tavLst>
                                        <p:tav tm="0">
                                          <p:val>
                                            <p:strVal val="1+#ppt_h/2"/>
                                          </p:val>
                                        </p:tav>
                                        <p:tav tm="100000">
                                          <p:val>
                                            <p:strVal val="#ppt_y"/>
                                          </p:val>
                                        </p:tav>
                                      </p:tavLst>
                                    </p:anim>
                                  </p:childTnLst>
                                </p:cTn>
                              </p:par>
                              <p:par>
                                <p:cTn id="209" presetID="2" presetClass="entr" presetSubtype="4" fill="hold" grpId="0" nodeType="withEffect">
                                  <p:stCondLst>
                                    <p:cond delay="0"/>
                                  </p:stCondLst>
                                  <p:childTnLst>
                                    <p:set>
                                      <p:cBhvr>
                                        <p:cTn id="210" dur="1" fill="hold">
                                          <p:stCondLst>
                                            <p:cond delay="0"/>
                                          </p:stCondLst>
                                        </p:cTn>
                                        <p:tgtEl>
                                          <p:spTgt spid="57"/>
                                        </p:tgtEl>
                                        <p:attrNameLst>
                                          <p:attrName>style.visibility</p:attrName>
                                        </p:attrNameLst>
                                      </p:cBhvr>
                                      <p:to>
                                        <p:strVal val="visible"/>
                                      </p:to>
                                    </p:set>
                                    <p:anim calcmode="lin" valueType="num">
                                      <p:cBhvr additive="base">
                                        <p:cTn id="211" dur="500" fill="hold"/>
                                        <p:tgtEl>
                                          <p:spTgt spid="57"/>
                                        </p:tgtEl>
                                        <p:attrNameLst>
                                          <p:attrName>ppt_x</p:attrName>
                                        </p:attrNameLst>
                                      </p:cBhvr>
                                      <p:tavLst>
                                        <p:tav tm="0">
                                          <p:val>
                                            <p:strVal val="#ppt_x"/>
                                          </p:val>
                                        </p:tav>
                                        <p:tav tm="100000">
                                          <p:val>
                                            <p:strVal val="#ppt_x"/>
                                          </p:val>
                                        </p:tav>
                                      </p:tavLst>
                                    </p:anim>
                                    <p:anim calcmode="lin" valueType="num">
                                      <p:cBhvr additive="base">
                                        <p:cTn id="212" dur="500" fill="hold"/>
                                        <p:tgtEl>
                                          <p:spTgt spid="5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sp>
        <p:nvSpPr>
          <p:cNvPr id="58" name="Google Shape;105;p27">
            <a:extLst>
              <a:ext uri="{FF2B5EF4-FFF2-40B4-BE49-F238E27FC236}">
                <a16:creationId xmlns:a16="http://schemas.microsoft.com/office/drawing/2014/main" id="{9AC9ABE0-2722-3DF4-1A83-157BAA2E88F6}"/>
              </a:ext>
            </a:extLst>
          </p:cNvPr>
          <p:cNvSpPr/>
          <p:nvPr/>
        </p:nvSpPr>
        <p:spPr>
          <a:xfrm rot="5400000">
            <a:off x="-660076" y="646210"/>
            <a:ext cx="2201895" cy="881743"/>
          </a:xfrm>
          <a:prstGeom prst="triangle">
            <a:avLst>
              <a:gd name="adj" fmla="val 50411"/>
            </a:avLst>
          </a:prstGeom>
          <a:solidFill>
            <a:schemeClr val="accent1">
              <a:lumMod val="75000"/>
            </a:schemeClr>
          </a:solidFill>
          <a:ln/>
        </p:spPr>
        <p:style>
          <a:lnRef idx="2">
            <a:schemeClr val="accent1"/>
          </a:lnRef>
          <a:fillRef idx="1">
            <a:schemeClr val="lt1"/>
          </a:fillRef>
          <a:effectRef idx="0">
            <a:schemeClr val="accent1"/>
          </a:effectRef>
          <a:fontRef idx="minor">
            <a:schemeClr val="dk1"/>
          </a:fontRef>
        </p:style>
        <p:txBody>
          <a:bodyPr spcFirstLastPara="1" wrap="square" lIns="121900" tIns="121900" rIns="121900" bIns="121900" anchor="ctr" anchorCtr="0">
            <a:noAutofit/>
          </a:bodyPr>
          <a:lstStyle/>
          <a:p>
            <a:endParaRPr sz="2400"/>
          </a:p>
        </p:txBody>
      </p:sp>
      <p:sp>
        <p:nvSpPr>
          <p:cNvPr id="59" name="Google Shape;105;p27">
            <a:extLst>
              <a:ext uri="{FF2B5EF4-FFF2-40B4-BE49-F238E27FC236}">
                <a16:creationId xmlns:a16="http://schemas.microsoft.com/office/drawing/2014/main" id="{0092E369-ED83-945B-F61F-5E088A89C257}"/>
              </a:ext>
            </a:extLst>
          </p:cNvPr>
          <p:cNvSpPr/>
          <p:nvPr/>
        </p:nvSpPr>
        <p:spPr>
          <a:xfrm rot="16200000">
            <a:off x="10650181" y="5330638"/>
            <a:ext cx="2201895" cy="881743"/>
          </a:xfrm>
          <a:prstGeom prst="triangle">
            <a:avLst>
              <a:gd name="adj" fmla="val 50411"/>
            </a:avLst>
          </a:prstGeom>
          <a:solidFill>
            <a:schemeClr val="accent1">
              <a:lumMod val="75000"/>
            </a:schemeClr>
          </a:solidFill>
          <a:ln>
            <a:solidFill>
              <a:schemeClr val="accent1"/>
            </a:solidFill>
          </a:ln>
        </p:spPr>
        <p:txBody>
          <a:bodyPr spcFirstLastPara="1" wrap="square" lIns="121900" tIns="121900" rIns="121900" bIns="121900" anchor="ctr" anchorCtr="0">
            <a:noAutofit/>
          </a:bodyPr>
          <a:lstStyle/>
          <a:p>
            <a:endParaRPr sz="2400"/>
          </a:p>
        </p:txBody>
      </p:sp>
      <p:sp>
        <p:nvSpPr>
          <p:cNvPr id="2" name="Shape 0"/>
          <p:cNvSpPr/>
          <p:nvPr/>
        </p:nvSpPr>
        <p:spPr>
          <a:xfrm>
            <a:off x="548640" y="502920"/>
            <a:ext cx="164592" cy="164592"/>
          </a:xfrm>
          <a:prstGeom prst="rect">
            <a:avLst/>
          </a:prstGeom>
          <a:solidFill>
            <a:srgbClr val="06B6D4"/>
          </a:solidFill>
          <a:ln w="12700">
            <a:solidFill>
              <a:srgbClr val="06B6D4"/>
            </a:solidFill>
            <a:prstDash val="solid"/>
          </a:ln>
        </p:spPr>
        <p:txBody>
          <a:bodyPr/>
          <a:lstStyle/>
          <a:p>
            <a:endParaRPr lang="fr-FR"/>
          </a:p>
        </p:txBody>
      </p:sp>
      <p:sp>
        <p:nvSpPr>
          <p:cNvPr id="3" name="Text 1"/>
          <p:cNvSpPr/>
          <p:nvPr/>
        </p:nvSpPr>
        <p:spPr>
          <a:xfrm>
            <a:off x="777240" y="411480"/>
            <a:ext cx="2011680" cy="320040"/>
          </a:xfrm>
          <a:prstGeom prst="rect">
            <a:avLst/>
          </a:prstGeom>
          <a:noFill/>
          <a:ln/>
        </p:spPr>
        <p:txBody>
          <a:bodyPr wrap="square" rtlCol="0" anchor="ctr"/>
          <a:lstStyle/>
          <a:p>
            <a:pPr marL="0" indent="0">
              <a:buNone/>
            </a:pPr>
            <a:r>
              <a:rPr lang="en-US" sz="1100" b="1" kern="0" spc="200" dirty="0">
                <a:solidFill>
                  <a:srgbClr val="0F172A"/>
                </a:solidFill>
                <a:latin typeface="Calibri" pitchFamily="34" charset="0"/>
                <a:ea typeface="Calibri" pitchFamily="34" charset="-122"/>
                <a:cs typeface="Calibri" pitchFamily="34" charset="-120"/>
              </a:rPr>
              <a:t>Syndic IA</a:t>
            </a:r>
            <a:endParaRPr lang="en-US" sz="1100" dirty="0"/>
          </a:p>
        </p:txBody>
      </p:sp>
      <p:sp>
        <p:nvSpPr>
          <p:cNvPr id="4" name="Text 2"/>
          <p:cNvSpPr/>
          <p:nvPr/>
        </p:nvSpPr>
        <p:spPr>
          <a:xfrm>
            <a:off x="548640" y="914400"/>
            <a:ext cx="5486400" cy="320040"/>
          </a:xfrm>
          <a:prstGeom prst="rect">
            <a:avLst/>
          </a:prstGeom>
          <a:noFill/>
          <a:ln/>
        </p:spPr>
        <p:txBody>
          <a:bodyPr wrap="square" rtlCol="0" anchor="ctr"/>
          <a:lstStyle/>
          <a:p>
            <a:pPr marL="0" indent="0">
              <a:buNone/>
            </a:pPr>
            <a:r>
              <a:rPr lang="en-US" sz="1200" b="1" kern="0" spc="400" dirty="0">
                <a:solidFill>
                  <a:srgbClr val="06B6D4"/>
                </a:solidFill>
                <a:latin typeface="Calibri" pitchFamily="34" charset="0"/>
                <a:ea typeface="Calibri" pitchFamily="34" charset="-122"/>
                <a:cs typeface="Calibri" pitchFamily="34" charset="-120"/>
              </a:rPr>
              <a:t>10 · TICKETS</a:t>
            </a:r>
            <a:endParaRPr lang="en-US" sz="1200" dirty="0"/>
          </a:p>
        </p:txBody>
      </p:sp>
      <p:sp>
        <p:nvSpPr>
          <p:cNvPr id="5" name="Text 3"/>
          <p:cNvSpPr/>
          <p:nvPr/>
        </p:nvSpPr>
        <p:spPr>
          <a:xfrm>
            <a:off x="548640" y="1234440"/>
            <a:ext cx="10972800" cy="822960"/>
          </a:xfrm>
          <a:prstGeom prst="rect">
            <a:avLst/>
          </a:prstGeom>
          <a:noFill/>
          <a:ln/>
        </p:spPr>
        <p:txBody>
          <a:bodyPr wrap="square" lIns="0" tIns="0" rIns="0" bIns="0" rtlCol="0" anchor="ctr"/>
          <a:lstStyle/>
          <a:p>
            <a:pPr marL="0" indent="0">
              <a:buNone/>
            </a:pPr>
            <a:r>
              <a:rPr lang="en-US" sz="3600" b="1" dirty="0">
                <a:solidFill>
                  <a:srgbClr val="0F172A"/>
                </a:solidFill>
                <a:latin typeface="Georgia" pitchFamily="34" charset="0"/>
                <a:ea typeface="Georgia" pitchFamily="34" charset="-122"/>
                <a:cs typeface="Georgia" pitchFamily="34" charset="-120"/>
              </a:rPr>
              <a:t>Cycle de vie d'une réclamation</a:t>
            </a:r>
            <a:endParaRPr lang="en-US" sz="3600" dirty="0"/>
          </a:p>
        </p:txBody>
      </p:sp>
      <p:sp>
        <p:nvSpPr>
          <p:cNvPr id="6" name="Shape 4"/>
          <p:cNvSpPr/>
          <p:nvPr/>
        </p:nvSpPr>
        <p:spPr>
          <a:xfrm>
            <a:off x="914400" y="3086100"/>
            <a:ext cx="10362895" cy="0"/>
          </a:xfrm>
          <a:prstGeom prst="line">
            <a:avLst/>
          </a:prstGeom>
          <a:noFill/>
          <a:ln w="50800">
            <a:solidFill>
              <a:srgbClr val="E2E8F0"/>
            </a:solidFill>
            <a:prstDash val="solid"/>
          </a:ln>
        </p:spPr>
        <p:txBody>
          <a:bodyPr/>
          <a:lstStyle/>
          <a:p>
            <a:endParaRPr lang="fr-FR"/>
          </a:p>
        </p:txBody>
      </p:sp>
      <p:sp>
        <p:nvSpPr>
          <p:cNvPr id="7" name="Shape 5"/>
          <p:cNvSpPr/>
          <p:nvPr/>
        </p:nvSpPr>
        <p:spPr>
          <a:xfrm>
            <a:off x="594360" y="2766060"/>
            <a:ext cx="640080" cy="640080"/>
          </a:xfrm>
          <a:prstGeom prst="ellipse">
            <a:avLst/>
          </a:prstGeom>
          <a:solidFill>
            <a:srgbClr val="1E3A8A"/>
          </a:solidFill>
          <a:ln w="38100">
            <a:solidFill>
              <a:srgbClr val="06B6D4"/>
            </a:solidFill>
            <a:prstDash val="solid"/>
          </a:ln>
        </p:spPr>
        <p:txBody>
          <a:bodyPr/>
          <a:lstStyle/>
          <a:p>
            <a:endParaRPr lang="fr-FR"/>
          </a:p>
        </p:txBody>
      </p:sp>
      <p:pic>
        <p:nvPicPr>
          <p:cNvPr id="8" name="Image 0" descr="preencoded.png"/>
          <p:cNvPicPr>
            <a:picLocks noChangeAspect="1"/>
          </p:cNvPicPr>
          <p:nvPr/>
        </p:nvPicPr>
        <p:blipFill>
          <a:blip r:embed="rId3"/>
          <a:stretch>
            <a:fillRect/>
          </a:stretch>
        </p:blipFill>
        <p:spPr>
          <a:xfrm>
            <a:off x="731520" y="2903220"/>
            <a:ext cx="365760" cy="365760"/>
          </a:xfrm>
          <a:prstGeom prst="rect">
            <a:avLst/>
          </a:prstGeom>
        </p:spPr>
      </p:pic>
      <p:sp>
        <p:nvSpPr>
          <p:cNvPr id="9" name="Text 6"/>
          <p:cNvSpPr/>
          <p:nvPr/>
        </p:nvSpPr>
        <p:spPr>
          <a:xfrm>
            <a:off x="91440" y="2263140"/>
            <a:ext cx="1645920" cy="274320"/>
          </a:xfrm>
          <a:prstGeom prst="rect">
            <a:avLst/>
          </a:prstGeom>
          <a:noFill/>
          <a:ln/>
        </p:spPr>
        <p:txBody>
          <a:bodyPr wrap="square" lIns="0" tIns="0" rIns="0" bIns="0" rtlCol="0" anchor="ctr"/>
          <a:lstStyle/>
          <a:p>
            <a:pPr marL="0" indent="0" algn="ctr">
              <a:buNone/>
            </a:pPr>
            <a:r>
              <a:rPr lang="en-US" sz="1000" b="1" kern="0" spc="300" dirty="0">
                <a:solidFill>
                  <a:srgbClr val="06B6D4"/>
                </a:solidFill>
                <a:latin typeface="Calibri" pitchFamily="34" charset="0"/>
                <a:ea typeface="Calibri" pitchFamily="34" charset="-122"/>
                <a:cs typeface="Calibri" pitchFamily="34" charset="-120"/>
              </a:rPr>
              <a:t>Étape 1</a:t>
            </a:r>
            <a:endParaRPr lang="en-US" sz="1000" dirty="0"/>
          </a:p>
        </p:txBody>
      </p:sp>
      <p:sp>
        <p:nvSpPr>
          <p:cNvPr id="10" name="Text 7"/>
          <p:cNvSpPr/>
          <p:nvPr/>
        </p:nvSpPr>
        <p:spPr>
          <a:xfrm>
            <a:off x="0" y="3543300"/>
            <a:ext cx="1828800" cy="365760"/>
          </a:xfrm>
          <a:prstGeom prst="rect">
            <a:avLst/>
          </a:prstGeom>
          <a:noFill/>
          <a:ln/>
        </p:spPr>
        <p:txBody>
          <a:bodyPr wrap="square" lIns="0" tIns="0" rIns="0" bIns="0" rtlCol="0" anchor="ctr"/>
          <a:lstStyle/>
          <a:p>
            <a:pPr marL="0" indent="0" algn="ctr">
              <a:buNone/>
            </a:pPr>
            <a:r>
              <a:rPr lang="en-US" sz="1300" b="1" dirty="0">
                <a:solidFill>
                  <a:srgbClr val="0F172A"/>
                </a:solidFill>
                <a:latin typeface="Calibri" pitchFamily="34" charset="0"/>
                <a:ea typeface="Calibri" pitchFamily="34" charset="-122"/>
                <a:cs typeface="Calibri" pitchFamily="34" charset="-120"/>
              </a:rPr>
              <a:t>Création</a:t>
            </a:r>
            <a:endParaRPr lang="en-US" sz="1300" dirty="0"/>
          </a:p>
        </p:txBody>
      </p:sp>
      <p:sp>
        <p:nvSpPr>
          <p:cNvPr id="11" name="Text 8"/>
          <p:cNvSpPr/>
          <p:nvPr/>
        </p:nvSpPr>
        <p:spPr>
          <a:xfrm>
            <a:off x="0" y="3909060"/>
            <a:ext cx="1828800" cy="548640"/>
          </a:xfrm>
          <a:prstGeom prst="rect">
            <a:avLst/>
          </a:prstGeom>
          <a:noFill/>
          <a:ln/>
        </p:spPr>
        <p:txBody>
          <a:bodyPr wrap="square" lIns="0" tIns="0" rIns="0" bIns="0" rtlCol="0" anchor="ctr"/>
          <a:lstStyle/>
          <a:p>
            <a:pPr marL="0" indent="0" algn="ctr">
              <a:buNone/>
            </a:pPr>
            <a:r>
              <a:rPr lang="en-US" sz="1100" dirty="0">
                <a:solidFill>
                  <a:srgbClr val="475569"/>
                </a:solidFill>
                <a:latin typeface="Calibri" pitchFamily="34" charset="0"/>
                <a:ea typeface="Calibri" pitchFamily="34" charset="-122"/>
                <a:cs typeface="Calibri" pitchFamily="34" charset="-120"/>
              </a:rPr>
              <a:t>Auto à la réception du message</a:t>
            </a:r>
            <a:endParaRPr lang="en-US" sz="1100" dirty="0"/>
          </a:p>
        </p:txBody>
      </p:sp>
      <p:sp>
        <p:nvSpPr>
          <p:cNvPr id="12" name="Shape 9"/>
          <p:cNvSpPr/>
          <p:nvPr/>
        </p:nvSpPr>
        <p:spPr>
          <a:xfrm>
            <a:off x="2666939" y="2766060"/>
            <a:ext cx="640080" cy="640080"/>
          </a:xfrm>
          <a:prstGeom prst="ellipse">
            <a:avLst/>
          </a:prstGeom>
          <a:solidFill>
            <a:srgbClr val="1E3A8A"/>
          </a:solidFill>
          <a:ln w="38100">
            <a:solidFill>
              <a:srgbClr val="06B6D4"/>
            </a:solidFill>
            <a:prstDash val="solid"/>
          </a:ln>
        </p:spPr>
        <p:txBody>
          <a:bodyPr/>
          <a:lstStyle/>
          <a:p>
            <a:endParaRPr lang="fr-FR"/>
          </a:p>
        </p:txBody>
      </p:sp>
      <p:pic>
        <p:nvPicPr>
          <p:cNvPr id="13" name="Image 1" descr="preencoded.png"/>
          <p:cNvPicPr>
            <a:picLocks noChangeAspect="1"/>
          </p:cNvPicPr>
          <p:nvPr/>
        </p:nvPicPr>
        <p:blipFill>
          <a:blip r:embed="rId4"/>
          <a:stretch>
            <a:fillRect/>
          </a:stretch>
        </p:blipFill>
        <p:spPr>
          <a:xfrm>
            <a:off x="2804099" y="2903220"/>
            <a:ext cx="365760" cy="365760"/>
          </a:xfrm>
          <a:prstGeom prst="rect">
            <a:avLst/>
          </a:prstGeom>
        </p:spPr>
      </p:pic>
      <p:sp>
        <p:nvSpPr>
          <p:cNvPr id="14" name="Text 10"/>
          <p:cNvSpPr/>
          <p:nvPr/>
        </p:nvSpPr>
        <p:spPr>
          <a:xfrm>
            <a:off x="2164019" y="2263140"/>
            <a:ext cx="1645920" cy="274320"/>
          </a:xfrm>
          <a:prstGeom prst="rect">
            <a:avLst/>
          </a:prstGeom>
          <a:noFill/>
          <a:ln/>
        </p:spPr>
        <p:txBody>
          <a:bodyPr wrap="square" lIns="0" tIns="0" rIns="0" bIns="0" rtlCol="0" anchor="ctr"/>
          <a:lstStyle/>
          <a:p>
            <a:pPr marL="0" indent="0" algn="ctr">
              <a:buNone/>
            </a:pPr>
            <a:r>
              <a:rPr lang="en-US" sz="1000" b="1" kern="0" spc="300" dirty="0">
                <a:solidFill>
                  <a:srgbClr val="06B6D4"/>
                </a:solidFill>
                <a:latin typeface="Calibri" pitchFamily="34" charset="0"/>
                <a:ea typeface="Calibri" pitchFamily="34" charset="-122"/>
                <a:cs typeface="Calibri" pitchFamily="34" charset="-120"/>
              </a:rPr>
              <a:t>Étape 2</a:t>
            </a:r>
            <a:endParaRPr lang="en-US" sz="1000" dirty="0"/>
          </a:p>
        </p:txBody>
      </p:sp>
      <p:sp>
        <p:nvSpPr>
          <p:cNvPr id="15" name="Text 11"/>
          <p:cNvSpPr/>
          <p:nvPr/>
        </p:nvSpPr>
        <p:spPr>
          <a:xfrm>
            <a:off x="2072579" y="3543300"/>
            <a:ext cx="1828800" cy="365760"/>
          </a:xfrm>
          <a:prstGeom prst="rect">
            <a:avLst/>
          </a:prstGeom>
          <a:noFill/>
          <a:ln/>
        </p:spPr>
        <p:txBody>
          <a:bodyPr wrap="square" lIns="0" tIns="0" rIns="0" bIns="0" rtlCol="0" anchor="ctr"/>
          <a:lstStyle/>
          <a:p>
            <a:pPr marL="0" indent="0" algn="ctr">
              <a:buNone/>
            </a:pPr>
            <a:r>
              <a:rPr lang="en-US" sz="1300" b="1" dirty="0">
                <a:solidFill>
                  <a:srgbClr val="0F172A"/>
                </a:solidFill>
                <a:latin typeface="Calibri" pitchFamily="34" charset="0"/>
                <a:ea typeface="Calibri" pitchFamily="34" charset="-122"/>
                <a:cs typeface="Calibri" pitchFamily="34" charset="-120"/>
              </a:rPr>
              <a:t>Classification IA</a:t>
            </a:r>
            <a:endParaRPr lang="en-US" sz="1300" dirty="0"/>
          </a:p>
        </p:txBody>
      </p:sp>
      <p:sp>
        <p:nvSpPr>
          <p:cNvPr id="16" name="Text 12"/>
          <p:cNvSpPr/>
          <p:nvPr/>
        </p:nvSpPr>
        <p:spPr>
          <a:xfrm>
            <a:off x="2072579" y="3909060"/>
            <a:ext cx="1828800" cy="548640"/>
          </a:xfrm>
          <a:prstGeom prst="rect">
            <a:avLst/>
          </a:prstGeom>
          <a:noFill/>
          <a:ln/>
        </p:spPr>
        <p:txBody>
          <a:bodyPr wrap="square" lIns="0" tIns="0" rIns="0" bIns="0" rtlCol="0" anchor="ctr"/>
          <a:lstStyle/>
          <a:p>
            <a:pPr marL="0" indent="0" algn="ctr">
              <a:buNone/>
            </a:pPr>
            <a:r>
              <a:rPr lang="en-US" sz="1100" dirty="0">
                <a:solidFill>
                  <a:srgbClr val="475569"/>
                </a:solidFill>
                <a:latin typeface="Calibri" pitchFamily="34" charset="0"/>
                <a:ea typeface="Calibri" pitchFamily="34" charset="-122"/>
                <a:cs typeface="Calibri" pitchFamily="34" charset="-120"/>
              </a:rPr>
              <a:t>Catégorie + sentiment + action</a:t>
            </a:r>
            <a:endParaRPr lang="en-US" sz="1100" dirty="0"/>
          </a:p>
        </p:txBody>
      </p:sp>
      <p:sp>
        <p:nvSpPr>
          <p:cNvPr id="17" name="Shape 13"/>
          <p:cNvSpPr/>
          <p:nvPr/>
        </p:nvSpPr>
        <p:spPr>
          <a:xfrm>
            <a:off x="4739518" y="2766060"/>
            <a:ext cx="640080" cy="640080"/>
          </a:xfrm>
          <a:prstGeom prst="ellipse">
            <a:avLst/>
          </a:prstGeom>
          <a:solidFill>
            <a:srgbClr val="1E3A8A"/>
          </a:solidFill>
          <a:ln w="38100">
            <a:solidFill>
              <a:srgbClr val="06B6D4"/>
            </a:solidFill>
            <a:prstDash val="solid"/>
          </a:ln>
        </p:spPr>
        <p:txBody>
          <a:bodyPr/>
          <a:lstStyle/>
          <a:p>
            <a:endParaRPr lang="fr-FR"/>
          </a:p>
        </p:txBody>
      </p:sp>
      <p:pic>
        <p:nvPicPr>
          <p:cNvPr id="18" name="Image 2" descr="preencoded.png"/>
          <p:cNvPicPr>
            <a:picLocks noChangeAspect="1"/>
          </p:cNvPicPr>
          <p:nvPr/>
        </p:nvPicPr>
        <p:blipFill>
          <a:blip r:embed="rId5"/>
          <a:stretch>
            <a:fillRect/>
          </a:stretch>
        </p:blipFill>
        <p:spPr>
          <a:xfrm>
            <a:off x="4876678" y="2903220"/>
            <a:ext cx="365760" cy="365760"/>
          </a:xfrm>
          <a:prstGeom prst="rect">
            <a:avLst/>
          </a:prstGeom>
        </p:spPr>
      </p:pic>
      <p:sp>
        <p:nvSpPr>
          <p:cNvPr id="19" name="Text 14"/>
          <p:cNvSpPr/>
          <p:nvPr/>
        </p:nvSpPr>
        <p:spPr>
          <a:xfrm>
            <a:off x="4236598" y="2263140"/>
            <a:ext cx="1645920" cy="274320"/>
          </a:xfrm>
          <a:prstGeom prst="rect">
            <a:avLst/>
          </a:prstGeom>
          <a:noFill/>
          <a:ln/>
        </p:spPr>
        <p:txBody>
          <a:bodyPr wrap="square" lIns="0" tIns="0" rIns="0" bIns="0" rtlCol="0" anchor="ctr"/>
          <a:lstStyle/>
          <a:p>
            <a:pPr marL="0" indent="0" algn="ctr">
              <a:buNone/>
            </a:pPr>
            <a:r>
              <a:rPr lang="en-US" sz="1000" b="1" kern="0" spc="300" dirty="0">
                <a:solidFill>
                  <a:srgbClr val="06B6D4"/>
                </a:solidFill>
                <a:latin typeface="Calibri" pitchFamily="34" charset="0"/>
                <a:ea typeface="Calibri" pitchFamily="34" charset="-122"/>
                <a:cs typeface="Calibri" pitchFamily="34" charset="-120"/>
              </a:rPr>
              <a:t>Étape 3</a:t>
            </a:r>
            <a:endParaRPr lang="en-US" sz="1000" dirty="0"/>
          </a:p>
        </p:txBody>
      </p:sp>
      <p:sp>
        <p:nvSpPr>
          <p:cNvPr id="20" name="Text 15"/>
          <p:cNvSpPr/>
          <p:nvPr/>
        </p:nvSpPr>
        <p:spPr>
          <a:xfrm>
            <a:off x="4145158" y="3543300"/>
            <a:ext cx="1828800" cy="365760"/>
          </a:xfrm>
          <a:prstGeom prst="rect">
            <a:avLst/>
          </a:prstGeom>
          <a:noFill/>
          <a:ln/>
        </p:spPr>
        <p:txBody>
          <a:bodyPr wrap="square" lIns="0" tIns="0" rIns="0" bIns="0" rtlCol="0" anchor="ctr"/>
          <a:lstStyle/>
          <a:p>
            <a:pPr marL="0" indent="0" algn="ctr">
              <a:buNone/>
            </a:pPr>
            <a:r>
              <a:rPr lang="en-US" sz="1300" b="1" dirty="0">
                <a:solidFill>
                  <a:srgbClr val="0F172A"/>
                </a:solidFill>
                <a:latin typeface="Calibri" pitchFamily="34" charset="0"/>
                <a:ea typeface="Calibri" pitchFamily="34" charset="-122"/>
                <a:cs typeface="Calibri" pitchFamily="34" charset="-120"/>
              </a:rPr>
              <a:t>Priorité P0–P3</a:t>
            </a:r>
            <a:endParaRPr lang="en-US" sz="1300" dirty="0"/>
          </a:p>
        </p:txBody>
      </p:sp>
      <p:sp>
        <p:nvSpPr>
          <p:cNvPr id="21" name="Text 16"/>
          <p:cNvSpPr/>
          <p:nvPr/>
        </p:nvSpPr>
        <p:spPr>
          <a:xfrm>
            <a:off x="4145158" y="3909060"/>
            <a:ext cx="1828800" cy="548640"/>
          </a:xfrm>
          <a:prstGeom prst="rect">
            <a:avLst/>
          </a:prstGeom>
          <a:noFill/>
          <a:ln/>
        </p:spPr>
        <p:txBody>
          <a:bodyPr wrap="square" lIns="0" tIns="0" rIns="0" bIns="0" rtlCol="0" anchor="ctr"/>
          <a:lstStyle/>
          <a:p>
            <a:pPr marL="0" indent="0" algn="ctr">
              <a:buNone/>
            </a:pPr>
            <a:r>
              <a:rPr lang="en-US" sz="1100" dirty="0">
                <a:solidFill>
                  <a:srgbClr val="475569"/>
                </a:solidFill>
                <a:latin typeface="Calibri" pitchFamily="34" charset="0"/>
                <a:ea typeface="Calibri" pitchFamily="34" charset="-122"/>
                <a:cs typeface="Calibri" pitchFamily="34" charset="-120"/>
              </a:rPr>
              <a:t>P0 = critique, P3 = simple</a:t>
            </a:r>
            <a:endParaRPr lang="en-US" sz="1100" dirty="0"/>
          </a:p>
        </p:txBody>
      </p:sp>
      <p:sp>
        <p:nvSpPr>
          <p:cNvPr id="22" name="Shape 17"/>
          <p:cNvSpPr/>
          <p:nvPr/>
        </p:nvSpPr>
        <p:spPr>
          <a:xfrm>
            <a:off x="6812097" y="2766060"/>
            <a:ext cx="640080" cy="640080"/>
          </a:xfrm>
          <a:prstGeom prst="ellipse">
            <a:avLst/>
          </a:prstGeom>
          <a:solidFill>
            <a:srgbClr val="1E3A8A"/>
          </a:solidFill>
          <a:ln w="38100">
            <a:solidFill>
              <a:srgbClr val="06B6D4"/>
            </a:solidFill>
            <a:prstDash val="solid"/>
          </a:ln>
        </p:spPr>
        <p:txBody>
          <a:bodyPr/>
          <a:lstStyle/>
          <a:p>
            <a:endParaRPr lang="fr-FR"/>
          </a:p>
        </p:txBody>
      </p:sp>
      <p:pic>
        <p:nvPicPr>
          <p:cNvPr id="23" name="Image 3" descr="preencoded.png"/>
          <p:cNvPicPr>
            <a:picLocks noChangeAspect="1"/>
          </p:cNvPicPr>
          <p:nvPr/>
        </p:nvPicPr>
        <p:blipFill>
          <a:blip r:embed="rId6"/>
          <a:stretch>
            <a:fillRect/>
          </a:stretch>
        </p:blipFill>
        <p:spPr>
          <a:xfrm>
            <a:off x="6949257" y="2903220"/>
            <a:ext cx="365760" cy="365760"/>
          </a:xfrm>
          <a:prstGeom prst="rect">
            <a:avLst/>
          </a:prstGeom>
        </p:spPr>
      </p:pic>
      <p:sp>
        <p:nvSpPr>
          <p:cNvPr id="24" name="Text 18"/>
          <p:cNvSpPr/>
          <p:nvPr/>
        </p:nvSpPr>
        <p:spPr>
          <a:xfrm>
            <a:off x="6309177" y="2263140"/>
            <a:ext cx="1645920" cy="274320"/>
          </a:xfrm>
          <a:prstGeom prst="rect">
            <a:avLst/>
          </a:prstGeom>
          <a:noFill/>
          <a:ln/>
        </p:spPr>
        <p:txBody>
          <a:bodyPr wrap="square" lIns="0" tIns="0" rIns="0" bIns="0" rtlCol="0" anchor="ctr"/>
          <a:lstStyle/>
          <a:p>
            <a:pPr marL="0" indent="0" algn="ctr">
              <a:buNone/>
            </a:pPr>
            <a:r>
              <a:rPr lang="en-US" sz="1000" b="1" kern="0" spc="300" dirty="0">
                <a:solidFill>
                  <a:srgbClr val="06B6D4"/>
                </a:solidFill>
                <a:latin typeface="Calibri" pitchFamily="34" charset="0"/>
                <a:ea typeface="Calibri" pitchFamily="34" charset="-122"/>
                <a:cs typeface="Calibri" pitchFamily="34" charset="-120"/>
              </a:rPr>
              <a:t>Étape 4</a:t>
            </a:r>
            <a:endParaRPr lang="en-US" sz="1000" dirty="0"/>
          </a:p>
        </p:txBody>
      </p:sp>
      <p:sp>
        <p:nvSpPr>
          <p:cNvPr id="25" name="Text 19"/>
          <p:cNvSpPr/>
          <p:nvPr/>
        </p:nvSpPr>
        <p:spPr>
          <a:xfrm>
            <a:off x="6217737" y="3543300"/>
            <a:ext cx="1828800" cy="365760"/>
          </a:xfrm>
          <a:prstGeom prst="rect">
            <a:avLst/>
          </a:prstGeom>
          <a:noFill/>
          <a:ln/>
        </p:spPr>
        <p:txBody>
          <a:bodyPr wrap="square" lIns="0" tIns="0" rIns="0" bIns="0" rtlCol="0" anchor="ctr"/>
          <a:lstStyle/>
          <a:p>
            <a:pPr marL="0" indent="0" algn="ctr">
              <a:buNone/>
            </a:pPr>
            <a:r>
              <a:rPr lang="en-US" sz="1300" b="1" dirty="0">
                <a:solidFill>
                  <a:srgbClr val="0F172A"/>
                </a:solidFill>
                <a:latin typeface="Calibri" pitchFamily="34" charset="0"/>
                <a:ea typeface="Calibri" pitchFamily="34" charset="-122"/>
                <a:cs typeface="Calibri" pitchFamily="34" charset="-120"/>
              </a:rPr>
              <a:t>Validation</a:t>
            </a:r>
            <a:endParaRPr lang="en-US" sz="1300" dirty="0"/>
          </a:p>
        </p:txBody>
      </p:sp>
      <p:sp>
        <p:nvSpPr>
          <p:cNvPr id="26" name="Text 20"/>
          <p:cNvSpPr/>
          <p:nvPr/>
        </p:nvSpPr>
        <p:spPr>
          <a:xfrm>
            <a:off x="6217737" y="3909060"/>
            <a:ext cx="1828800" cy="548640"/>
          </a:xfrm>
          <a:prstGeom prst="rect">
            <a:avLst/>
          </a:prstGeom>
          <a:noFill/>
          <a:ln/>
        </p:spPr>
        <p:txBody>
          <a:bodyPr wrap="square" lIns="0" tIns="0" rIns="0" bIns="0" rtlCol="0" anchor="ctr"/>
          <a:lstStyle/>
          <a:p>
            <a:pPr marL="0" indent="0" algn="ctr">
              <a:buNone/>
            </a:pPr>
            <a:r>
              <a:rPr lang="en-US" sz="1100" dirty="0">
                <a:solidFill>
                  <a:srgbClr val="475569"/>
                </a:solidFill>
                <a:latin typeface="Calibri" pitchFamily="34" charset="0"/>
                <a:ea typeface="Calibri" pitchFamily="34" charset="-122"/>
                <a:cs typeface="Calibri" pitchFamily="34" charset="-120"/>
              </a:rPr>
              <a:t>Humaine si sensible</a:t>
            </a:r>
            <a:endParaRPr lang="en-US" sz="1100" dirty="0"/>
          </a:p>
        </p:txBody>
      </p:sp>
      <p:sp>
        <p:nvSpPr>
          <p:cNvPr id="27" name="Shape 21"/>
          <p:cNvSpPr/>
          <p:nvPr/>
        </p:nvSpPr>
        <p:spPr>
          <a:xfrm>
            <a:off x="8884676" y="2766060"/>
            <a:ext cx="640080" cy="640080"/>
          </a:xfrm>
          <a:prstGeom prst="ellipse">
            <a:avLst/>
          </a:prstGeom>
          <a:solidFill>
            <a:srgbClr val="1E3A8A"/>
          </a:solidFill>
          <a:ln w="38100">
            <a:solidFill>
              <a:srgbClr val="06B6D4"/>
            </a:solidFill>
            <a:prstDash val="solid"/>
          </a:ln>
        </p:spPr>
        <p:txBody>
          <a:bodyPr/>
          <a:lstStyle/>
          <a:p>
            <a:endParaRPr lang="fr-FR"/>
          </a:p>
        </p:txBody>
      </p:sp>
      <p:pic>
        <p:nvPicPr>
          <p:cNvPr id="28" name="Image 4" descr="preencoded.png"/>
          <p:cNvPicPr>
            <a:picLocks noChangeAspect="1"/>
          </p:cNvPicPr>
          <p:nvPr/>
        </p:nvPicPr>
        <p:blipFill>
          <a:blip r:embed="rId7"/>
          <a:stretch>
            <a:fillRect/>
          </a:stretch>
        </p:blipFill>
        <p:spPr>
          <a:xfrm>
            <a:off x="9021836" y="2903220"/>
            <a:ext cx="365760" cy="365760"/>
          </a:xfrm>
          <a:prstGeom prst="rect">
            <a:avLst/>
          </a:prstGeom>
        </p:spPr>
      </p:pic>
      <p:sp>
        <p:nvSpPr>
          <p:cNvPr id="29" name="Text 22"/>
          <p:cNvSpPr/>
          <p:nvPr/>
        </p:nvSpPr>
        <p:spPr>
          <a:xfrm>
            <a:off x="8381756" y="2263140"/>
            <a:ext cx="1645920" cy="274320"/>
          </a:xfrm>
          <a:prstGeom prst="rect">
            <a:avLst/>
          </a:prstGeom>
          <a:noFill/>
          <a:ln/>
        </p:spPr>
        <p:txBody>
          <a:bodyPr wrap="square" lIns="0" tIns="0" rIns="0" bIns="0" rtlCol="0" anchor="ctr"/>
          <a:lstStyle/>
          <a:p>
            <a:pPr marL="0" indent="0" algn="ctr">
              <a:buNone/>
            </a:pPr>
            <a:r>
              <a:rPr lang="en-US" sz="1000" b="1" kern="0" spc="300" dirty="0">
                <a:solidFill>
                  <a:srgbClr val="06B6D4"/>
                </a:solidFill>
                <a:latin typeface="Calibri" pitchFamily="34" charset="0"/>
                <a:ea typeface="Calibri" pitchFamily="34" charset="-122"/>
                <a:cs typeface="Calibri" pitchFamily="34" charset="-120"/>
              </a:rPr>
              <a:t>Étape 5</a:t>
            </a:r>
            <a:endParaRPr lang="en-US" sz="1000" dirty="0"/>
          </a:p>
        </p:txBody>
      </p:sp>
      <p:sp>
        <p:nvSpPr>
          <p:cNvPr id="30" name="Text 23"/>
          <p:cNvSpPr/>
          <p:nvPr/>
        </p:nvSpPr>
        <p:spPr>
          <a:xfrm>
            <a:off x="8290316" y="3543300"/>
            <a:ext cx="1828800" cy="365760"/>
          </a:xfrm>
          <a:prstGeom prst="rect">
            <a:avLst/>
          </a:prstGeom>
          <a:noFill/>
          <a:ln/>
        </p:spPr>
        <p:txBody>
          <a:bodyPr wrap="square" lIns="0" tIns="0" rIns="0" bIns="0" rtlCol="0" anchor="ctr"/>
          <a:lstStyle/>
          <a:p>
            <a:pPr marL="0" indent="0" algn="ctr">
              <a:buNone/>
            </a:pPr>
            <a:r>
              <a:rPr lang="en-US" sz="1300" b="1" dirty="0">
                <a:solidFill>
                  <a:srgbClr val="0F172A"/>
                </a:solidFill>
                <a:latin typeface="Calibri" pitchFamily="34" charset="0"/>
                <a:ea typeface="Calibri" pitchFamily="34" charset="-122"/>
                <a:cs typeface="Calibri" pitchFamily="34" charset="-120"/>
              </a:rPr>
              <a:t>Réponse WhatsApp</a:t>
            </a:r>
            <a:endParaRPr lang="en-US" sz="1300" dirty="0"/>
          </a:p>
        </p:txBody>
      </p:sp>
      <p:sp>
        <p:nvSpPr>
          <p:cNvPr id="31" name="Text 24"/>
          <p:cNvSpPr/>
          <p:nvPr/>
        </p:nvSpPr>
        <p:spPr>
          <a:xfrm>
            <a:off x="8290316" y="3909060"/>
            <a:ext cx="1828800" cy="548640"/>
          </a:xfrm>
          <a:prstGeom prst="rect">
            <a:avLst/>
          </a:prstGeom>
          <a:noFill/>
          <a:ln/>
        </p:spPr>
        <p:txBody>
          <a:bodyPr wrap="square" lIns="0" tIns="0" rIns="0" bIns="0" rtlCol="0" anchor="ctr"/>
          <a:lstStyle/>
          <a:p>
            <a:pPr marL="0" indent="0" algn="ctr">
              <a:buNone/>
            </a:pPr>
            <a:r>
              <a:rPr lang="en-US" sz="1100" dirty="0">
                <a:solidFill>
                  <a:srgbClr val="475569"/>
                </a:solidFill>
                <a:latin typeface="Calibri" pitchFamily="34" charset="0"/>
                <a:ea typeface="Calibri" pitchFamily="34" charset="-122"/>
                <a:cs typeface="Calibri" pitchFamily="34" charset="-120"/>
              </a:rPr>
              <a:t>Auto ou validée</a:t>
            </a:r>
            <a:endParaRPr lang="en-US" sz="1100" dirty="0"/>
          </a:p>
        </p:txBody>
      </p:sp>
      <p:sp>
        <p:nvSpPr>
          <p:cNvPr id="32" name="Shape 25"/>
          <p:cNvSpPr/>
          <p:nvPr/>
        </p:nvSpPr>
        <p:spPr>
          <a:xfrm>
            <a:off x="10957255" y="2766060"/>
            <a:ext cx="640080" cy="640080"/>
          </a:xfrm>
          <a:prstGeom prst="ellipse">
            <a:avLst/>
          </a:prstGeom>
          <a:solidFill>
            <a:srgbClr val="1E3A8A"/>
          </a:solidFill>
          <a:ln w="38100">
            <a:solidFill>
              <a:srgbClr val="06B6D4"/>
            </a:solidFill>
            <a:prstDash val="solid"/>
          </a:ln>
        </p:spPr>
        <p:txBody>
          <a:bodyPr/>
          <a:lstStyle/>
          <a:p>
            <a:endParaRPr lang="fr-FR"/>
          </a:p>
        </p:txBody>
      </p:sp>
      <p:pic>
        <p:nvPicPr>
          <p:cNvPr id="33" name="Image 5" descr="preencoded.png"/>
          <p:cNvPicPr>
            <a:picLocks noChangeAspect="1"/>
          </p:cNvPicPr>
          <p:nvPr/>
        </p:nvPicPr>
        <p:blipFill>
          <a:blip r:embed="rId8"/>
          <a:stretch>
            <a:fillRect/>
          </a:stretch>
        </p:blipFill>
        <p:spPr>
          <a:xfrm>
            <a:off x="11094415" y="2903220"/>
            <a:ext cx="365760" cy="365760"/>
          </a:xfrm>
          <a:prstGeom prst="rect">
            <a:avLst/>
          </a:prstGeom>
        </p:spPr>
      </p:pic>
      <p:sp>
        <p:nvSpPr>
          <p:cNvPr id="34" name="Text 26"/>
          <p:cNvSpPr/>
          <p:nvPr/>
        </p:nvSpPr>
        <p:spPr>
          <a:xfrm>
            <a:off x="10454335" y="2263140"/>
            <a:ext cx="1645920" cy="274320"/>
          </a:xfrm>
          <a:prstGeom prst="rect">
            <a:avLst/>
          </a:prstGeom>
          <a:noFill/>
          <a:ln/>
        </p:spPr>
        <p:txBody>
          <a:bodyPr wrap="square" lIns="0" tIns="0" rIns="0" bIns="0" rtlCol="0" anchor="ctr"/>
          <a:lstStyle/>
          <a:p>
            <a:pPr marL="0" indent="0" algn="ctr">
              <a:buNone/>
            </a:pPr>
            <a:r>
              <a:rPr lang="en-US" sz="1000" b="1" kern="0" spc="300" dirty="0">
                <a:solidFill>
                  <a:srgbClr val="06B6D4"/>
                </a:solidFill>
                <a:latin typeface="Calibri" pitchFamily="34" charset="0"/>
                <a:ea typeface="Calibri" pitchFamily="34" charset="-122"/>
                <a:cs typeface="Calibri" pitchFamily="34" charset="-120"/>
              </a:rPr>
              <a:t>Étape 6</a:t>
            </a:r>
            <a:endParaRPr lang="en-US" sz="1000" dirty="0"/>
          </a:p>
        </p:txBody>
      </p:sp>
      <p:sp>
        <p:nvSpPr>
          <p:cNvPr id="35" name="Text 27"/>
          <p:cNvSpPr/>
          <p:nvPr/>
        </p:nvSpPr>
        <p:spPr>
          <a:xfrm>
            <a:off x="10362895" y="3543300"/>
            <a:ext cx="1828800" cy="365760"/>
          </a:xfrm>
          <a:prstGeom prst="rect">
            <a:avLst/>
          </a:prstGeom>
          <a:noFill/>
          <a:ln/>
        </p:spPr>
        <p:txBody>
          <a:bodyPr wrap="square" lIns="0" tIns="0" rIns="0" bIns="0" rtlCol="0" anchor="ctr"/>
          <a:lstStyle/>
          <a:p>
            <a:pPr marL="0" indent="0" algn="ctr">
              <a:buNone/>
            </a:pPr>
            <a:r>
              <a:rPr lang="en-US" sz="1300" b="1" dirty="0">
                <a:solidFill>
                  <a:srgbClr val="0F172A"/>
                </a:solidFill>
                <a:latin typeface="Calibri" pitchFamily="34" charset="0"/>
                <a:ea typeface="Calibri" pitchFamily="34" charset="-122"/>
                <a:cs typeface="Calibri" pitchFamily="34" charset="-120"/>
              </a:rPr>
              <a:t>Suivi &amp; satisfaction</a:t>
            </a:r>
            <a:endParaRPr lang="en-US" sz="1300" dirty="0"/>
          </a:p>
        </p:txBody>
      </p:sp>
      <p:sp>
        <p:nvSpPr>
          <p:cNvPr id="36" name="Text 28"/>
          <p:cNvSpPr/>
          <p:nvPr/>
        </p:nvSpPr>
        <p:spPr>
          <a:xfrm>
            <a:off x="10362895" y="3909060"/>
            <a:ext cx="1828800" cy="548640"/>
          </a:xfrm>
          <a:prstGeom prst="rect">
            <a:avLst/>
          </a:prstGeom>
          <a:noFill/>
          <a:ln/>
        </p:spPr>
        <p:txBody>
          <a:bodyPr wrap="square" lIns="0" tIns="0" rIns="0" bIns="0" rtlCol="0" anchor="ctr"/>
          <a:lstStyle/>
          <a:p>
            <a:pPr marL="0" indent="0" algn="ctr">
              <a:buNone/>
            </a:pPr>
            <a:r>
              <a:rPr lang="en-US" sz="1100" dirty="0">
                <a:solidFill>
                  <a:srgbClr val="475569"/>
                </a:solidFill>
                <a:latin typeface="Calibri" pitchFamily="34" charset="0"/>
                <a:ea typeface="Calibri" pitchFamily="34" charset="-122"/>
                <a:cs typeface="Calibri" pitchFamily="34" charset="-120"/>
              </a:rPr>
              <a:t>Historique + sondage</a:t>
            </a:r>
            <a:endParaRPr lang="en-US" sz="1100" dirty="0"/>
          </a:p>
        </p:txBody>
      </p:sp>
      <p:sp>
        <p:nvSpPr>
          <p:cNvPr id="37" name="Shape 29"/>
          <p:cNvSpPr/>
          <p:nvPr/>
        </p:nvSpPr>
        <p:spPr>
          <a:xfrm>
            <a:off x="588233" y="4914900"/>
            <a:ext cx="2650160" cy="1188720"/>
          </a:xfrm>
          <a:prstGeom prst="rect">
            <a:avLst/>
          </a:prstGeom>
          <a:solidFill>
            <a:srgbClr val="FFFFFF"/>
          </a:solidFill>
          <a:ln w="12700">
            <a:solidFill>
              <a:srgbClr val="E2E8F0"/>
            </a:solidFill>
            <a:prstDash val="solid"/>
          </a:ln>
        </p:spPr>
        <p:txBody>
          <a:bodyPr/>
          <a:lstStyle/>
          <a:p>
            <a:endParaRPr lang="fr-FR"/>
          </a:p>
        </p:txBody>
      </p:sp>
      <p:sp>
        <p:nvSpPr>
          <p:cNvPr id="38" name="Shape 30"/>
          <p:cNvSpPr/>
          <p:nvPr/>
        </p:nvSpPr>
        <p:spPr>
          <a:xfrm>
            <a:off x="588233" y="4914900"/>
            <a:ext cx="548640" cy="1188720"/>
          </a:xfrm>
          <a:prstGeom prst="rect">
            <a:avLst/>
          </a:prstGeom>
          <a:solidFill>
            <a:srgbClr val="DC2626"/>
          </a:solidFill>
          <a:ln w="12700">
            <a:solidFill>
              <a:srgbClr val="DC2626"/>
            </a:solidFill>
            <a:prstDash val="solid"/>
          </a:ln>
        </p:spPr>
        <p:txBody>
          <a:bodyPr/>
          <a:lstStyle/>
          <a:p>
            <a:endParaRPr lang="fr-FR"/>
          </a:p>
        </p:txBody>
      </p:sp>
      <p:sp>
        <p:nvSpPr>
          <p:cNvPr id="39" name="Text 31"/>
          <p:cNvSpPr/>
          <p:nvPr/>
        </p:nvSpPr>
        <p:spPr>
          <a:xfrm>
            <a:off x="588233" y="4914900"/>
            <a:ext cx="548640" cy="118872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P0</a:t>
            </a:r>
            <a:endParaRPr lang="en-US" sz="2200" dirty="0"/>
          </a:p>
        </p:txBody>
      </p:sp>
      <p:sp>
        <p:nvSpPr>
          <p:cNvPr id="40" name="Text 32"/>
          <p:cNvSpPr/>
          <p:nvPr/>
        </p:nvSpPr>
        <p:spPr>
          <a:xfrm>
            <a:off x="1274033" y="5116068"/>
            <a:ext cx="1872920" cy="36576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Critique</a:t>
            </a:r>
            <a:endParaRPr lang="en-US" sz="1400" dirty="0"/>
          </a:p>
        </p:txBody>
      </p:sp>
      <p:sp>
        <p:nvSpPr>
          <p:cNvPr id="41" name="Text 33"/>
          <p:cNvSpPr/>
          <p:nvPr/>
        </p:nvSpPr>
        <p:spPr>
          <a:xfrm>
            <a:off x="1274033" y="5509260"/>
            <a:ext cx="1872920" cy="45720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Gaz, incendie, ascenseur</a:t>
            </a:r>
            <a:endParaRPr lang="en-US" sz="1100" dirty="0"/>
          </a:p>
        </p:txBody>
      </p:sp>
      <p:sp>
        <p:nvSpPr>
          <p:cNvPr id="42" name="Shape 34"/>
          <p:cNvSpPr/>
          <p:nvPr/>
        </p:nvSpPr>
        <p:spPr>
          <a:xfrm>
            <a:off x="3402985" y="4914900"/>
            <a:ext cx="2650160" cy="1188720"/>
          </a:xfrm>
          <a:prstGeom prst="rect">
            <a:avLst/>
          </a:prstGeom>
          <a:solidFill>
            <a:srgbClr val="FFFFFF"/>
          </a:solidFill>
          <a:ln w="12700">
            <a:solidFill>
              <a:srgbClr val="E2E8F0"/>
            </a:solidFill>
            <a:prstDash val="solid"/>
          </a:ln>
        </p:spPr>
        <p:txBody>
          <a:bodyPr/>
          <a:lstStyle/>
          <a:p>
            <a:endParaRPr lang="fr-FR"/>
          </a:p>
        </p:txBody>
      </p:sp>
      <p:sp>
        <p:nvSpPr>
          <p:cNvPr id="43" name="Shape 35"/>
          <p:cNvSpPr/>
          <p:nvPr/>
        </p:nvSpPr>
        <p:spPr>
          <a:xfrm>
            <a:off x="3402985" y="4914900"/>
            <a:ext cx="548640" cy="1188720"/>
          </a:xfrm>
          <a:prstGeom prst="rect">
            <a:avLst/>
          </a:prstGeom>
          <a:solidFill>
            <a:srgbClr val="F59E0B"/>
          </a:solidFill>
          <a:ln w="12700">
            <a:solidFill>
              <a:srgbClr val="F59E0B"/>
            </a:solidFill>
            <a:prstDash val="solid"/>
          </a:ln>
        </p:spPr>
        <p:txBody>
          <a:bodyPr/>
          <a:lstStyle/>
          <a:p>
            <a:endParaRPr lang="fr-FR"/>
          </a:p>
        </p:txBody>
      </p:sp>
      <p:sp>
        <p:nvSpPr>
          <p:cNvPr id="44" name="Text 36"/>
          <p:cNvSpPr/>
          <p:nvPr/>
        </p:nvSpPr>
        <p:spPr>
          <a:xfrm>
            <a:off x="3402985" y="4914900"/>
            <a:ext cx="548640" cy="118872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P1</a:t>
            </a:r>
            <a:endParaRPr lang="en-US" sz="2200" dirty="0"/>
          </a:p>
        </p:txBody>
      </p:sp>
      <p:sp>
        <p:nvSpPr>
          <p:cNvPr id="45" name="Text 37"/>
          <p:cNvSpPr/>
          <p:nvPr/>
        </p:nvSpPr>
        <p:spPr>
          <a:xfrm>
            <a:off x="4088785" y="5116068"/>
            <a:ext cx="1872920" cy="36576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Urgent</a:t>
            </a:r>
            <a:endParaRPr lang="en-US" sz="1400" dirty="0"/>
          </a:p>
        </p:txBody>
      </p:sp>
      <p:sp>
        <p:nvSpPr>
          <p:cNvPr id="46" name="Text 38"/>
          <p:cNvSpPr/>
          <p:nvPr/>
        </p:nvSpPr>
        <p:spPr>
          <a:xfrm>
            <a:off x="4088785" y="5509260"/>
            <a:ext cx="1872920" cy="45720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Fuite, panne majeure</a:t>
            </a:r>
            <a:endParaRPr lang="en-US" sz="1100" dirty="0"/>
          </a:p>
        </p:txBody>
      </p:sp>
      <p:sp>
        <p:nvSpPr>
          <p:cNvPr id="47" name="Shape 39"/>
          <p:cNvSpPr/>
          <p:nvPr/>
        </p:nvSpPr>
        <p:spPr>
          <a:xfrm>
            <a:off x="6217737" y="4914900"/>
            <a:ext cx="2650160" cy="1188720"/>
          </a:xfrm>
          <a:prstGeom prst="rect">
            <a:avLst/>
          </a:prstGeom>
          <a:solidFill>
            <a:srgbClr val="FFFFFF"/>
          </a:solidFill>
          <a:ln w="12700">
            <a:solidFill>
              <a:srgbClr val="E2E8F0"/>
            </a:solidFill>
            <a:prstDash val="solid"/>
          </a:ln>
        </p:spPr>
        <p:txBody>
          <a:bodyPr/>
          <a:lstStyle/>
          <a:p>
            <a:endParaRPr lang="fr-FR"/>
          </a:p>
        </p:txBody>
      </p:sp>
      <p:sp>
        <p:nvSpPr>
          <p:cNvPr id="48" name="Shape 40"/>
          <p:cNvSpPr/>
          <p:nvPr/>
        </p:nvSpPr>
        <p:spPr>
          <a:xfrm>
            <a:off x="6217737" y="4914900"/>
            <a:ext cx="548640" cy="1188720"/>
          </a:xfrm>
          <a:prstGeom prst="rect">
            <a:avLst/>
          </a:prstGeom>
          <a:solidFill>
            <a:srgbClr val="06B6D4"/>
          </a:solidFill>
          <a:ln w="12700">
            <a:solidFill>
              <a:srgbClr val="06B6D4"/>
            </a:solidFill>
            <a:prstDash val="solid"/>
          </a:ln>
        </p:spPr>
        <p:txBody>
          <a:bodyPr/>
          <a:lstStyle/>
          <a:p>
            <a:endParaRPr lang="fr-FR"/>
          </a:p>
        </p:txBody>
      </p:sp>
      <p:sp>
        <p:nvSpPr>
          <p:cNvPr id="49" name="Text 41"/>
          <p:cNvSpPr/>
          <p:nvPr/>
        </p:nvSpPr>
        <p:spPr>
          <a:xfrm>
            <a:off x="6217737" y="4914900"/>
            <a:ext cx="548640" cy="118872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P2</a:t>
            </a:r>
            <a:endParaRPr lang="en-US" sz="2200" dirty="0"/>
          </a:p>
        </p:txBody>
      </p:sp>
      <p:sp>
        <p:nvSpPr>
          <p:cNvPr id="50" name="Text 42"/>
          <p:cNvSpPr/>
          <p:nvPr/>
        </p:nvSpPr>
        <p:spPr>
          <a:xfrm>
            <a:off x="6903537" y="5116068"/>
            <a:ext cx="1872920" cy="36576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Important</a:t>
            </a:r>
            <a:endParaRPr lang="en-US" sz="1400" dirty="0"/>
          </a:p>
        </p:txBody>
      </p:sp>
      <p:sp>
        <p:nvSpPr>
          <p:cNvPr id="51" name="Text 43"/>
          <p:cNvSpPr/>
          <p:nvPr/>
        </p:nvSpPr>
        <p:spPr>
          <a:xfrm>
            <a:off x="6903537" y="5509260"/>
            <a:ext cx="1872920" cy="45720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Problème significatif</a:t>
            </a:r>
            <a:endParaRPr lang="en-US" sz="1100" dirty="0"/>
          </a:p>
        </p:txBody>
      </p:sp>
      <p:sp>
        <p:nvSpPr>
          <p:cNvPr id="52" name="Shape 44"/>
          <p:cNvSpPr/>
          <p:nvPr/>
        </p:nvSpPr>
        <p:spPr>
          <a:xfrm>
            <a:off x="9032488" y="4914900"/>
            <a:ext cx="2650160" cy="1188720"/>
          </a:xfrm>
          <a:prstGeom prst="rect">
            <a:avLst/>
          </a:prstGeom>
          <a:solidFill>
            <a:srgbClr val="FFFFFF"/>
          </a:solidFill>
          <a:ln w="12700">
            <a:solidFill>
              <a:srgbClr val="E2E8F0"/>
            </a:solidFill>
            <a:prstDash val="solid"/>
          </a:ln>
        </p:spPr>
        <p:txBody>
          <a:bodyPr/>
          <a:lstStyle/>
          <a:p>
            <a:endParaRPr lang="fr-FR"/>
          </a:p>
        </p:txBody>
      </p:sp>
      <p:sp>
        <p:nvSpPr>
          <p:cNvPr id="53" name="Shape 45"/>
          <p:cNvSpPr/>
          <p:nvPr/>
        </p:nvSpPr>
        <p:spPr>
          <a:xfrm>
            <a:off x="9032488" y="4914900"/>
            <a:ext cx="548640" cy="1188720"/>
          </a:xfrm>
          <a:prstGeom prst="rect">
            <a:avLst/>
          </a:prstGeom>
          <a:solidFill>
            <a:srgbClr val="22C55E"/>
          </a:solidFill>
          <a:ln w="12700">
            <a:solidFill>
              <a:srgbClr val="22C55E"/>
            </a:solidFill>
            <a:prstDash val="solid"/>
          </a:ln>
        </p:spPr>
        <p:txBody>
          <a:bodyPr/>
          <a:lstStyle/>
          <a:p>
            <a:endParaRPr lang="fr-FR"/>
          </a:p>
        </p:txBody>
      </p:sp>
      <p:sp>
        <p:nvSpPr>
          <p:cNvPr id="54" name="Text 46"/>
          <p:cNvSpPr/>
          <p:nvPr/>
        </p:nvSpPr>
        <p:spPr>
          <a:xfrm>
            <a:off x="9032488" y="4914900"/>
            <a:ext cx="548640" cy="118872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P3</a:t>
            </a:r>
            <a:endParaRPr lang="en-US" sz="2200" dirty="0"/>
          </a:p>
        </p:txBody>
      </p:sp>
      <p:sp>
        <p:nvSpPr>
          <p:cNvPr id="55" name="Text 47"/>
          <p:cNvSpPr/>
          <p:nvPr/>
        </p:nvSpPr>
        <p:spPr>
          <a:xfrm>
            <a:off x="9718288" y="5116068"/>
            <a:ext cx="1872920" cy="365760"/>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Standard</a:t>
            </a:r>
            <a:endParaRPr lang="en-US" sz="1400" dirty="0"/>
          </a:p>
        </p:txBody>
      </p:sp>
      <p:sp>
        <p:nvSpPr>
          <p:cNvPr id="56" name="Text 48"/>
          <p:cNvSpPr/>
          <p:nvPr/>
        </p:nvSpPr>
        <p:spPr>
          <a:xfrm>
            <a:off x="9718288" y="5509260"/>
            <a:ext cx="1872920" cy="45720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Demande administrative</a:t>
            </a:r>
            <a:endParaRPr lang="en-US" sz="1100" dirty="0"/>
          </a:p>
        </p:txBody>
      </p:sp>
      <p:sp>
        <p:nvSpPr>
          <p:cNvPr id="57" name="Text 49"/>
          <p:cNvSpPr/>
          <p:nvPr/>
        </p:nvSpPr>
        <p:spPr>
          <a:xfrm>
            <a:off x="10911535" y="6446520"/>
            <a:ext cx="914400" cy="274320"/>
          </a:xfrm>
          <a:prstGeom prst="rect">
            <a:avLst/>
          </a:prstGeom>
          <a:noFill/>
          <a:ln/>
        </p:spPr>
        <p:txBody>
          <a:bodyPr wrap="square" rtlCol="0" anchor="ctr"/>
          <a:lstStyle/>
          <a:p>
            <a:pPr marL="0" indent="0" algn="r">
              <a:buNone/>
            </a:pPr>
            <a:r>
              <a:rPr lang="en-US" sz="1000" dirty="0">
                <a:solidFill>
                  <a:srgbClr val="475569"/>
                </a:solidFill>
                <a:latin typeface="Calibri" pitchFamily="34" charset="0"/>
                <a:ea typeface="Calibri" pitchFamily="34" charset="-122"/>
                <a:cs typeface="Calibri" pitchFamily="34" charset="-120"/>
              </a:rPr>
              <a:t>10 / 24</a:t>
            </a:r>
            <a:endParaRPr lang="en-US" sz="1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par>
                                <p:cTn id="26" presetID="10" presetClass="entr" presetSubtype="0" fill="hold"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500"/>
                                        <p:tgtEl>
                                          <p:spTgt spid="1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500"/>
                                        <p:tgtEl>
                                          <p:spTgt spid="17"/>
                                        </p:tgtEl>
                                      </p:cBhvr>
                                    </p:animEffect>
                                  </p:childTnLst>
                                </p:cTn>
                              </p:par>
                              <p:par>
                                <p:cTn id="41" presetID="10" presetClass="entr" presetSubtype="0" fill="hold"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500"/>
                                        <p:tgtEl>
                                          <p:spTgt spid="1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500"/>
                                        <p:tgtEl>
                                          <p:spTgt spid="19"/>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500"/>
                                        <p:tgtEl>
                                          <p:spTgt spid="2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500"/>
                                        <p:tgtEl>
                                          <p:spTgt spid="2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500"/>
                                        <p:tgtEl>
                                          <p:spTgt spid="22"/>
                                        </p:tgtEl>
                                      </p:cBhvr>
                                    </p:animEffect>
                                  </p:childTnLst>
                                </p:cTn>
                              </p:par>
                              <p:par>
                                <p:cTn id="56" presetID="10" presetClass="entr" presetSubtype="0" fill="hold"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500"/>
                                        <p:tgtEl>
                                          <p:spTgt spid="23"/>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500"/>
                                        <p:tgtEl>
                                          <p:spTgt spid="24"/>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500"/>
                                        <p:tgtEl>
                                          <p:spTgt spid="25"/>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500"/>
                                        <p:tgtEl>
                                          <p:spTgt spid="26"/>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500"/>
                                        <p:tgtEl>
                                          <p:spTgt spid="27"/>
                                        </p:tgtEl>
                                      </p:cBhvr>
                                    </p:animEffect>
                                  </p:childTnLst>
                                </p:cTn>
                              </p:par>
                              <p:par>
                                <p:cTn id="71" presetID="10" presetClass="entr" presetSubtype="0" fill="hold" nodeType="withEffect">
                                  <p:stCondLst>
                                    <p:cond delay="0"/>
                                  </p:stCondLst>
                                  <p:childTnLst>
                                    <p:set>
                                      <p:cBhvr>
                                        <p:cTn id="72" dur="1" fill="hold">
                                          <p:stCondLst>
                                            <p:cond delay="0"/>
                                          </p:stCondLst>
                                        </p:cTn>
                                        <p:tgtEl>
                                          <p:spTgt spid="28"/>
                                        </p:tgtEl>
                                        <p:attrNameLst>
                                          <p:attrName>style.visibility</p:attrName>
                                        </p:attrNameLst>
                                      </p:cBhvr>
                                      <p:to>
                                        <p:strVal val="visible"/>
                                      </p:to>
                                    </p:set>
                                    <p:animEffect transition="in" filter="fade">
                                      <p:cBhvr>
                                        <p:cTn id="73" dur="500"/>
                                        <p:tgtEl>
                                          <p:spTgt spid="28"/>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9"/>
                                        </p:tgtEl>
                                        <p:attrNameLst>
                                          <p:attrName>style.visibility</p:attrName>
                                        </p:attrNameLst>
                                      </p:cBhvr>
                                      <p:to>
                                        <p:strVal val="visible"/>
                                      </p:to>
                                    </p:set>
                                    <p:animEffect transition="in" filter="fade">
                                      <p:cBhvr>
                                        <p:cTn id="76" dur="500"/>
                                        <p:tgtEl>
                                          <p:spTgt spid="29"/>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500"/>
                                        <p:tgtEl>
                                          <p:spTgt spid="30"/>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fade">
                                      <p:cBhvr>
                                        <p:cTn id="82" dur="500"/>
                                        <p:tgtEl>
                                          <p:spTgt spid="31"/>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2"/>
                                        </p:tgtEl>
                                        <p:attrNameLst>
                                          <p:attrName>style.visibility</p:attrName>
                                        </p:attrNameLst>
                                      </p:cBhvr>
                                      <p:to>
                                        <p:strVal val="visible"/>
                                      </p:to>
                                    </p:set>
                                    <p:animEffect transition="in" filter="fade">
                                      <p:cBhvr>
                                        <p:cTn id="85" dur="500"/>
                                        <p:tgtEl>
                                          <p:spTgt spid="32"/>
                                        </p:tgtEl>
                                      </p:cBhvr>
                                    </p:animEffect>
                                  </p:childTnLst>
                                </p:cTn>
                              </p:par>
                              <p:par>
                                <p:cTn id="86" presetID="10" presetClass="entr" presetSubtype="0" fill="hold" nodeType="withEffect">
                                  <p:stCondLst>
                                    <p:cond delay="0"/>
                                  </p:stCondLst>
                                  <p:childTnLst>
                                    <p:set>
                                      <p:cBhvr>
                                        <p:cTn id="87" dur="1" fill="hold">
                                          <p:stCondLst>
                                            <p:cond delay="0"/>
                                          </p:stCondLst>
                                        </p:cTn>
                                        <p:tgtEl>
                                          <p:spTgt spid="33"/>
                                        </p:tgtEl>
                                        <p:attrNameLst>
                                          <p:attrName>style.visibility</p:attrName>
                                        </p:attrNameLst>
                                      </p:cBhvr>
                                      <p:to>
                                        <p:strVal val="visible"/>
                                      </p:to>
                                    </p:set>
                                    <p:animEffect transition="in" filter="fade">
                                      <p:cBhvr>
                                        <p:cTn id="88" dur="500"/>
                                        <p:tgtEl>
                                          <p:spTgt spid="33"/>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fade">
                                      <p:cBhvr>
                                        <p:cTn id="91" dur="500"/>
                                        <p:tgtEl>
                                          <p:spTgt spid="34"/>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500"/>
                                        <p:tgtEl>
                                          <p:spTgt spid="35"/>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6"/>
                                        </p:tgtEl>
                                        <p:attrNameLst>
                                          <p:attrName>style.visibility</p:attrName>
                                        </p:attrNameLst>
                                      </p:cBhvr>
                                      <p:to>
                                        <p:strVal val="visible"/>
                                      </p:to>
                                    </p:set>
                                    <p:animEffect transition="in" filter="fade">
                                      <p:cBhvr>
                                        <p:cTn id="97" dur="500"/>
                                        <p:tgtEl>
                                          <p:spTgt spid="36"/>
                                        </p:tgtEl>
                                      </p:cBhvr>
                                    </p:animEffect>
                                  </p:childTnLst>
                                </p:cTn>
                              </p:par>
                            </p:childTnLst>
                          </p:cTn>
                        </p:par>
                      </p:childTnLst>
                    </p:cTn>
                  </p:par>
                  <p:par>
                    <p:cTn id="98" fill="hold">
                      <p:stCondLst>
                        <p:cond delay="indefinite"/>
                      </p:stCondLst>
                      <p:childTnLst>
                        <p:par>
                          <p:cTn id="99" fill="hold">
                            <p:stCondLst>
                              <p:cond delay="0"/>
                            </p:stCondLst>
                            <p:childTnLst>
                              <p:par>
                                <p:cTn id="100" presetID="2" presetClass="entr" presetSubtype="4" fill="hold" grpId="0" nodeType="clickEffect">
                                  <p:stCondLst>
                                    <p:cond delay="0"/>
                                  </p:stCondLst>
                                  <p:childTnLst>
                                    <p:set>
                                      <p:cBhvr>
                                        <p:cTn id="101" dur="1" fill="hold">
                                          <p:stCondLst>
                                            <p:cond delay="0"/>
                                          </p:stCondLst>
                                        </p:cTn>
                                        <p:tgtEl>
                                          <p:spTgt spid="37"/>
                                        </p:tgtEl>
                                        <p:attrNameLst>
                                          <p:attrName>style.visibility</p:attrName>
                                        </p:attrNameLst>
                                      </p:cBhvr>
                                      <p:to>
                                        <p:strVal val="visible"/>
                                      </p:to>
                                    </p:set>
                                    <p:anim calcmode="lin" valueType="num">
                                      <p:cBhvr additive="base">
                                        <p:cTn id="102" dur="500" fill="hold"/>
                                        <p:tgtEl>
                                          <p:spTgt spid="37"/>
                                        </p:tgtEl>
                                        <p:attrNameLst>
                                          <p:attrName>ppt_x</p:attrName>
                                        </p:attrNameLst>
                                      </p:cBhvr>
                                      <p:tavLst>
                                        <p:tav tm="0">
                                          <p:val>
                                            <p:strVal val="#ppt_x"/>
                                          </p:val>
                                        </p:tav>
                                        <p:tav tm="100000">
                                          <p:val>
                                            <p:strVal val="#ppt_x"/>
                                          </p:val>
                                        </p:tav>
                                      </p:tavLst>
                                    </p:anim>
                                    <p:anim calcmode="lin" valueType="num">
                                      <p:cBhvr additive="base">
                                        <p:cTn id="103" dur="500" fill="hold"/>
                                        <p:tgtEl>
                                          <p:spTgt spid="37"/>
                                        </p:tgtEl>
                                        <p:attrNameLst>
                                          <p:attrName>ppt_y</p:attrName>
                                        </p:attrNameLst>
                                      </p:cBhvr>
                                      <p:tavLst>
                                        <p:tav tm="0">
                                          <p:val>
                                            <p:strVal val="1+#ppt_h/2"/>
                                          </p:val>
                                        </p:tav>
                                        <p:tav tm="100000">
                                          <p:val>
                                            <p:strVal val="#ppt_y"/>
                                          </p:val>
                                        </p:tav>
                                      </p:tavLst>
                                    </p:anim>
                                  </p:childTnLst>
                                </p:cTn>
                              </p:par>
                              <p:par>
                                <p:cTn id="104" presetID="2" presetClass="entr" presetSubtype="4" fill="hold" grpId="0" nodeType="withEffect">
                                  <p:stCondLst>
                                    <p:cond delay="0"/>
                                  </p:stCondLst>
                                  <p:childTnLst>
                                    <p:set>
                                      <p:cBhvr>
                                        <p:cTn id="105" dur="1" fill="hold">
                                          <p:stCondLst>
                                            <p:cond delay="0"/>
                                          </p:stCondLst>
                                        </p:cTn>
                                        <p:tgtEl>
                                          <p:spTgt spid="38"/>
                                        </p:tgtEl>
                                        <p:attrNameLst>
                                          <p:attrName>style.visibility</p:attrName>
                                        </p:attrNameLst>
                                      </p:cBhvr>
                                      <p:to>
                                        <p:strVal val="visible"/>
                                      </p:to>
                                    </p:set>
                                    <p:anim calcmode="lin" valueType="num">
                                      <p:cBhvr additive="base">
                                        <p:cTn id="106" dur="500" fill="hold"/>
                                        <p:tgtEl>
                                          <p:spTgt spid="38"/>
                                        </p:tgtEl>
                                        <p:attrNameLst>
                                          <p:attrName>ppt_x</p:attrName>
                                        </p:attrNameLst>
                                      </p:cBhvr>
                                      <p:tavLst>
                                        <p:tav tm="0">
                                          <p:val>
                                            <p:strVal val="#ppt_x"/>
                                          </p:val>
                                        </p:tav>
                                        <p:tav tm="100000">
                                          <p:val>
                                            <p:strVal val="#ppt_x"/>
                                          </p:val>
                                        </p:tav>
                                      </p:tavLst>
                                    </p:anim>
                                    <p:anim calcmode="lin" valueType="num">
                                      <p:cBhvr additive="base">
                                        <p:cTn id="107" dur="500" fill="hold"/>
                                        <p:tgtEl>
                                          <p:spTgt spid="38"/>
                                        </p:tgtEl>
                                        <p:attrNameLst>
                                          <p:attrName>ppt_y</p:attrName>
                                        </p:attrNameLst>
                                      </p:cBhvr>
                                      <p:tavLst>
                                        <p:tav tm="0">
                                          <p:val>
                                            <p:strVal val="1+#ppt_h/2"/>
                                          </p:val>
                                        </p:tav>
                                        <p:tav tm="100000">
                                          <p:val>
                                            <p:strVal val="#ppt_y"/>
                                          </p:val>
                                        </p:tav>
                                      </p:tavLst>
                                    </p:anim>
                                  </p:childTnLst>
                                </p:cTn>
                              </p:par>
                              <p:par>
                                <p:cTn id="108" presetID="2" presetClass="entr" presetSubtype="4" fill="hold" grpId="0" nodeType="withEffect">
                                  <p:stCondLst>
                                    <p:cond delay="0"/>
                                  </p:stCondLst>
                                  <p:childTnLst>
                                    <p:set>
                                      <p:cBhvr>
                                        <p:cTn id="109" dur="1" fill="hold">
                                          <p:stCondLst>
                                            <p:cond delay="0"/>
                                          </p:stCondLst>
                                        </p:cTn>
                                        <p:tgtEl>
                                          <p:spTgt spid="39"/>
                                        </p:tgtEl>
                                        <p:attrNameLst>
                                          <p:attrName>style.visibility</p:attrName>
                                        </p:attrNameLst>
                                      </p:cBhvr>
                                      <p:to>
                                        <p:strVal val="visible"/>
                                      </p:to>
                                    </p:set>
                                    <p:anim calcmode="lin" valueType="num">
                                      <p:cBhvr additive="base">
                                        <p:cTn id="110" dur="500" fill="hold"/>
                                        <p:tgtEl>
                                          <p:spTgt spid="39"/>
                                        </p:tgtEl>
                                        <p:attrNameLst>
                                          <p:attrName>ppt_x</p:attrName>
                                        </p:attrNameLst>
                                      </p:cBhvr>
                                      <p:tavLst>
                                        <p:tav tm="0">
                                          <p:val>
                                            <p:strVal val="#ppt_x"/>
                                          </p:val>
                                        </p:tav>
                                        <p:tav tm="100000">
                                          <p:val>
                                            <p:strVal val="#ppt_x"/>
                                          </p:val>
                                        </p:tav>
                                      </p:tavLst>
                                    </p:anim>
                                    <p:anim calcmode="lin" valueType="num">
                                      <p:cBhvr additive="base">
                                        <p:cTn id="111" dur="500" fill="hold"/>
                                        <p:tgtEl>
                                          <p:spTgt spid="39"/>
                                        </p:tgtEl>
                                        <p:attrNameLst>
                                          <p:attrName>ppt_y</p:attrName>
                                        </p:attrNameLst>
                                      </p:cBhvr>
                                      <p:tavLst>
                                        <p:tav tm="0">
                                          <p:val>
                                            <p:strVal val="1+#ppt_h/2"/>
                                          </p:val>
                                        </p:tav>
                                        <p:tav tm="100000">
                                          <p:val>
                                            <p:strVal val="#ppt_y"/>
                                          </p:val>
                                        </p:tav>
                                      </p:tavLst>
                                    </p:anim>
                                  </p:childTnLst>
                                </p:cTn>
                              </p:par>
                              <p:par>
                                <p:cTn id="112" presetID="2" presetClass="entr" presetSubtype="4" fill="hold" grpId="0" nodeType="withEffect">
                                  <p:stCondLst>
                                    <p:cond delay="0"/>
                                  </p:stCondLst>
                                  <p:childTnLst>
                                    <p:set>
                                      <p:cBhvr>
                                        <p:cTn id="113" dur="1" fill="hold">
                                          <p:stCondLst>
                                            <p:cond delay="0"/>
                                          </p:stCondLst>
                                        </p:cTn>
                                        <p:tgtEl>
                                          <p:spTgt spid="40"/>
                                        </p:tgtEl>
                                        <p:attrNameLst>
                                          <p:attrName>style.visibility</p:attrName>
                                        </p:attrNameLst>
                                      </p:cBhvr>
                                      <p:to>
                                        <p:strVal val="visible"/>
                                      </p:to>
                                    </p:set>
                                    <p:anim calcmode="lin" valueType="num">
                                      <p:cBhvr additive="base">
                                        <p:cTn id="114" dur="500" fill="hold"/>
                                        <p:tgtEl>
                                          <p:spTgt spid="40"/>
                                        </p:tgtEl>
                                        <p:attrNameLst>
                                          <p:attrName>ppt_x</p:attrName>
                                        </p:attrNameLst>
                                      </p:cBhvr>
                                      <p:tavLst>
                                        <p:tav tm="0">
                                          <p:val>
                                            <p:strVal val="#ppt_x"/>
                                          </p:val>
                                        </p:tav>
                                        <p:tav tm="100000">
                                          <p:val>
                                            <p:strVal val="#ppt_x"/>
                                          </p:val>
                                        </p:tav>
                                      </p:tavLst>
                                    </p:anim>
                                    <p:anim calcmode="lin" valueType="num">
                                      <p:cBhvr additive="base">
                                        <p:cTn id="115" dur="500" fill="hold"/>
                                        <p:tgtEl>
                                          <p:spTgt spid="40"/>
                                        </p:tgtEl>
                                        <p:attrNameLst>
                                          <p:attrName>ppt_y</p:attrName>
                                        </p:attrNameLst>
                                      </p:cBhvr>
                                      <p:tavLst>
                                        <p:tav tm="0">
                                          <p:val>
                                            <p:strVal val="1+#ppt_h/2"/>
                                          </p:val>
                                        </p:tav>
                                        <p:tav tm="100000">
                                          <p:val>
                                            <p:strVal val="#ppt_y"/>
                                          </p:val>
                                        </p:tav>
                                      </p:tavLst>
                                    </p:anim>
                                  </p:childTnLst>
                                </p:cTn>
                              </p:par>
                              <p:par>
                                <p:cTn id="116" presetID="2" presetClass="entr" presetSubtype="4" fill="hold" grpId="0" nodeType="withEffect">
                                  <p:stCondLst>
                                    <p:cond delay="0"/>
                                  </p:stCondLst>
                                  <p:childTnLst>
                                    <p:set>
                                      <p:cBhvr>
                                        <p:cTn id="117" dur="1" fill="hold">
                                          <p:stCondLst>
                                            <p:cond delay="0"/>
                                          </p:stCondLst>
                                        </p:cTn>
                                        <p:tgtEl>
                                          <p:spTgt spid="41"/>
                                        </p:tgtEl>
                                        <p:attrNameLst>
                                          <p:attrName>style.visibility</p:attrName>
                                        </p:attrNameLst>
                                      </p:cBhvr>
                                      <p:to>
                                        <p:strVal val="visible"/>
                                      </p:to>
                                    </p:set>
                                    <p:anim calcmode="lin" valueType="num">
                                      <p:cBhvr additive="base">
                                        <p:cTn id="118" dur="500" fill="hold"/>
                                        <p:tgtEl>
                                          <p:spTgt spid="41"/>
                                        </p:tgtEl>
                                        <p:attrNameLst>
                                          <p:attrName>ppt_x</p:attrName>
                                        </p:attrNameLst>
                                      </p:cBhvr>
                                      <p:tavLst>
                                        <p:tav tm="0">
                                          <p:val>
                                            <p:strVal val="#ppt_x"/>
                                          </p:val>
                                        </p:tav>
                                        <p:tav tm="100000">
                                          <p:val>
                                            <p:strVal val="#ppt_x"/>
                                          </p:val>
                                        </p:tav>
                                      </p:tavLst>
                                    </p:anim>
                                    <p:anim calcmode="lin" valueType="num">
                                      <p:cBhvr additive="base">
                                        <p:cTn id="119" dur="500" fill="hold"/>
                                        <p:tgtEl>
                                          <p:spTgt spid="41"/>
                                        </p:tgtEl>
                                        <p:attrNameLst>
                                          <p:attrName>ppt_y</p:attrName>
                                        </p:attrNameLst>
                                      </p:cBhvr>
                                      <p:tavLst>
                                        <p:tav tm="0">
                                          <p:val>
                                            <p:strVal val="1+#ppt_h/2"/>
                                          </p:val>
                                        </p:tav>
                                        <p:tav tm="100000">
                                          <p:val>
                                            <p:strVal val="#ppt_y"/>
                                          </p:val>
                                        </p:tav>
                                      </p:tavLst>
                                    </p:anim>
                                  </p:childTnLst>
                                </p:cTn>
                              </p:par>
                              <p:par>
                                <p:cTn id="120" presetID="2" presetClass="entr" presetSubtype="4" fill="hold" grpId="0" nodeType="withEffect">
                                  <p:stCondLst>
                                    <p:cond delay="0"/>
                                  </p:stCondLst>
                                  <p:childTnLst>
                                    <p:set>
                                      <p:cBhvr>
                                        <p:cTn id="121" dur="1" fill="hold">
                                          <p:stCondLst>
                                            <p:cond delay="0"/>
                                          </p:stCondLst>
                                        </p:cTn>
                                        <p:tgtEl>
                                          <p:spTgt spid="42"/>
                                        </p:tgtEl>
                                        <p:attrNameLst>
                                          <p:attrName>style.visibility</p:attrName>
                                        </p:attrNameLst>
                                      </p:cBhvr>
                                      <p:to>
                                        <p:strVal val="visible"/>
                                      </p:to>
                                    </p:set>
                                    <p:anim calcmode="lin" valueType="num">
                                      <p:cBhvr additive="base">
                                        <p:cTn id="122" dur="500" fill="hold"/>
                                        <p:tgtEl>
                                          <p:spTgt spid="42"/>
                                        </p:tgtEl>
                                        <p:attrNameLst>
                                          <p:attrName>ppt_x</p:attrName>
                                        </p:attrNameLst>
                                      </p:cBhvr>
                                      <p:tavLst>
                                        <p:tav tm="0">
                                          <p:val>
                                            <p:strVal val="#ppt_x"/>
                                          </p:val>
                                        </p:tav>
                                        <p:tav tm="100000">
                                          <p:val>
                                            <p:strVal val="#ppt_x"/>
                                          </p:val>
                                        </p:tav>
                                      </p:tavLst>
                                    </p:anim>
                                    <p:anim calcmode="lin" valueType="num">
                                      <p:cBhvr additive="base">
                                        <p:cTn id="123" dur="500" fill="hold"/>
                                        <p:tgtEl>
                                          <p:spTgt spid="42"/>
                                        </p:tgtEl>
                                        <p:attrNameLst>
                                          <p:attrName>ppt_y</p:attrName>
                                        </p:attrNameLst>
                                      </p:cBhvr>
                                      <p:tavLst>
                                        <p:tav tm="0">
                                          <p:val>
                                            <p:strVal val="1+#ppt_h/2"/>
                                          </p:val>
                                        </p:tav>
                                        <p:tav tm="100000">
                                          <p:val>
                                            <p:strVal val="#ppt_y"/>
                                          </p:val>
                                        </p:tav>
                                      </p:tavLst>
                                    </p:anim>
                                  </p:childTnLst>
                                </p:cTn>
                              </p:par>
                              <p:par>
                                <p:cTn id="124" presetID="2" presetClass="entr" presetSubtype="4" fill="hold" grpId="0" nodeType="withEffect">
                                  <p:stCondLst>
                                    <p:cond delay="0"/>
                                  </p:stCondLst>
                                  <p:childTnLst>
                                    <p:set>
                                      <p:cBhvr>
                                        <p:cTn id="125" dur="1" fill="hold">
                                          <p:stCondLst>
                                            <p:cond delay="0"/>
                                          </p:stCondLst>
                                        </p:cTn>
                                        <p:tgtEl>
                                          <p:spTgt spid="43"/>
                                        </p:tgtEl>
                                        <p:attrNameLst>
                                          <p:attrName>style.visibility</p:attrName>
                                        </p:attrNameLst>
                                      </p:cBhvr>
                                      <p:to>
                                        <p:strVal val="visible"/>
                                      </p:to>
                                    </p:set>
                                    <p:anim calcmode="lin" valueType="num">
                                      <p:cBhvr additive="base">
                                        <p:cTn id="126" dur="500" fill="hold"/>
                                        <p:tgtEl>
                                          <p:spTgt spid="43"/>
                                        </p:tgtEl>
                                        <p:attrNameLst>
                                          <p:attrName>ppt_x</p:attrName>
                                        </p:attrNameLst>
                                      </p:cBhvr>
                                      <p:tavLst>
                                        <p:tav tm="0">
                                          <p:val>
                                            <p:strVal val="#ppt_x"/>
                                          </p:val>
                                        </p:tav>
                                        <p:tav tm="100000">
                                          <p:val>
                                            <p:strVal val="#ppt_x"/>
                                          </p:val>
                                        </p:tav>
                                      </p:tavLst>
                                    </p:anim>
                                    <p:anim calcmode="lin" valueType="num">
                                      <p:cBhvr additive="base">
                                        <p:cTn id="127" dur="500" fill="hold"/>
                                        <p:tgtEl>
                                          <p:spTgt spid="43"/>
                                        </p:tgtEl>
                                        <p:attrNameLst>
                                          <p:attrName>ppt_y</p:attrName>
                                        </p:attrNameLst>
                                      </p:cBhvr>
                                      <p:tavLst>
                                        <p:tav tm="0">
                                          <p:val>
                                            <p:strVal val="1+#ppt_h/2"/>
                                          </p:val>
                                        </p:tav>
                                        <p:tav tm="100000">
                                          <p:val>
                                            <p:strVal val="#ppt_y"/>
                                          </p:val>
                                        </p:tav>
                                      </p:tavLst>
                                    </p:anim>
                                  </p:childTnLst>
                                </p:cTn>
                              </p:par>
                              <p:par>
                                <p:cTn id="128" presetID="2" presetClass="entr" presetSubtype="4" fill="hold" grpId="0" nodeType="withEffect">
                                  <p:stCondLst>
                                    <p:cond delay="0"/>
                                  </p:stCondLst>
                                  <p:childTnLst>
                                    <p:set>
                                      <p:cBhvr>
                                        <p:cTn id="129" dur="1" fill="hold">
                                          <p:stCondLst>
                                            <p:cond delay="0"/>
                                          </p:stCondLst>
                                        </p:cTn>
                                        <p:tgtEl>
                                          <p:spTgt spid="44"/>
                                        </p:tgtEl>
                                        <p:attrNameLst>
                                          <p:attrName>style.visibility</p:attrName>
                                        </p:attrNameLst>
                                      </p:cBhvr>
                                      <p:to>
                                        <p:strVal val="visible"/>
                                      </p:to>
                                    </p:set>
                                    <p:anim calcmode="lin" valueType="num">
                                      <p:cBhvr additive="base">
                                        <p:cTn id="130" dur="500" fill="hold"/>
                                        <p:tgtEl>
                                          <p:spTgt spid="44"/>
                                        </p:tgtEl>
                                        <p:attrNameLst>
                                          <p:attrName>ppt_x</p:attrName>
                                        </p:attrNameLst>
                                      </p:cBhvr>
                                      <p:tavLst>
                                        <p:tav tm="0">
                                          <p:val>
                                            <p:strVal val="#ppt_x"/>
                                          </p:val>
                                        </p:tav>
                                        <p:tav tm="100000">
                                          <p:val>
                                            <p:strVal val="#ppt_x"/>
                                          </p:val>
                                        </p:tav>
                                      </p:tavLst>
                                    </p:anim>
                                    <p:anim calcmode="lin" valueType="num">
                                      <p:cBhvr additive="base">
                                        <p:cTn id="131" dur="500" fill="hold"/>
                                        <p:tgtEl>
                                          <p:spTgt spid="44"/>
                                        </p:tgtEl>
                                        <p:attrNameLst>
                                          <p:attrName>ppt_y</p:attrName>
                                        </p:attrNameLst>
                                      </p:cBhvr>
                                      <p:tavLst>
                                        <p:tav tm="0">
                                          <p:val>
                                            <p:strVal val="1+#ppt_h/2"/>
                                          </p:val>
                                        </p:tav>
                                        <p:tav tm="100000">
                                          <p:val>
                                            <p:strVal val="#ppt_y"/>
                                          </p:val>
                                        </p:tav>
                                      </p:tavLst>
                                    </p:anim>
                                  </p:childTnLst>
                                </p:cTn>
                              </p:par>
                              <p:par>
                                <p:cTn id="132" presetID="2" presetClass="entr" presetSubtype="4" fill="hold" grpId="0" nodeType="withEffect">
                                  <p:stCondLst>
                                    <p:cond delay="0"/>
                                  </p:stCondLst>
                                  <p:childTnLst>
                                    <p:set>
                                      <p:cBhvr>
                                        <p:cTn id="133" dur="1" fill="hold">
                                          <p:stCondLst>
                                            <p:cond delay="0"/>
                                          </p:stCondLst>
                                        </p:cTn>
                                        <p:tgtEl>
                                          <p:spTgt spid="45"/>
                                        </p:tgtEl>
                                        <p:attrNameLst>
                                          <p:attrName>style.visibility</p:attrName>
                                        </p:attrNameLst>
                                      </p:cBhvr>
                                      <p:to>
                                        <p:strVal val="visible"/>
                                      </p:to>
                                    </p:set>
                                    <p:anim calcmode="lin" valueType="num">
                                      <p:cBhvr additive="base">
                                        <p:cTn id="134" dur="500" fill="hold"/>
                                        <p:tgtEl>
                                          <p:spTgt spid="45"/>
                                        </p:tgtEl>
                                        <p:attrNameLst>
                                          <p:attrName>ppt_x</p:attrName>
                                        </p:attrNameLst>
                                      </p:cBhvr>
                                      <p:tavLst>
                                        <p:tav tm="0">
                                          <p:val>
                                            <p:strVal val="#ppt_x"/>
                                          </p:val>
                                        </p:tav>
                                        <p:tav tm="100000">
                                          <p:val>
                                            <p:strVal val="#ppt_x"/>
                                          </p:val>
                                        </p:tav>
                                      </p:tavLst>
                                    </p:anim>
                                    <p:anim calcmode="lin" valueType="num">
                                      <p:cBhvr additive="base">
                                        <p:cTn id="135" dur="500" fill="hold"/>
                                        <p:tgtEl>
                                          <p:spTgt spid="45"/>
                                        </p:tgtEl>
                                        <p:attrNameLst>
                                          <p:attrName>ppt_y</p:attrName>
                                        </p:attrNameLst>
                                      </p:cBhvr>
                                      <p:tavLst>
                                        <p:tav tm="0">
                                          <p:val>
                                            <p:strVal val="1+#ppt_h/2"/>
                                          </p:val>
                                        </p:tav>
                                        <p:tav tm="100000">
                                          <p:val>
                                            <p:strVal val="#ppt_y"/>
                                          </p:val>
                                        </p:tav>
                                      </p:tavLst>
                                    </p:anim>
                                  </p:childTnLst>
                                </p:cTn>
                              </p:par>
                              <p:par>
                                <p:cTn id="136" presetID="2" presetClass="entr" presetSubtype="4" fill="hold" grpId="0" nodeType="withEffect">
                                  <p:stCondLst>
                                    <p:cond delay="0"/>
                                  </p:stCondLst>
                                  <p:childTnLst>
                                    <p:set>
                                      <p:cBhvr>
                                        <p:cTn id="137" dur="1" fill="hold">
                                          <p:stCondLst>
                                            <p:cond delay="0"/>
                                          </p:stCondLst>
                                        </p:cTn>
                                        <p:tgtEl>
                                          <p:spTgt spid="46"/>
                                        </p:tgtEl>
                                        <p:attrNameLst>
                                          <p:attrName>style.visibility</p:attrName>
                                        </p:attrNameLst>
                                      </p:cBhvr>
                                      <p:to>
                                        <p:strVal val="visible"/>
                                      </p:to>
                                    </p:set>
                                    <p:anim calcmode="lin" valueType="num">
                                      <p:cBhvr additive="base">
                                        <p:cTn id="138" dur="500" fill="hold"/>
                                        <p:tgtEl>
                                          <p:spTgt spid="46"/>
                                        </p:tgtEl>
                                        <p:attrNameLst>
                                          <p:attrName>ppt_x</p:attrName>
                                        </p:attrNameLst>
                                      </p:cBhvr>
                                      <p:tavLst>
                                        <p:tav tm="0">
                                          <p:val>
                                            <p:strVal val="#ppt_x"/>
                                          </p:val>
                                        </p:tav>
                                        <p:tav tm="100000">
                                          <p:val>
                                            <p:strVal val="#ppt_x"/>
                                          </p:val>
                                        </p:tav>
                                      </p:tavLst>
                                    </p:anim>
                                    <p:anim calcmode="lin" valueType="num">
                                      <p:cBhvr additive="base">
                                        <p:cTn id="139" dur="500" fill="hold"/>
                                        <p:tgtEl>
                                          <p:spTgt spid="46"/>
                                        </p:tgtEl>
                                        <p:attrNameLst>
                                          <p:attrName>ppt_y</p:attrName>
                                        </p:attrNameLst>
                                      </p:cBhvr>
                                      <p:tavLst>
                                        <p:tav tm="0">
                                          <p:val>
                                            <p:strVal val="1+#ppt_h/2"/>
                                          </p:val>
                                        </p:tav>
                                        <p:tav tm="100000">
                                          <p:val>
                                            <p:strVal val="#ppt_y"/>
                                          </p:val>
                                        </p:tav>
                                      </p:tavLst>
                                    </p:anim>
                                  </p:childTnLst>
                                </p:cTn>
                              </p:par>
                              <p:par>
                                <p:cTn id="140" presetID="2" presetClass="entr" presetSubtype="4" fill="hold" grpId="0" nodeType="withEffect">
                                  <p:stCondLst>
                                    <p:cond delay="0"/>
                                  </p:stCondLst>
                                  <p:childTnLst>
                                    <p:set>
                                      <p:cBhvr>
                                        <p:cTn id="141" dur="1" fill="hold">
                                          <p:stCondLst>
                                            <p:cond delay="0"/>
                                          </p:stCondLst>
                                        </p:cTn>
                                        <p:tgtEl>
                                          <p:spTgt spid="47"/>
                                        </p:tgtEl>
                                        <p:attrNameLst>
                                          <p:attrName>style.visibility</p:attrName>
                                        </p:attrNameLst>
                                      </p:cBhvr>
                                      <p:to>
                                        <p:strVal val="visible"/>
                                      </p:to>
                                    </p:set>
                                    <p:anim calcmode="lin" valueType="num">
                                      <p:cBhvr additive="base">
                                        <p:cTn id="142" dur="500" fill="hold"/>
                                        <p:tgtEl>
                                          <p:spTgt spid="47"/>
                                        </p:tgtEl>
                                        <p:attrNameLst>
                                          <p:attrName>ppt_x</p:attrName>
                                        </p:attrNameLst>
                                      </p:cBhvr>
                                      <p:tavLst>
                                        <p:tav tm="0">
                                          <p:val>
                                            <p:strVal val="#ppt_x"/>
                                          </p:val>
                                        </p:tav>
                                        <p:tav tm="100000">
                                          <p:val>
                                            <p:strVal val="#ppt_x"/>
                                          </p:val>
                                        </p:tav>
                                      </p:tavLst>
                                    </p:anim>
                                    <p:anim calcmode="lin" valueType="num">
                                      <p:cBhvr additive="base">
                                        <p:cTn id="143" dur="500" fill="hold"/>
                                        <p:tgtEl>
                                          <p:spTgt spid="47"/>
                                        </p:tgtEl>
                                        <p:attrNameLst>
                                          <p:attrName>ppt_y</p:attrName>
                                        </p:attrNameLst>
                                      </p:cBhvr>
                                      <p:tavLst>
                                        <p:tav tm="0">
                                          <p:val>
                                            <p:strVal val="1+#ppt_h/2"/>
                                          </p:val>
                                        </p:tav>
                                        <p:tav tm="100000">
                                          <p:val>
                                            <p:strVal val="#ppt_y"/>
                                          </p:val>
                                        </p:tav>
                                      </p:tavLst>
                                    </p:anim>
                                  </p:childTnLst>
                                </p:cTn>
                              </p:par>
                              <p:par>
                                <p:cTn id="144" presetID="2" presetClass="entr" presetSubtype="4" fill="hold" grpId="0" nodeType="withEffect">
                                  <p:stCondLst>
                                    <p:cond delay="0"/>
                                  </p:stCondLst>
                                  <p:childTnLst>
                                    <p:set>
                                      <p:cBhvr>
                                        <p:cTn id="145" dur="1" fill="hold">
                                          <p:stCondLst>
                                            <p:cond delay="0"/>
                                          </p:stCondLst>
                                        </p:cTn>
                                        <p:tgtEl>
                                          <p:spTgt spid="48"/>
                                        </p:tgtEl>
                                        <p:attrNameLst>
                                          <p:attrName>style.visibility</p:attrName>
                                        </p:attrNameLst>
                                      </p:cBhvr>
                                      <p:to>
                                        <p:strVal val="visible"/>
                                      </p:to>
                                    </p:set>
                                    <p:anim calcmode="lin" valueType="num">
                                      <p:cBhvr additive="base">
                                        <p:cTn id="146" dur="500" fill="hold"/>
                                        <p:tgtEl>
                                          <p:spTgt spid="48"/>
                                        </p:tgtEl>
                                        <p:attrNameLst>
                                          <p:attrName>ppt_x</p:attrName>
                                        </p:attrNameLst>
                                      </p:cBhvr>
                                      <p:tavLst>
                                        <p:tav tm="0">
                                          <p:val>
                                            <p:strVal val="#ppt_x"/>
                                          </p:val>
                                        </p:tav>
                                        <p:tav tm="100000">
                                          <p:val>
                                            <p:strVal val="#ppt_x"/>
                                          </p:val>
                                        </p:tav>
                                      </p:tavLst>
                                    </p:anim>
                                    <p:anim calcmode="lin" valueType="num">
                                      <p:cBhvr additive="base">
                                        <p:cTn id="147" dur="500" fill="hold"/>
                                        <p:tgtEl>
                                          <p:spTgt spid="48"/>
                                        </p:tgtEl>
                                        <p:attrNameLst>
                                          <p:attrName>ppt_y</p:attrName>
                                        </p:attrNameLst>
                                      </p:cBhvr>
                                      <p:tavLst>
                                        <p:tav tm="0">
                                          <p:val>
                                            <p:strVal val="1+#ppt_h/2"/>
                                          </p:val>
                                        </p:tav>
                                        <p:tav tm="100000">
                                          <p:val>
                                            <p:strVal val="#ppt_y"/>
                                          </p:val>
                                        </p:tav>
                                      </p:tavLst>
                                    </p:anim>
                                  </p:childTnLst>
                                </p:cTn>
                              </p:par>
                              <p:par>
                                <p:cTn id="148" presetID="2" presetClass="entr" presetSubtype="4" fill="hold" grpId="0" nodeType="withEffect">
                                  <p:stCondLst>
                                    <p:cond delay="0"/>
                                  </p:stCondLst>
                                  <p:childTnLst>
                                    <p:set>
                                      <p:cBhvr>
                                        <p:cTn id="149" dur="1" fill="hold">
                                          <p:stCondLst>
                                            <p:cond delay="0"/>
                                          </p:stCondLst>
                                        </p:cTn>
                                        <p:tgtEl>
                                          <p:spTgt spid="49"/>
                                        </p:tgtEl>
                                        <p:attrNameLst>
                                          <p:attrName>style.visibility</p:attrName>
                                        </p:attrNameLst>
                                      </p:cBhvr>
                                      <p:to>
                                        <p:strVal val="visible"/>
                                      </p:to>
                                    </p:set>
                                    <p:anim calcmode="lin" valueType="num">
                                      <p:cBhvr additive="base">
                                        <p:cTn id="150" dur="500" fill="hold"/>
                                        <p:tgtEl>
                                          <p:spTgt spid="49"/>
                                        </p:tgtEl>
                                        <p:attrNameLst>
                                          <p:attrName>ppt_x</p:attrName>
                                        </p:attrNameLst>
                                      </p:cBhvr>
                                      <p:tavLst>
                                        <p:tav tm="0">
                                          <p:val>
                                            <p:strVal val="#ppt_x"/>
                                          </p:val>
                                        </p:tav>
                                        <p:tav tm="100000">
                                          <p:val>
                                            <p:strVal val="#ppt_x"/>
                                          </p:val>
                                        </p:tav>
                                      </p:tavLst>
                                    </p:anim>
                                    <p:anim calcmode="lin" valueType="num">
                                      <p:cBhvr additive="base">
                                        <p:cTn id="151" dur="500" fill="hold"/>
                                        <p:tgtEl>
                                          <p:spTgt spid="49"/>
                                        </p:tgtEl>
                                        <p:attrNameLst>
                                          <p:attrName>ppt_y</p:attrName>
                                        </p:attrNameLst>
                                      </p:cBhvr>
                                      <p:tavLst>
                                        <p:tav tm="0">
                                          <p:val>
                                            <p:strVal val="1+#ppt_h/2"/>
                                          </p:val>
                                        </p:tav>
                                        <p:tav tm="100000">
                                          <p:val>
                                            <p:strVal val="#ppt_y"/>
                                          </p:val>
                                        </p:tav>
                                      </p:tavLst>
                                    </p:anim>
                                  </p:childTnLst>
                                </p:cTn>
                              </p:par>
                              <p:par>
                                <p:cTn id="152" presetID="2" presetClass="entr" presetSubtype="4" fill="hold" grpId="0" nodeType="withEffect">
                                  <p:stCondLst>
                                    <p:cond delay="0"/>
                                  </p:stCondLst>
                                  <p:childTnLst>
                                    <p:set>
                                      <p:cBhvr>
                                        <p:cTn id="153" dur="1" fill="hold">
                                          <p:stCondLst>
                                            <p:cond delay="0"/>
                                          </p:stCondLst>
                                        </p:cTn>
                                        <p:tgtEl>
                                          <p:spTgt spid="50"/>
                                        </p:tgtEl>
                                        <p:attrNameLst>
                                          <p:attrName>style.visibility</p:attrName>
                                        </p:attrNameLst>
                                      </p:cBhvr>
                                      <p:to>
                                        <p:strVal val="visible"/>
                                      </p:to>
                                    </p:set>
                                    <p:anim calcmode="lin" valueType="num">
                                      <p:cBhvr additive="base">
                                        <p:cTn id="154" dur="500" fill="hold"/>
                                        <p:tgtEl>
                                          <p:spTgt spid="50"/>
                                        </p:tgtEl>
                                        <p:attrNameLst>
                                          <p:attrName>ppt_x</p:attrName>
                                        </p:attrNameLst>
                                      </p:cBhvr>
                                      <p:tavLst>
                                        <p:tav tm="0">
                                          <p:val>
                                            <p:strVal val="#ppt_x"/>
                                          </p:val>
                                        </p:tav>
                                        <p:tav tm="100000">
                                          <p:val>
                                            <p:strVal val="#ppt_x"/>
                                          </p:val>
                                        </p:tav>
                                      </p:tavLst>
                                    </p:anim>
                                    <p:anim calcmode="lin" valueType="num">
                                      <p:cBhvr additive="base">
                                        <p:cTn id="155" dur="500" fill="hold"/>
                                        <p:tgtEl>
                                          <p:spTgt spid="50"/>
                                        </p:tgtEl>
                                        <p:attrNameLst>
                                          <p:attrName>ppt_y</p:attrName>
                                        </p:attrNameLst>
                                      </p:cBhvr>
                                      <p:tavLst>
                                        <p:tav tm="0">
                                          <p:val>
                                            <p:strVal val="1+#ppt_h/2"/>
                                          </p:val>
                                        </p:tav>
                                        <p:tav tm="100000">
                                          <p:val>
                                            <p:strVal val="#ppt_y"/>
                                          </p:val>
                                        </p:tav>
                                      </p:tavLst>
                                    </p:anim>
                                  </p:childTnLst>
                                </p:cTn>
                              </p:par>
                              <p:par>
                                <p:cTn id="156" presetID="2" presetClass="entr" presetSubtype="4" fill="hold" grpId="0" nodeType="withEffect">
                                  <p:stCondLst>
                                    <p:cond delay="0"/>
                                  </p:stCondLst>
                                  <p:childTnLst>
                                    <p:set>
                                      <p:cBhvr>
                                        <p:cTn id="157" dur="1" fill="hold">
                                          <p:stCondLst>
                                            <p:cond delay="0"/>
                                          </p:stCondLst>
                                        </p:cTn>
                                        <p:tgtEl>
                                          <p:spTgt spid="51"/>
                                        </p:tgtEl>
                                        <p:attrNameLst>
                                          <p:attrName>style.visibility</p:attrName>
                                        </p:attrNameLst>
                                      </p:cBhvr>
                                      <p:to>
                                        <p:strVal val="visible"/>
                                      </p:to>
                                    </p:set>
                                    <p:anim calcmode="lin" valueType="num">
                                      <p:cBhvr additive="base">
                                        <p:cTn id="158" dur="500" fill="hold"/>
                                        <p:tgtEl>
                                          <p:spTgt spid="51"/>
                                        </p:tgtEl>
                                        <p:attrNameLst>
                                          <p:attrName>ppt_x</p:attrName>
                                        </p:attrNameLst>
                                      </p:cBhvr>
                                      <p:tavLst>
                                        <p:tav tm="0">
                                          <p:val>
                                            <p:strVal val="#ppt_x"/>
                                          </p:val>
                                        </p:tav>
                                        <p:tav tm="100000">
                                          <p:val>
                                            <p:strVal val="#ppt_x"/>
                                          </p:val>
                                        </p:tav>
                                      </p:tavLst>
                                    </p:anim>
                                    <p:anim calcmode="lin" valueType="num">
                                      <p:cBhvr additive="base">
                                        <p:cTn id="159" dur="500" fill="hold"/>
                                        <p:tgtEl>
                                          <p:spTgt spid="51"/>
                                        </p:tgtEl>
                                        <p:attrNameLst>
                                          <p:attrName>ppt_y</p:attrName>
                                        </p:attrNameLst>
                                      </p:cBhvr>
                                      <p:tavLst>
                                        <p:tav tm="0">
                                          <p:val>
                                            <p:strVal val="1+#ppt_h/2"/>
                                          </p:val>
                                        </p:tav>
                                        <p:tav tm="100000">
                                          <p:val>
                                            <p:strVal val="#ppt_y"/>
                                          </p:val>
                                        </p:tav>
                                      </p:tavLst>
                                    </p:anim>
                                  </p:childTnLst>
                                </p:cTn>
                              </p:par>
                              <p:par>
                                <p:cTn id="160" presetID="2" presetClass="entr" presetSubtype="4" fill="hold" grpId="0" nodeType="withEffect">
                                  <p:stCondLst>
                                    <p:cond delay="0"/>
                                  </p:stCondLst>
                                  <p:childTnLst>
                                    <p:set>
                                      <p:cBhvr>
                                        <p:cTn id="161" dur="1" fill="hold">
                                          <p:stCondLst>
                                            <p:cond delay="0"/>
                                          </p:stCondLst>
                                        </p:cTn>
                                        <p:tgtEl>
                                          <p:spTgt spid="52"/>
                                        </p:tgtEl>
                                        <p:attrNameLst>
                                          <p:attrName>style.visibility</p:attrName>
                                        </p:attrNameLst>
                                      </p:cBhvr>
                                      <p:to>
                                        <p:strVal val="visible"/>
                                      </p:to>
                                    </p:set>
                                    <p:anim calcmode="lin" valueType="num">
                                      <p:cBhvr additive="base">
                                        <p:cTn id="162" dur="500" fill="hold"/>
                                        <p:tgtEl>
                                          <p:spTgt spid="52"/>
                                        </p:tgtEl>
                                        <p:attrNameLst>
                                          <p:attrName>ppt_x</p:attrName>
                                        </p:attrNameLst>
                                      </p:cBhvr>
                                      <p:tavLst>
                                        <p:tav tm="0">
                                          <p:val>
                                            <p:strVal val="#ppt_x"/>
                                          </p:val>
                                        </p:tav>
                                        <p:tav tm="100000">
                                          <p:val>
                                            <p:strVal val="#ppt_x"/>
                                          </p:val>
                                        </p:tav>
                                      </p:tavLst>
                                    </p:anim>
                                    <p:anim calcmode="lin" valueType="num">
                                      <p:cBhvr additive="base">
                                        <p:cTn id="163" dur="500" fill="hold"/>
                                        <p:tgtEl>
                                          <p:spTgt spid="52"/>
                                        </p:tgtEl>
                                        <p:attrNameLst>
                                          <p:attrName>ppt_y</p:attrName>
                                        </p:attrNameLst>
                                      </p:cBhvr>
                                      <p:tavLst>
                                        <p:tav tm="0">
                                          <p:val>
                                            <p:strVal val="1+#ppt_h/2"/>
                                          </p:val>
                                        </p:tav>
                                        <p:tav tm="100000">
                                          <p:val>
                                            <p:strVal val="#ppt_y"/>
                                          </p:val>
                                        </p:tav>
                                      </p:tavLst>
                                    </p:anim>
                                  </p:childTnLst>
                                </p:cTn>
                              </p:par>
                              <p:par>
                                <p:cTn id="164" presetID="2" presetClass="entr" presetSubtype="4" fill="hold" grpId="0" nodeType="withEffect">
                                  <p:stCondLst>
                                    <p:cond delay="0"/>
                                  </p:stCondLst>
                                  <p:childTnLst>
                                    <p:set>
                                      <p:cBhvr>
                                        <p:cTn id="165" dur="1" fill="hold">
                                          <p:stCondLst>
                                            <p:cond delay="0"/>
                                          </p:stCondLst>
                                        </p:cTn>
                                        <p:tgtEl>
                                          <p:spTgt spid="53"/>
                                        </p:tgtEl>
                                        <p:attrNameLst>
                                          <p:attrName>style.visibility</p:attrName>
                                        </p:attrNameLst>
                                      </p:cBhvr>
                                      <p:to>
                                        <p:strVal val="visible"/>
                                      </p:to>
                                    </p:set>
                                    <p:anim calcmode="lin" valueType="num">
                                      <p:cBhvr additive="base">
                                        <p:cTn id="166" dur="500" fill="hold"/>
                                        <p:tgtEl>
                                          <p:spTgt spid="53"/>
                                        </p:tgtEl>
                                        <p:attrNameLst>
                                          <p:attrName>ppt_x</p:attrName>
                                        </p:attrNameLst>
                                      </p:cBhvr>
                                      <p:tavLst>
                                        <p:tav tm="0">
                                          <p:val>
                                            <p:strVal val="#ppt_x"/>
                                          </p:val>
                                        </p:tav>
                                        <p:tav tm="100000">
                                          <p:val>
                                            <p:strVal val="#ppt_x"/>
                                          </p:val>
                                        </p:tav>
                                      </p:tavLst>
                                    </p:anim>
                                    <p:anim calcmode="lin" valueType="num">
                                      <p:cBhvr additive="base">
                                        <p:cTn id="167" dur="500" fill="hold"/>
                                        <p:tgtEl>
                                          <p:spTgt spid="53"/>
                                        </p:tgtEl>
                                        <p:attrNameLst>
                                          <p:attrName>ppt_y</p:attrName>
                                        </p:attrNameLst>
                                      </p:cBhvr>
                                      <p:tavLst>
                                        <p:tav tm="0">
                                          <p:val>
                                            <p:strVal val="1+#ppt_h/2"/>
                                          </p:val>
                                        </p:tav>
                                        <p:tav tm="100000">
                                          <p:val>
                                            <p:strVal val="#ppt_y"/>
                                          </p:val>
                                        </p:tav>
                                      </p:tavLst>
                                    </p:anim>
                                  </p:childTnLst>
                                </p:cTn>
                              </p:par>
                              <p:par>
                                <p:cTn id="168" presetID="2" presetClass="entr" presetSubtype="4" fill="hold" grpId="0" nodeType="withEffect">
                                  <p:stCondLst>
                                    <p:cond delay="0"/>
                                  </p:stCondLst>
                                  <p:childTnLst>
                                    <p:set>
                                      <p:cBhvr>
                                        <p:cTn id="169" dur="1" fill="hold">
                                          <p:stCondLst>
                                            <p:cond delay="0"/>
                                          </p:stCondLst>
                                        </p:cTn>
                                        <p:tgtEl>
                                          <p:spTgt spid="54"/>
                                        </p:tgtEl>
                                        <p:attrNameLst>
                                          <p:attrName>style.visibility</p:attrName>
                                        </p:attrNameLst>
                                      </p:cBhvr>
                                      <p:to>
                                        <p:strVal val="visible"/>
                                      </p:to>
                                    </p:set>
                                    <p:anim calcmode="lin" valueType="num">
                                      <p:cBhvr additive="base">
                                        <p:cTn id="170" dur="500" fill="hold"/>
                                        <p:tgtEl>
                                          <p:spTgt spid="54"/>
                                        </p:tgtEl>
                                        <p:attrNameLst>
                                          <p:attrName>ppt_x</p:attrName>
                                        </p:attrNameLst>
                                      </p:cBhvr>
                                      <p:tavLst>
                                        <p:tav tm="0">
                                          <p:val>
                                            <p:strVal val="#ppt_x"/>
                                          </p:val>
                                        </p:tav>
                                        <p:tav tm="100000">
                                          <p:val>
                                            <p:strVal val="#ppt_x"/>
                                          </p:val>
                                        </p:tav>
                                      </p:tavLst>
                                    </p:anim>
                                    <p:anim calcmode="lin" valueType="num">
                                      <p:cBhvr additive="base">
                                        <p:cTn id="171" dur="500" fill="hold"/>
                                        <p:tgtEl>
                                          <p:spTgt spid="54"/>
                                        </p:tgtEl>
                                        <p:attrNameLst>
                                          <p:attrName>ppt_y</p:attrName>
                                        </p:attrNameLst>
                                      </p:cBhvr>
                                      <p:tavLst>
                                        <p:tav tm="0">
                                          <p:val>
                                            <p:strVal val="1+#ppt_h/2"/>
                                          </p:val>
                                        </p:tav>
                                        <p:tav tm="100000">
                                          <p:val>
                                            <p:strVal val="#ppt_y"/>
                                          </p:val>
                                        </p:tav>
                                      </p:tavLst>
                                    </p:anim>
                                  </p:childTnLst>
                                </p:cTn>
                              </p:par>
                              <p:par>
                                <p:cTn id="172" presetID="2" presetClass="entr" presetSubtype="4" fill="hold" grpId="0" nodeType="withEffect">
                                  <p:stCondLst>
                                    <p:cond delay="0"/>
                                  </p:stCondLst>
                                  <p:childTnLst>
                                    <p:set>
                                      <p:cBhvr>
                                        <p:cTn id="173" dur="1" fill="hold">
                                          <p:stCondLst>
                                            <p:cond delay="0"/>
                                          </p:stCondLst>
                                        </p:cTn>
                                        <p:tgtEl>
                                          <p:spTgt spid="55"/>
                                        </p:tgtEl>
                                        <p:attrNameLst>
                                          <p:attrName>style.visibility</p:attrName>
                                        </p:attrNameLst>
                                      </p:cBhvr>
                                      <p:to>
                                        <p:strVal val="visible"/>
                                      </p:to>
                                    </p:set>
                                    <p:anim calcmode="lin" valueType="num">
                                      <p:cBhvr additive="base">
                                        <p:cTn id="174" dur="500" fill="hold"/>
                                        <p:tgtEl>
                                          <p:spTgt spid="55"/>
                                        </p:tgtEl>
                                        <p:attrNameLst>
                                          <p:attrName>ppt_x</p:attrName>
                                        </p:attrNameLst>
                                      </p:cBhvr>
                                      <p:tavLst>
                                        <p:tav tm="0">
                                          <p:val>
                                            <p:strVal val="#ppt_x"/>
                                          </p:val>
                                        </p:tav>
                                        <p:tav tm="100000">
                                          <p:val>
                                            <p:strVal val="#ppt_x"/>
                                          </p:val>
                                        </p:tav>
                                      </p:tavLst>
                                    </p:anim>
                                    <p:anim calcmode="lin" valueType="num">
                                      <p:cBhvr additive="base">
                                        <p:cTn id="175" dur="500" fill="hold"/>
                                        <p:tgtEl>
                                          <p:spTgt spid="55"/>
                                        </p:tgtEl>
                                        <p:attrNameLst>
                                          <p:attrName>ppt_y</p:attrName>
                                        </p:attrNameLst>
                                      </p:cBhvr>
                                      <p:tavLst>
                                        <p:tav tm="0">
                                          <p:val>
                                            <p:strVal val="1+#ppt_h/2"/>
                                          </p:val>
                                        </p:tav>
                                        <p:tav tm="100000">
                                          <p:val>
                                            <p:strVal val="#ppt_y"/>
                                          </p:val>
                                        </p:tav>
                                      </p:tavLst>
                                    </p:anim>
                                  </p:childTnLst>
                                </p:cTn>
                              </p:par>
                              <p:par>
                                <p:cTn id="176" presetID="2" presetClass="entr" presetSubtype="4" fill="hold" grpId="0" nodeType="withEffect">
                                  <p:stCondLst>
                                    <p:cond delay="0"/>
                                  </p:stCondLst>
                                  <p:childTnLst>
                                    <p:set>
                                      <p:cBhvr>
                                        <p:cTn id="177" dur="1" fill="hold">
                                          <p:stCondLst>
                                            <p:cond delay="0"/>
                                          </p:stCondLst>
                                        </p:cTn>
                                        <p:tgtEl>
                                          <p:spTgt spid="56"/>
                                        </p:tgtEl>
                                        <p:attrNameLst>
                                          <p:attrName>style.visibility</p:attrName>
                                        </p:attrNameLst>
                                      </p:cBhvr>
                                      <p:to>
                                        <p:strVal val="visible"/>
                                      </p:to>
                                    </p:set>
                                    <p:anim calcmode="lin" valueType="num">
                                      <p:cBhvr additive="base">
                                        <p:cTn id="178" dur="500" fill="hold"/>
                                        <p:tgtEl>
                                          <p:spTgt spid="56"/>
                                        </p:tgtEl>
                                        <p:attrNameLst>
                                          <p:attrName>ppt_x</p:attrName>
                                        </p:attrNameLst>
                                      </p:cBhvr>
                                      <p:tavLst>
                                        <p:tav tm="0">
                                          <p:val>
                                            <p:strVal val="#ppt_x"/>
                                          </p:val>
                                        </p:tav>
                                        <p:tav tm="100000">
                                          <p:val>
                                            <p:strVal val="#ppt_x"/>
                                          </p:val>
                                        </p:tav>
                                      </p:tavLst>
                                    </p:anim>
                                    <p:anim calcmode="lin" valueType="num">
                                      <p:cBhvr additive="base">
                                        <p:cTn id="179" dur="500" fill="hold"/>
                                        <p:tgtEl>
                                          <p:spTgt spid="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P spid="11" grpId="0" animBg="1"/>
      <p:bldP spid="12" grpId="0" animBg="1"/>
      <p:bldP spid="14" grpId="0" animBg="1"/>
      <p:bldP spid="15" grpId="0" animBg="1"/>
      <p:bldP spid="16" grpId="0" animBg="1"/>
      <p:bldP spid="17" grpId="0" animBg="1"/>
      <p:bldP spid="19" grpId="0" animBg="1"/>
      <p:bldP spid="20" grpId="0" animBg="1"/>
      <p:bldP spid="21" grpId="0" animBg="1"/>
      <p:bldP spid="22" grpId="0" animBg="1"/>
      <p:bldP spid="24" grpId="0" animBg="1"/>
      <p:bldP spid="25" grpId="0" animBg="1"/>
      <p:bldP spid="26" grpId="0" animBg="1"/>
      <p:bldP spid="27" grpId="0" animBg="1"/>
      <p:bldP spid="29" grpId="0" animBg="1"/>
      <p:bldP spid="30" grpId="0" animBg="1"/>
      <p:bldP spid="31" grpId="0" animBg="1"/>
      <p:bldP spid="32"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101" name="Google Shape;105;p27">
            <a:extLst>
              <a:ext uri="{FF2B5EF4-FFF2-40B4-BE49-F238E27FC236}">
                <a16:creationId xmlns:a16="http://schemas.microsoft.com/office/drawing/2014/main" id="{1FC204F8-75D5-5FB1-C22F-13624A04EAAD}"/>
              </a:ext>
            </a:extLst>
          </p:cNvPr>
          <p:cNvSpPr/>
          <p:nvPr/>
        </p:nvSpPr>
        <p:spPr>
          <a:xfrm rot="5400000">
            <a:off x="-660076" y="646210"/>
            <a:ext cx="2201895" cy="881743"/>
          </a:xfrm>
          <a:prstGeom prst="triangle">
            <a:avLst>
              <a:gd name="adj" fmla="val 50411"/>
            </a:avLst>
          </a:prstGeom>
          <a:solidFill>
            <a:schemeClr val="accent1">
              <a:lumMod val="75000"/>
            </a:schemeClr>
          </a:solidFill>
          <a:ln/>
        </p:spPr>
        <p:style>
          <a:lnRef idx="2">
            <a:schemeClr val="accent1"/>
          </a:lnRef>
          <a:fillRef idx="1">
            <a:schemeClr val="lt1"/>
          </a:fillRef>
          <a:effectRef idx="0">
            <a:schemeClr val="accent1"/>
          </a:effectRef>
          <a:fontRef idx="minor">
            <a:schemeClr val="dk1"/>
          </a:fontRef>
        </p:style>
        <p:txBody>
          <a:bodyPr spcFirstLastPara="1" wrap="square" lIns="121900" tIns="121900" rIns="121900" bIns="121900" anchor="ctr" anchorCtr="0">
            <a:noAutofit/>
          </a:bodyPr>
          <a:lstStyle/>
          <a:p>
            <a:endParaRPr sz="2400"/>
          </a:p>
        </p:txBody>
      </p:sp>
      <p:sp>
        <p:nvSpPr>
          <p:cNvPr id="102" name="Google Shape;105;p27">
            <a:extLst>
              <a:ext uri="{FF2B5EF4-FFF2-40B4-BE49-F238E27FC236}">
                <a16:creationId xmlns:a16="http://schemas.microsoft.com/office/drawing/2014/main" id="{6FD52E30-0FC9-9B51-BE9E-D89D812BF19D}"/>
              </a:ext>
            </a:extLst>
          </p:cNvPr>
          <p:cNvSpPr/>
          <p:nvPr/>
        </p:nvSpPr>
        <p:spPr>
          <a:xfrm rot="16200000">
            <a:off x="10650181" y="5330638"/>
            <a:ext cx="2201895" cy="881743"/>
          </a:xfrm>
          <a:prstGeom prst="triangle">
            <a:avLst>
              <a:gd name="adj" fmla="val 50411"/>
            </a:avLst>
          </a:prstGeom>
          <a:solidFill>
            <a:schemeClr val="accent1">
              <a:lumMod val="75000"/>
            </a:schemeClr>
          </a:solidFill>
          <a:ln>
            <a:solidFill>
              <a:schemeClr val="accent1"/>
            </a:solidFill>
          </a:ln>
        </p:spPr>
        <p:txBody>
          <a:bodyPr spcFirstLastPara="1" wrap="square" lIns="121900" tIns="121900" rIns="121900" bIns="121900" anchor="ctr" anchorCtr="0">
            <a:noAutofit/>
          </a:bodyPr>
          <a:lstStyle/>
          <a:p>
            <a:endParaRPr sz="2400"/>
          </a:p>
        </p:txBody>
      </p:sp>
      <p:sp>
        <p:nvSpPr>
          <p:cNvPr id="2" name="Shape 0"/>
          <p:cNvSpPr/>
          <p:nvPr/>
        </p:nvSpPr>
        <p:spPr>
          <a:xfrm>
            <a:off x="548640" y="502920"/>
            <a:ext cx="164592" cy="164592"/>
          </a:xfrm>
          <a:prstGeom prst="rect">
            <a:avLst/>
          </a:prstGeom>
          <a:solidFill>
            <a:srgbClr val="06B6D4"/>
          </a:solidFill>
          <a:ln w="12700">
            <a:solidFill>
              <a:srgbClr val="06B6D4"/>
            </a:solidFill>
            <a:prstDash val="solid"/>
          </a:ln>
        </p:spPr>
        <p:txBody>
          <a:bodyPr/>
          <a:lstStyle/>
          <a:p>
            <a:endParaRPr lang="fr-FR"/>
          </a:p>
        </p:txBody>
      </p:sp>
      <p:sp>
        <p:nvSpPr>
          <p:cNvPr id="3" name="Text 1"/>
          <p:cNvSpPr/>
          <p:nvPr/>
        </p:nvSpPr>
        <p:spPr>
          <a:xfrm>
            <a:off x="777240" y="411480"/>
            <a:ext cx="2011680" cy="320040"/>
          </a:xfrm>
          <a:prstGeom prst="rect">
            <a:avLst/>
          </a:prstGeom>
          <a:noFill/>
          <a:ln/>
        </p:spPr>
        <p:txBody>
          <a:bodyPr wrap="square" rtlCol="0" anchor="ctr"/>
          <a:lstStyle/>
          <a:p>
            <a:pPr marL="0" indent="0">
              <a:buNone/>
            </a:pPr>
            <a:r>
              <a:rPr lang="en-US" sz="1100" b="1" kern="0" spc="200" dirty="0">
                <a:solidFill>
                  <a:srgbClr val="0F172A"/>
                </a:solidFill>
                <a:latin typeface="Calibri" pitchFamily="34" charset="0"/>
                <a:ea typeface="Calibri" pitchFamily="34" charset="-122"/>
                <a:cs typeface="Calibri" pitchFamily="34" charset="-120"/>
              </a:rPr>
              <a:t>Syndic IA</a:t>
            </a:r>
            <a:endParaRPr lang="en-US" sz="1100" dirty="0"/>
          </a:p>
        </p:txBody>
      </p:sp>
      <p:sp>
        <p:nvSpPr>
          <p:cNvPr id="4" name="Text 2"/>
          <p:cNvSpPr/>
          <p:nvPr/>
        </p:nvSpPr>
        <p:spPr>
          <a:xfrm>
            <a:off x="548640" y="914400"/>
            <a:ext cx="5486400" cy="320040"/>
          </a:xfrm>
          <a:prstGeom prst="rect">
            <a:avLst/>
          </a:prstGeom>
          <a:noFill/>
          <a:ln/>
        </p:spPr>
        <p:txBody>
          <a:bodyPr wrap="square" rtlCol="0" anchor="ctr"/>
          <a:lstStyle/>
          <a:p>
            <a:pPr marL="0" indent="0">
              <a:buNone/>
            </a:pPr>
            <a:r>
              <a:rPr lang="en-US" sz="1200" b="1" kern="0" spc="400" dirty="0">
                <a:solidFill>
                  <a:srgbClr val="06B6D4"/>
                </a:solidFill>
                <a:latin typeface="Calibri" pitchFamily="34" charset="0"/>
                <a:ea typeface="Calibri" pitchFamily="34" charset="-122"/>
                <a:cs typeface="Calibri" pitchFamily="34" charset="-120"/>
              </a:rPr>
              <a:t>11 · DONNÉES</a:t>
            </a:r>
            <a:endParaRPr lang="en-US" sz="1200" dirty="0"/>
          </a:p>
        </p:txBody>
      </p:sp>
      <p:sp>
        <p:nvSpPr>
          <p:cNvPr id="5" name="Text 3"/>
          <p:cNvSpPr/>
          <p:nvPr/>
        </p:nvSpPr>
        <p:spPr>
          <a:xfrm>
            <a:off x="548640" y="1234440"/>
            <a:ext cx="10972800" cy="822960"/>
          </a:xfrm>
          <a:prstGeom prst="rect">
            <a:avLst/>
          </a:prstGeom>
          <a:noFill/>
          <a:ln/>
        </p:spPr>
        <p:txBody>
          <a:bodyPr wrap="square" lIns="0" tIns="0" rIns="0" bIns="0" rtlCol="0" anchor="ctr"/>
          <a:lstStyle/>
          <a:p>
            <a:pPr marL="0" indent="0">
              <a:buNone/>
            </a:pPr>
            <a:r>
              <a:rPr lang="en-US" sz="3600" b="1" dirty="0">
                <a:solidFill>
                  <a:srgbClr val="0F172A"/>
                </a:solidFill>
                <a:latin typeface="Georgia" pitchFamily="34" charset="0"/>
                <a:ea typeface="Georgia" pitchFamily="34" charset="-122"/>
                <a:cs typeface="Georgia" pitchFamily="34" charset="-120"/>
              </a:rPr>
              <a:t>Modèle De Données PostgreSQL</a:t>
            </a:r>
            <a:endParaRPr lang="en-US" sz="3600" dirty="0"/>
          </a:p>
        </p:txBody>
      </p:sp>
      <p:sp>
        <p:nvSpPr>
          <p:cNvPr id="6" name="Shape 4"/>
          <p:cNvSpPr/>
          <p:nvPr/>
        </p:nvSpPr>
        <p:spPr>
          <a:xfrm>
            <a:off x="4206240" y="2240280"/>
            <a:ext cx="3749040" cy="3566160"/>
          </a:xfrm>
          <a:prstGeom prst="rect">
            <a:avLst/>
          </a:prstGeom>
          <a:solidFill>
            <a:srgbClr val="FFFFFF"/>
          </a:solidFill>
          <a:ln w="12700">
            <a:solidFill>
              <a:srgbClr val="E2E8F0"/>
            </a:solidFill>
            <a:prstDash val="solid"/>
          </a:ln>
          <a:effectLst>
            <a:outerShdw blurRad="101600" dist="25400" dir="5400000" algn="bl" rotWithShape="0">
              <a:srgbClr val="0F172A">
                <a:alpha val="8000"/>
              </a:srgbClr>
            </a:outerShdw>
          </a:effectLst>
        </p:spPr>
        <p:txBody>
          <a:bodyPr/>
          <a:lstStyle/>
          <a:p>
            <a:endParaRPr lang="fr-FR"/>
          </a:p>
        </p:txBody>
      </p:sp>
      <p:sp>
        <p:nvSpPr>
          <p:cNvPr id="7" name="Shape 5"/>
          <p:cNvSpPr/>
          <p:nvPr/>
        </p:nvSpPr>
        <p:spPr>
          <a:xfrm>
            <a:off x="4206240" y="2240280"/>
            <a:ext cx="3749040" cy="457200"/>
          </a:xfrm>
          <a:prstGeom prst="rect">
            <a:avLst/>
          </a:prstGeom>
          <a:solidFill>
            <a:srgbClr val="06B6D4"/>
          </a:solidFill>
          <a:ln w="12700">
            <a:solidFill>
              <a:srgbClr val="06B6D4"/>
            </a:solidFill>
            <a:prstDash val="solid"/>
          </a:ln>
        </p:spPr>
        <p:txBody>
          <a:bodyPr/>
          <a:lstStyle/>
          <a:p>
            <a:endParaRPr lang="fr-FR"/>
          </a:p>
        </p:txBody>
      </p:sp>
      <p:pic>
        <p:nvPicPr>
          <p:cNvPr id="8" name="Image 0" descr="preencoded.png"/>
          <p:cNvPicPr>
            <a:picLocks noChangeAspect="1"/>
          </p:cNvPicPr>
          <p:nvPr/>
        </p:nvPicPr>
        <p:blipFill>
          <a:blip r:embed="rId3"/>
          <a:stretch>
            <a:fillRect/>
          </a:stretch>
        </p:blipFill>
        <p:spPr>
          <a:xfrm>
            <a:off x="4370832" y="2359152"/>
            <a:ext cx="228600" cy="228600"/>
          </a:xfrm>
          <a:prstGeom prst="rect">
            <a:avLst/>
          </a:prstGeom>
        </p:spPr>
      </p:pic>
      <p:sp>
        <p:nvSpPr>
          <p:cNvPr id="9" name="Text 6"/>
          <p:cNvSpPr/>
          <p:nvPr/>
        </p:nvSpPr>
        <p:spPr>
          <a:xfrm>
            <a:off x="4663440" y="2286000"/>
            <a:ext cx="3200400" cy="365760"/>
          </a:xfrm>
          <a:prstGeom prst="rect">
            <a:avLst/>
          </a:prstGeom>
          <a:noFill/>
          <a:ln/>
        </p:spPr>
        <p:txBody>
          <a:bodyPr wrap="square" lIns="0" tIns="0" rIns="0" bIns="0" rtlCol="0" anchor="ctr"/>
          <a:lstStyle/>
          <a:p>
            <a:pPr marL="0" indent="0">
              <a:buNone/>
            </a:pPr>
            <a:r>
              <a:rPr lang="en-US" sz="1400" b="1" kern="0" spc="200" dirty="0">
                <a:solidFill>
                  <a:srgbClr val="FFFFFF"/>
                </a:solidFill>
                <a:latin typeface="Calibri" pitchFamily="34" charset="0"/>
                <a:ea typeface="Calibri" pitchFamily="34" charset="-122"/>
                <a:cs typeface="Calibri" pitchFamily="34" charset="-120"/>
              </a:rPr>
              <a:t>tickets</a:t>
            </a:r>
            <a:endParaRPr lang="en-US" sz="1400" dirty="0"/>
          </a:p>
        </p:txBody>
      </p:sp>
      <p:sp>
        <p:nvSpPr>
          <p:cNvPr id="10" name="Text 7"/>
          <p:cNvSpPr/>
          <p:nvPr/>
        </p:nvSpPr>
        <p:spPr>
          <a:xfrm>
            <a:off x="4389120" y="2788920"/>
            <a:ext cx="320040" cy="274320"/>
          </a:xfrm>
          <a:prstGeom prst="rect">
            <a:avLst/>
          </a:prstGeom>
          <a:noFill/>
          <a:ln/>
        </p:spPr>
        <p:txBody>
          <a:bodyPr wrap="square" lIns="0" tIns="0" rIns="0" bIns="0" rtlCol="0" anchor="ctr"/>
          <a:lstStyle/>
          <a:p>
            <a:pPr marL="0" indent="0">
              <a:buNone/>
            </a:pPr>
            <a:r>
              <a:rPr lang="en-US" sz="1000" b="1" dirty="0">
                <a:solidFill>
                  <a:srgbClr val="F59E0B"/>
                </a:solidFill>
                <a:latin typeface="Calibri" pitchFamily="34" charset="0"/>
                <a:ea typeface="Calibri" pitchFamily="34" charset="-122"/>
                <a:cs typeface="Calibri" pitchFamily="34" charset="-120"/>
              </a:rPr>
              <a:t>🔑</a:t>
            </a:r>
            <a:endParaRPr lang="en-US" sz="1000" dirty="0"/>
          </a:p>
        </p:txBody>
      </p:sp>
      <p:sp>
        <p:nvSpPr>
          <p:cNvPr id="11" name="Text 8"/>
          <p:cNvSpPr/>
          <p:nvPr/>
        </p:nvSpPr>
        <p:spPr>
          <a:xfrm>
            <a:off x="4709160" y="2788920"/>
            <a:ext cx="1604772" cy="274320"/>
          </a:xfrm>
          <a:prstGeom prst="rect">
            <a:avLst/>
          </a:prstGeom>
          <a:noFill/>
          <a:ln/>
        </p:spPr>
        <p:txBody>
          <a:bodyPr wrap="square" lIns="0" tIns="0" rIns="0" bIns="0" rtlCol="0" anchor="ctr"/>
          <a:lstStyle/>
          <a:p>
            <a:pPr marL="0" indent="0">
              <a:buNone/>
            </a:pPr>
            <a:r>
              <a:rPr lang="en-US" sz="1000" dirty="0">
                <a:solidFill>
                  <a:srgbClr val="0F172A"/>
                </a:solidFill>
                <a:latin typeface="Calibri" pitchFamily="34" charset="0"/>
                <a:ea typeface="Calibri" pitchFamily="34" charset="-122"/>
                <a:cs typeface="Calibri" pitchFamily="34" charset="-120"/>
              </a:rPr>
              <a:t>id</a:t>
            </a:r>
            <a:endParaRPr lang="en-US" sz="1000" dirty="0"/>
          </a:p>
        </p:txBody>
      </p:sp>
      <p:sp>
        <p:nvSpPr>
          <p:cNvPr id="12" name="Text 9"/>
          <p:cNvSpPr/>
          <p:nvPr/>
        </p:nvSpPr>
        <p:spPr>
          <a:xfrm>
            <a:off x="6268212" y="2788920"/>
            <a:ext cx="1504188" cy="274320"/>
          </a:xfrm>
          <a:prstGeom prst="rect">
            <a:avLst/>
          </a:prstGeom>
          <a:noFill/>
          <a:ln/>
        </p:spPr>
        <p:txBody>
          <a:bodyPr wrap="square" lIns="0" tIns="0" rIns="0" bIns="0" rtlCol="0" anchor="ctr"/>
          <a:lstStyle/>
          <a:p>
            <a:pPr marL="0" indent="0" algn="r">
              <a:buNone/>
            </a:pPr>
            <a:r>
              <a:rPr lang="en-US" sz="900" i="1" dirty="0">
                <a:solidFill>
                  <a:srgbClr val="475569"/>
                </a:solidFill>
                <a:latin typeface="Consolas" pitchFamily="34" charset="0"/>
                <a:ea typeface="Consolas" pitchFamily="34" charset="-122"/>
                <a:cs typeface="Consolas" pitchFamily="34" charset="-120"/>
              </a:rPr>
              <a:t>SERIAL</a:t>
            </a:r>
            <a:endParaRPr lang="en-US" sz="900" dirty="0"/>
          </a:p>
        </p:txBody>
      </p:sp>
      <p:sp>
        <p:nvSpPr>
          <p:cNvPr id="13" name="Text 10"/>
          <p:cNvSpPr/>
          <p:nvPr/>
        </p:nvSpPr>
        <p:spPr>
          <a:xfrm>
            <a:off x="4389120" y="3044952"/>
            <a:ext cx="320040" cy="274320"/>
          </a:xfrm>
          <a:prstGeom prst="rect">
            <a:avLst/>
          </a:prstGeom>
          <a:noFill/>
          <a:ln/>
        </p:spPr>
        <p:txBody>
          <a:bodyPr wrap="square" lIns="0" tIns="0" rIns="0" bIns="0" rtlCol="0" anchor="ctr"/>
          <a:lstStyle/>
          <a:p>
            <a:pPr marL="0" indent="0">
              <a:buNone/>
            </a:pPr>
            <a:r>
              <a:rPr lang="en-US" sz="1000" b="1" dirty="0">
                <a:solidFill>
                  <a:srgbClr val="06B6D4"/>
                </a:solidFill>
                <a:latin typeface="Calibri" pitchFamily="34" charset="0"/>
                <a:ea typeface="Calibri" pitchFamily="34" charset="-122"/>
                <a:cs typeface="Calibri" pitchFamily="34" charset="-120"/>
              </a:rPr>
              <a:t>FK</a:t>
            </a:r>
            <a:endParaRPr lang="en-US" sz="1000" dirty="0"/>
          </a:p>
        </p:txBody>
      </p:sp>
      <p:sp>
        <p:nvSpPr>
          <p:cNvPr id="14" name="Text 11"/>
          <p:cNvSpPr/>
          <p:nvPr/>
        </p:nvSpPr>
        <p:spPr>
          <a:xfrm>
            <a:off x="4709160" y="3044952"/>
            <a:ext cx="1604772" cy="274320"/>
          </a:xfrm>
          <a:prstGeom prst="rect">
            <a:avLst/>
          </a:prstGeom>
          <a:noFill/>
          <a:ln/>
        </p:spPr>
        <p:txBody>
          <a:bodyPr wrap="square" lIns="0" tIns="0" rIns="0" bIns="0" rtlCol="0" anchor="ctr"/>
          <a:lstStyle/>
          <a:p>
            <a:pPr marL="0" indent="0">
              <a:buNone/>
            </a:pPr>
            <a:r>
              <a:rPr lang="en-US" sz="1000" dirty="0">
                <a:solidFill>
                  <a:srgbClr val="0F172A"/>
                </a:solidFill>
                <a:latin typeface="Calibri" pitchFamily="34" charset="0"/>
                <a:ea typeface="Calibri" pitchFamily="34" charset="-122"/>
                <a:cs typeface="Calibri" pitchFamily="34" charset="-120"/>
              </a:rPr>
              <a:t>residence_id</a:t>
            </a:r>
            <a:endParaRPr lang="en-US" sz="1000" dirty="0"/>
          </a:p>
        </p:txBody>
      </p:sp>
      <p:sp>
        <p:nvSpPr>
          <p:cNvPr id="15" name="Text 12"/>
          <p:cNvSpPr/>
          <p:nvPr/>
        </p:nvSpPr>
        <p:spPr>
          <a:xfrm>
            <a:off x="6268212" y="3044952"/>
            <a:ext cx="1504188" cy="274320"/>
          </a:xfrm>
          <a:prstGeom prst="rect">
            <a:avLst/>
          </a:prstGeom>
          <a:noFill/>
          <a:ln/>
        </p:spPr>
        <p:txBody>
          <a:bodyPr wrap="square" lIns="0" tIns="0" rIns="0" bIns="0" rtlCol="0" anchor="ctr"/>
          <a:lstStyle/>
          <a:p>
            <a:pPr marL="0" indent="0" algn="r">
              <a:buNone/>
            </a:pPr>
            <a:r>
              <a:rPr lang="en-US" sz="900" i="1" dirty="0">
                <a:solidFill>
                  <a:srgbClr val="475569"/>
                </a:solidFill>
                <a:latin typeface="Consolas" pitchFamily="34" charset="0"/>
                <a:ea typeface="Consolas" pitchFamily="34" charset="-122"/>
                <a:cs typeface="Consolas" pitchFamily="34" charset="-120"/>
              </a:rPr>
              <a:t>VARCHAR</a:t>
            </a:r>
            <a:endParaRPr lang="en-US" sz="900" dirty="0"/>
          </a:p>
        </p:txBody>
      </p:sp>
      <p:sp>
        <p:nvSpPr>
          <p:cNvPr id="16" name="Text 13"/>
          <p:cNvSpPr/>
          <p:nvPr/>
        </p:nvSpPr>
        <p:spPr>
          <a:xfrm>
            <a:off x="4389120" y="3300984"/>
            <a:ext cx="320040" cy="274320"/>
          </a:xfrm>
          <a:prstGeom prst="rect">
            <a:avLst/>
          </a:prstGeom>
          <a:noFill/>
          <a:ln/>
        </p:spPr>
        <p:txBody>
          <a:bodyPr wrap="square" lIns="0" tIns="0" rIns="0" bIns="0" rtlCol="0" anchor="ctr"/>
          <a:lstStyle/>
          <a:p>
            <a:pPr marL="0" indent="0">
              <a:buNone/>
            </a:pPr>
            <a:r>
              <a:rPr lang="en-US" sz="1000" b="1" dirty="0">
                <a:solidFill>
                  <a:srgbClr val="06B6D4"/>
                </a:solidFill>
                <a:latin typeface="Calibri" pitchFamily="34" charset="0"/>
                <a:ea typeface="Calibri" pitchFamily="34" charset="-122"/>
                <a:cs typeface="Calibri" pitchFamily="34" charset="-120"/>
              </a:rPr>
              <a:t>•</a:t>
            </a:r>
            <a:endParaRPr lang="en-US" sz="1000" dirty="0"/>
          </a:p>
        </p:txBody>
      </p:sp>
      <p:sp>
        <p:nvSpPr>
          <p:cNvPr id="17" name="Text 14"/>
          <p:cNvSpPr/>
          <p:nvPr/>
        </p:nvSpPr>
        <p:spPr>
          <a:xfrm>
            <a:off x="4709160" y="3300984"/>
            <a:ext cx="1604772" cy="274320"/>
          </a:xfrm>
          <a:prstGeom prst="rect">
            <a:avLst/>
          </a:prstGeom>
          <a:noFill/>
          <a:ln/>
        </p:spPr>
        <p:txBody>
          <a:bodyPr wrap="square" lIns="0" tIns="0" rIns="0" bIns="0" rtlCol="0" anchor="ctr"/>
          <a:lstStyle/>
          <a:p>
            <a:pPr marL="0" indent="0">
              <a:buNone/>
            </a:pPr>
            <a:r>
              <a:rPr lang="en-US" sz="1000" dirty="0">
                <a:solidFill>
                  <a:srgbClr val="0F172A"/>
                </a:solidFill>
                <a:latin typeface="Calibri" pitchFamily="34" charset="0"/>
                <a:ea typeface="Calibri" pitchFamily="34" charset="-122"/>
                <a:cs typeface="Calibri" pitchFamily="34" charset="-120"/>
              </a:rPr>
              <a:t>phone_number</a:t>
            </a:r>
            <a:endParaRPr lang="en-US" sz="1000" dirty="0"/>
          </a:p>
        </p:txBody>
      </p:sp>
      <p:sp>
        <p:nvSpPr>
          <p:cNvPr id="18" name="Text 15"/>
          <p:cNvSpPr/>
          <p:nvPr/>
        </p:nvSpPr>
        <p:spPr>
          <a:xfrm>
            <a:off x="6268212" y="3300984"/>
            <a:ext cx="1504188" cy="274320"/>
          </a:xfrm>
          <a:prstGeom prst="rect">
            <a:avLst/>
          </a:prstGeom>
          <a:noFill/>
          <a:ln/>
        </p:spPr>
        <p:txBody>
          <a:bodyPr wrap="square" lIns="0" tIns="0" rIns="0" bIns="0" rtlCol="0" anchor="ctr"/>
          <a:lstStyle/>
          <a:p>
            <a:pPr marL="0" indent="0" algn="r">
              <a:buNone/>
            </a:pPr>
            <a:r>
              <a:rPr lang="en-US" sz="900" i="1" dirty="0">
                <a:solidFill>
                  <a:srgbClr val="475569"/>
                </a:solidFill>
                <a:latin typeface="Consolas" pitchFamily="34" charset="0"/>
                <a:ea typeface="Consolas" pitchFamily="34" charset="-122"/>
                <a:cs typeface="Consolas" pitchFamily="34" charset="-120"/>
              </a:rPr>
              <a:t>VARCHAR</a:t>
            </a:r>
            <a:endParaRPr lang="en-US" sz="900" dirty="0"/>
          </a:p>
        </p:txBody>
      </p:sp>
      <p:sp>
        <p:nvSpPr>
          <p:cNvPr id="19" name="Text 16"/>
          <p:cNvSpPr/>
          <p:nvPr/>
        </p:nvSpPr>
        <p:spPr>
          <a:xfrm>
            <a:off x="4389120" y="3557016"/>
            <a:ext cx="320040" cy="274320"/>
          </a:xfrm>
          <a:prstGeom prst="rect">
            <a:avLst/>
          </a:prstGeom>
          <a:noFill/>
          <a:ln/>
        </p:spPr>
        <p:txBody>
          <a:bodyPr wrap="square" lIns="0" tIns="0" rIns="0" bIns="0" rtlCol="0" anchor="ctr"/>
          <a:lstStyle/>
          <a:p>
            <a:pPr marL="0" indent="0">
              <a:buNone/>
            </a:pPr>
            <a:r>
              <a:rPr lang="en-US" sz="1000" b="1" dirty="0">
                <a:solidFill>
                  <a:srgbClr val="06B6D4"/>
                </a:solidFill>
                <a:latin typeface="Calibri" pitchFamily="34" charset="0"/>
                <a:ea typeface="Calibri" pitchFamily="34" charset="-122"/>
                <a:cs typeface="Calibri" pitchFamily="34" charset="-120"/>
              </a:rPr>
              <a:t>•</a:t>
            </a:r>
            <a:endParaRPr lang="en-US" sz="1000" dirty="0"/>
          </a:p>
        </p:txBody>
      </p:sp>
      <p:sp>
        <p:nvSpPr>
          <p:cNvPr id="20" name="Text 17"/>
          <p:cNvSpPr/>
          <p:nvPr/>
        </p:nvSpPr>
        <p:spPr>
          <a:xfrm>
            <a:off x="4709160" y="3557016"/>
            <a:ext cx="1604772" cy="274320"/>
          </a:xfrm>
          <a:prstGeom prst="rect">
            <a:avLst/>
          </a:prstGeom>
          <a:noFill/>
          <a:ln/>
        </p:spPr>
        <p:txBody>
          <a:bodyPr wrap="square" lIns="0" tIns="0" rIns="0" bIns="0" rtlCol="0" anchor="ctr"/>
          <a:lstStyle/>
          <a:p>
            <a:pPr marL="0" indent="0">
              <a:buNone/>
            </a:pPr>
            <a:r>
              <a:rPr lang="en-US" sz="1000" dirty="0">
                <a:solidFill>
                  <a:srgbClr val="0F172A"/>
                </a:solidFill>
                <a:latin typeface="Calibri" pitchFamily="34" charset="0"/>
                <a:ea typeface="Calibri" pitchFamily="34" charset="-122"/>
                <a:cs typeface="Calibri" pitchFamily="34" charset="-120"/>
              </a:rPr>
              <a:t>unit_number</a:t>
            </a:r>
            <a:endParaRPr lang="en-US" sz="1000" dirty="0"/>
          </a:p>
        </p:txBody>
      </p:sp>
      <p:sp>
        <p:nvSpPr>
          <p:cNvPr id="21" name="Text 18"/>
          <p:cNvSpPr/>
          <p:nvPr/>
        </p:nvSpPr>
        <p:spPr>
          <a:xfrm>
            <a:off x="6268212" y="3557016"/>
            <a:ext cx="1504188" cy="274320"/>
          </a:xfrm>
          <a:prstGeom prst="rect">
            <a:avLst/>
          </a:prstGeom>
          <a:noFill/>
          <a:ln/>
        </p:spPr>
        <p:txBody>
          <a:bodyPr wrap="square" lIns="0" tIns="0" rIns="0" bIns="0" rtlCol="0" anchor="ctr"/>
          <a:lstStyle/>
          <a:p>
            <a:pPr marL="0" indent="0" algn="r">
              <a:buNone/>
            </a:pPr>
            <a:r>
              <a:rPr lang="en-US" sz="900" i="1" dirty="0">
                <a:solidFill>
                  <a:srgbClr val="475569"/>
                </a:solidFill>
                <a:latin typeface="Consolas" pitchFamily="34" charset="0"/>
                <a:ea typeface="Consolas" pitchFamily="34" charset="-122"/>
                <a:cs typeface="Consolas" pitchFamily="34" charset="-120"/>
              </a:rPr>
              <a:t>VARCHAR</a:t>
            </a:r>
            <a:endParaRPr lang="en-US" sz="900" dirty="0"/>
          </a:p>
        </p:txBody>
      </p:sp>
      <p:sp>
        <p:nvSpPr>
          <p:cNvPr id="22" name="Text 19"/>
          <p:cNvSpPr/>
          <p:nvPr/>
        </p:nvSpPr>
        <p:spPr>
          <a:xfrm>
            <a:off x="4389120" y="3813048"/>
            <a:ext cx="320040" cy="274320"/>
          </a:xfrm>
          <a:prstGeom prst="rect">
            <a:avLst/>
          </a:prstGeom>
          <a:noFill/>
          <a:ln/>
        </p:spPr>
        <p:txBody>
          <a:bodyPr wrap="square" lIns="0" tIns="0" rIns="0" bIns="0" rtlCol="0" anchor="ctr"/>
          <a:lstStyle/>
          <a:p>
            <a:pPr marL="0" indent="0">
              <a:buNone/>
            </a:pPr>
            <a:r>
              <a:rPr lang="en-US" sz="1000" b="1" dirty="0">
                <a:solidFill>
                  <a:srgbClr val="06B6D4"/>
                </a:solidFill>
                <a:latin typeface="Calibri" pitchFamily="34" charset="0"/>
                <a:ea typeface="Calibri" pitchFamily="34" charset="-122"/>
                <a:cs typeface="Calibri" pitchFamily="34" charset="-120"/>
              </a:rPr>
              <a:t>•</a:t>
            </a:r>
            <a:endParaRPr lang="en-US" sz="1000" dirty="0"/>
          </a:p>
        </p:txBody>
      </p:sp>
      <p:sp>
        <p:nvSpPr>
          <p:cNvPr id="23" name="Text 20"/>
          <p:cNvSpPr/>
          <p:nvPr/>
        </p:nvSpPr>
        <p:spPr>
          <a:xfrm>
            <a:off x="4709160" y="3813048"/>
            <a:ext cx="1604772" cy="274320"/>
          </a:xfrm>
          <a:prstGeom prst="rect">
            <a:avLst/>
          </a:prstGeom>
          <a:noFill/>
          <a:ln/>
        </p:spPr>
        <p:txBody>
          <a:bodyPr wrap="square" lIns="0" tIns="0" rIns="0" bIns="0" rtlCol="0" anchor="ctr"/>
          <a:lstStyle/>
          <a:p>
            <a:pPr marL="0" indent="0">
              <a:buNone/>
            </a:pPr>
            <a:r>
              <a:rPr lang="en-US" sz="1000" dirty="0">
                <a:solidFill>
                  <a:srgbClr val="0F172A"/>
                </a:solidFill>
                <a:latin typeface="Calibri" pitchFamily="34" charset="0"/>
                <a:ea typeface="Calibri" pitchFamily="34" charset="-122"/>
                <a:cs typeface="Calibri" pitchFamily="34" charset="-120"/>
              </a:rPr>
              <a:t>text</a:t>
            </a:r>
            <a:endParaRPr lang="en-US" sz="1000" dirty="0"/>
          </a:p>
        </p:txBody>
      </p:sp>
      <p:sp>
        <p:nvSpPr>
          <p:cNvPr id="24" name="Text 21"/>
          <p:cNvSpPr/>
          <p:nvPr/>
        </p:nvSpPr>
        <p:spPr>
          <a:xfrm>
            <a:off x="6268212" y="3813048"/>
            <a:ext cx="1504188" cy="274320"/>
          </a:xfrm>
          <a:prstGeom prst="rect">
            <a:avLst/>
          </a:prstGeom>
          <a:noFill/>
          <a:ln/>
        </p:spPr>
        <p:txBody>
          <a:bodyPr wrap="square" lIns="0" tIns="0" rIns="0" bIns="0" rtlCol="0" anchor="ctr"/>
          <a:lstStyle/>
          <a:p>
            <a:pPr marL="0" indent="0" algn="r">
              <a:buNone/>
            </a:pPr>
            <a:r>
              <a:rPr lang="en-US" sz="900" i="1" dirty="0">
                <a:solidFill>
                  <a:srgbClr val="475569"/>
                </a:solidFill>
                <a:latin typeface="Consolas" pitchFamily="34" charset="0"/>
                <a:ea typeface="Consolas" pitchFamily="34" charset="-122"/>
                <a:cs typeface="Consolas" pitchFamily="34" charset="-120"/>
              </a:rPr>
              <a:t>TEXT</a:t>
            </a:r>
            <a:endParaRPr lang="en-US" sz="900" dirty="0"/>
          </a:p>
        </p:txBody>
      </p:sp>
      <p:sp>
        <p:nvSpPr>
          <p:cNvPr id="25" name="Text 22"/>
          <p:cNvSpPr/>
          <p:nvPr/>
        </p:nvSpPr>
        <p:spPr>
          <a:xfrm>
            <a:off x="4389120" y="4069080"/>
            <a:ext cx="320040" cy="274320"/>
          </a:xfrm>
          <a:prstGeom prst="rect">
            <a:avLst/>
          </a:prstGeom>
          <a:noFill/>
          <a:ln/>
        </p:spPr>
        <p:txBody>
          <a:bodyPr wrap="square" lIns="0" tIns="0" rIns="0" bIns="0" rtlCol="0" anchor="ctr"/>
          <a:lstStyle/>
          <a:p>
            <a:pPr marL="0" indent="0">
              <a:buNone/>
            </a:pPr>
            <a:r>
              <a:rPr lang="en-US" sz="1000" b="1" dirty="0">
                <a:solidFill>
                  <a:srgbClr val="06B6D4"/>
                </a:solidFill>
                <a:latin typeface="Calibri" pitchFamily="34" charset="0"/>
                <a:ea typeface="Calibri" pitchFamily="34" charset="-122"/>
                <a:cs typeface="Calibri" pitchFamily="34" charset="-120"/>
              </a:rPr>
              <a:t>•</a:t>
            </a:r>
            <a:endParaRPr lang="en-US" sz="1000" dirty="0"/>
          </a:p>
        </p:txBody>
      </p:sp>
      <p:sp>
        <p:nvSpPr>
          <p:cNvPr id="26" name="Text 23"/>
          <p:cNvSpPr/>
          <p:nvPr/>
        </p:nvSpPr>
        <p:spPr>
          <a:xfrm>
            <a:off x="4709160" y="4069080"/>
            <a:ext cx="1604772" cy="274320"/>
          </a:xfrm>
          <a:prstGeom prst="rect">
            <a:avLst/>
          </a:prstGeom>
          <a:noFill/>
          <a:ln/>
        </p:spPr>
        <p:txBody>
          <a:bodyPr wrap="square" lIns="0" tIns="0" rIns="0" bIns="0" rtlCol="0" anchor="ctr"/>
          <a:lstStyle/>
          <a:p>
            <a:pPr marL="0" indent="0">
              <a:buNone/>
            </a:pPr>
            <a:r>
              <a:rPr lang="en-US" sz="1000" dirty="0">
                <a:solidFill>
                  <a:srgbClr val="0F172A"/>
                </a:solidFill>
                <a:latin typeface="Calibri" pitchFamily="34" charset="0"/>
                <a:ea typeface="Calibri" pitchFamily="34" charset="-122"/>
                <a:cs typeface="Calibri" pitchFamily="34" charset="-120"/>
              </a:rPr>
              <a:t>language</a:t>
            </a:r>
            <a:endParaRPr lang="en-US" sz="1000" dirty="0"/>
          </a:p>
        </p:txBody>
      </p:sp>
      <p:sp>
        <p:nvSpPr>
          <p:cNvPr id="27" name="Text 24"/>
          <p:cNvSpPr/>
          <p:nvPr/>
        </p:nvSpPr>
        <p:spPr>
          <a:xfrm>
            <a:off x="6268212" y="4069080"/>
            <a:ext cx="1504188" cy="274320"/>
          </a:xfrm>
          <a:prstGeom prst="rect">
            <a:avLst/>
          </a:prstGeom>
          <a:noFill/>
          <a:ln/>
        </p:spPr>
        <p:txBody>
          <a:bodyPr wrap="square" lIns="0" tIns="0" rIns="0" bIns="0" rtlCol="0" anchor="ctr"/>
          <a:lstStyle/>
          <a:p>
            <a:pPr marL="0" indent="0" algn="r">
              <a:buNone/>
            </a:pPr>
            <a:r>
              <a:rPr lang="en-US" sz="900" i="1" dirty="0">
                <a:solidFill>
                  <a:srgbClr val="475569"/>
                </a:solidFill>
                <a:latin typeface="Consolas" pitchFamily="34" charset="0"/>
                <a:ea typeface="Consolas" pitchFamily="34" charset="-122"/>
                <a:cs typeface="Consolas" pitchFamily="34" charset="-120"/>
              </a:rPr>
              <a:t>VARCHAR</a:t>
            </a:r>
            <a:endParaRPr lang="en-US" sz="900" dirty="0"/>
          </a:p>
        </p:txBody>
      </p:sp>
      <p:sp>
        <p:nvSpPr>
          <p:cNvPr id="28" name="Text 25"/>
          <p:cNvSpPr/>
          <p:nvPr/>
        </p:nvSpPr>
        <p:spPr>
          <a:xfrm>
            <a:off x="4389120" y="4325112"/>
            <a:ext cx="320040" cy="274320"/>
          </a:xfrm>
          <a:prstGeom prst="rect">
            <a:avLst/>
          </a:prstGeom>
          <a:noFill/>
          <a:ln/>
        </p:spPr>
        <p:txBody>
          <a:bodyPr wrap="square" lIns="0" tIns="0" rIns="0" bIns="0" rtlCol="0" anchor="ctr"/>
          <a:lstStyle/>
          <a:p>
            <a:pPr marL="0" indent="0">
              <a:buNone/>
            </a:pPr>
            <a:r>
              <a:rPr lang="en-US" sz="1000" b="1" dirty="0">
                <a:solidFill>
                  <a:srgbClr val="06B6D4"/>
                </a:solidFill>
                <a:latin typeface="Calibri" pitchFamily="34" charset="0"/>
                <a:ea typeface="Calibri" pitchFamily="34" charset="-122"/>
                <a:cs typeface="Calibri" pitchFamily="34" charset="-120"/>
              </a:rPr>
              <a:t>•</a:t>
            </a:r>
            <a:endParaRPr lang="en-US" sz="1000" dirty="0"/>
          </a:p>
        </p:txBody>
      </p:sp>
      <p:sp>
        <p:nvSpPr>
          <p:cNvPr id="29" name="Text 26"/>
          <p:cNvSpPr/>
          <p:nvPr/>
        </p:nvSpPr>
        <p:spPr>
          <a:xfrm>
            <a:off x="4709160" y="4325112"/>
            <a:ext cx="1604772" cy="274320"/>
          </a:xfrm>
          <a:prstGeom prst="rect">
            <a:avLst/>
          </a:prstGeom>
          <a:noFill/>
          <a:ln/>
        </p:spPr>
        <p:txBody>
          <a:bodyPr wrap="square" lIns="0" tIns="0" rIns="0" bIns="0" rtlCol="0" anchor="ctr"/>
          <a:lstStyle/>
          <a:p>
            <a:pPr marL="0" indent="0">
              <a:buNone/>
            </a:pPr>
            <a:r>
              <a:rPr lang="en-US" sz="1000" dirty="0">
                <a:solidFill>
                  <a:srgbClr val="0F172A"/>
                </a:solidFill>
                <a:latin typeface="Calibri" pitchFamily="34" charset="0"/>
                <a:ea typeface="Calibri" pitchFamily="34" charset="-122"/>
                <a:cs typeface="Calibri" pitchFamily="34" charset="-120"/>
              </a:rPr>
              <a:t>category</a:t>
            </a:r>
            <a:endParaRPr lang="en-US" sz="1000" dirty="0"/>
          </a:p>
        </p:txBody>
      </p:sp>
      <p:sp>
        <p:nvSpPr>
          <p:cNvPr id="30" name="Text 27"/>
          <p:cNvSpPr/>
          <p:nvPr/>
        </p:nvSpPr>
        <p:spPr>
          <a:xfrm>
            <a:off x="6268212" y="4325112"/>
            <a:ext cx="1504188" cy="274320"/>
          </a:xfrm>
          <a:prstGeom prst="rect">
            <a:avLst/>
          </a:prstGeom>
          <a:noFill/>
          <a:ln/>
        </p:spPr>
        <p:txBody>
          <a:bodyPr wrap="square" lIns="0" tIns="0" rIns="0" bIns="0" rtlCol="0" anchor="ctr"/>
          <a:lstStyle/>
          <a:p>
            <a:pPr marL="0" indent="0" algn="r">
              <a:buNone/>
            </a:pPr>
            <a:r>
              <a:rPr lang="en-US" sz="900" i="1" dirty="0">
                <a:solidFill>
                  <a:srgbClr val="475569"/>
                </a:solidFill>
                <a:latin typeface="Consolas" pitchFamily="34" charset="0"/>
                <a:ea typeface="Consolas" pitchFamily="34" charset="-122"/>
                <a:cs typeface="Consolas" pitchFamily="34" charset="-120"/>
              </a:rPr>
              <a:t>VARCHAR</a:t>
            </a:r>
            <a:endParaRPr lang="en-US" sz="900" dirty="0"/>
          </a:p>
        </p:txBody>
      </p:sp>
      <p:sp>
        <p:nvSpPr>
          <p:cNvPr id="31" name="Text 28"/>
          <p:cNvSpPr/>
          <p:nvPr/>
        </p:nvSpPr>
        <p:spPr>
          <a:xfrm>
            <a:off x="4389120" y="4581144"/>
            <a:ext cx="320040" cy="274320"/>
          </a:xfrm>
          <a:prstGeom prst="rect">
            <a:avLst/>
          </a:prstGeom>
          <a:noFill/>
          <a:ln/>
        </p:spPr>
        <p:txBody>
          <a:bodyPr wrap="square" lIns="0" tIns="0" rIns="0" bIns="0" rtlCol="0" anchor="ctr"/>
          <a:lstStyle/>
          <a:p>
            <a:pPr marL="0" indent="0">
              <a:buNone/>
            </a:pPr>
            <a:r>
              <a:rPr lang="en-US" sz="1000" b="1" dirty="0">
                <a:solidFill>
                  <a:srgbClr val="06B6D4"/>
                </a:solidFill>
                <a:latin typeface="Calibri" pitchFamily="34" charset="0"/>
                <a:ea typeface="Calibri" pitchFamily="34" charset="-122"/>
                <a:cs typeface="Calibri" pitchFamily="34" charset="-120"/>
              </a:rPr>
              <a:t>•</a:t>
            </a:r>
            <a:endParaRPr lang="en-US" sz="1000" dirty="0"/>
          </a:p>
        </p:txBody>
      </p:sp>
      <p:sp>
        <p:nvSpPr>
          <p:cNvPr id="32" name="Text 29"/>
          <p:cNvSpPr/>
          <p:nvPr/>
        </p:nvSpPr>
        <p:spPr>
          <a:xfrm>
            <a:off x="4709160" y="4581144"/>
            <a:ext cx="1604772" cy="274320"/>
          </a:xfrm>
          <a:prstGeom prst="rect">
            <a:avLst/>
          </a:prstGeom>
          <a:noFill/>
          <a:ln/>
        </p:spPr>
        <p:txBody>
          <a:bodyPr wrap="square" lIns="0" tIns="0" rIns="0" bIns="0" rtlCol="0" anchor="ctr"/>
          <a:lstStyle/>
          <a:p>
            <a:pPr marL="0" indent="0">
              <a:buNone/>
            </a:pPr>
            <a:r>
              <a:rPr lang="en-US" sz="1000" dirty="0">
                <a:solidFill>
                  <a:srgbClr val="0F172A"/>
                </a:solidFill>
                <a:latin typeface="Calibri" pitchFamily="34" charset="0"/>
                <a:ea typeface="Calibri" pitchFamily="34" charset="-122"/>
                <a:cs typeface="Calibri" pitchFamily="34" charset="-120"/>
              </a:rPr>
              <a:t>urgency_level</a:t>
            </a:r>
            <a:endParaRPr lang="en-US" sz="1000" dirty="0"/>
          </a:p>
        </p:txBody>
      </p:sp>
      <p:sp>
        <p:nvSpPr>
          <p:cNvPr id="33" name="Text 30"/>
          <p:cNvSpPr/>
          <p:nvPr/>
        </p:nvSpPr>
        <p:spPr>
          <a:xfrm>
            <a:off x="6268212" y="4581144"/>
            <a:ext cx="1504188" cy="274320"/>
          </a:xfrm>
          <a:prstGeom prst="rect">
            <a:avLst/>
          </a:prstGeom>
          <a:noFill/>
          <a:ln/>
        </p:spPr>
        <p:txBody>
          <a:bodyPr wrap="square" lIns="0" tIns="0" rIns="0" bIns="0" rtlCol="0" anchor="ctr"/>
          <a:lstStyle/>
          <a:p>
            <a:pPr marL="0" indent="0" algn="r">
              <a:buNone/>
            </a:pPr>
            <a:r>
              <a:rPr lang="en-US" sz="900" i="1" dirty="0">
                <a:solidFill>
                  <a:srgbClr val="475569"/>
                </a:solidFill>
                <a:latin typeface="Consolas" pitchFamily="34" charset="0"/>
                <a:ea typeface="Consolas" pitchFamily="34" charset="-122"/>
                <a:cs typeface="Consolas" pitchFamily="34" charset="-120"/>
              </a:rPr>
              <a:t>VARCHAR</a:t>
            </a:r>
            <a:endParaRPr lang="en-US" sz="900" dirty="0"/>
          </a:p>
        </p:txBody>
      </p:sp>
      <p:sp>
        <p:nvSpPr>
          <p:cNvPr id="34" name="Text 31"/>
          <p:cNvSpPr/>
          <p:nvPr/>
        </p:nvSpPr>
        <p:spPr>
          <a:xfrm>
            <a:off x="4389120" y="4837176"/>
            <a:ext cx="320040" cy="274320"/>
          </a:xfrm>
          <a:prstGeom prst="rect">
            <a:avLst/>
          </a:prstGeom>
          <a:noFill/>
          <a:ln/>
        </p:spPr>
        <p:txBody>
          <a:bodyPr wrap="square" lIns="0" tIns="0" rIns="0" bIns="0" rtlCol="0" anchor="ctr"/>
          <a:lstStyle/>
          <a:p>
            <a:pPr marL="0" indent="0">
              <a:buNone/>
            </a:pPr>
            <a:r>
              <a:rPr lang="en-US" sz="1000" b="1" dirty="0">
                <a:solidFill>
                  <a:srgbClr val="06B6D4"/>
                </a:solidFill>
                <a:latin typeface="Calibri" pitchFamily="34" charset="0"/>
                <a:ea typeface="Calibri" pitchFamily="34" charset="-122"/>
                <a:cs typeface="Calibri" pitchFamily="34" charset="-120"/>
              </a:rPr>
              <a:t>•</a:t>
            </a:r>
            <a:endParaRPr lang="en-US" sz="1000" dirty="0"/>
          </a:p>
        </p:txBody>
      </p:sp>
      <p:sp>
        <p:nvSpPr>
          <p:cNvPr id="35" name="Text 32"/>
          <p:cNvSpPr/>
          <p:nvPr/>
        </p:nvSpPr>
        <p:spPr>
          <a:xfrm>
            <a:off x="4709160" y="4837176"/>
            <a:ext cx="1604772" cy="274320"/>
          </a:xfrm>
          <a:prstGeom prst="rect">
            <a:avLst/>
          </a:prstGeom>
          <a:noFill/>
          <a:ln/>
        </p:spPr>
        <p:txBody>
          <a:bodyPr wrap="square" lIns="0" tIns="0" rIns="0" bIns="0" rtlCol="0" anchor="ctr"/>
          <a:lstStyle/>
          <a:p>
            <a:pPr marL="0" indent="0">
              <a:buNone/>
            </a:pPr>
            <a:r>
              <a:rPr lang="en-US" sz="1000" dirty="0">
                <a:solidFill>
                  <a:srgbClr val="0F172A"/>
                </a:solidFill>
                <a:latin typeface="Calibri" pitchFamily="34" charset="0"/>
                <a:ea typeface="Calibri" pitchFamily="34" charset="-122"/>
                <a:cs typeface="Calibri" pitchFamily="34" charset="-120"/>
              </a:rPr>
              <a:t>status</a:t>
            </a:r>
            <a:endParaRPr lang="en-US" sz="1000" dirty="0"/>
          </a:p>
        </p:txBody>
      </p:sp>
      <p:sp>
        <p:nvSpPr>
          <p:cNvPr id="36" name="Text 33"/>
          <p:cNvSpPr/>
          <p:nvPr/>
        </p:nvSpPr>
        <p:spPr>
          <a:xfrm>
            <a:off x="6268212" y="4837176"/>
            <a:ext cx="1504188" cy="274320"/>
          </a:xfrm>
          <a:prstGeom prst="rect">
            <a:avLst/>
          </a:prstGeom>
          <a:noFill/>
          <a:ln/>
        </p:spPr>
        <p:txBody>
          <a:bodyPr wrap="square" lIns="0" tIns="0" rIns="0" bIns="0" rtlCol="0" anchor="ctr"/>
          <a:lstStyle/>
          <a:p>
            <a:pPr marL="0" indent="0" algn="r">
              <a:buNone/>
            </a:pPr>
            <a:r>
              <a:rPr lang="en-US" sz="900" i="1" dirty="0">
                <a:solidFill>
                  <a:srgbClr val="475569"/>
                </a:solidFill>
                <a:latin typeface="Consolas" pitchFamily="34" charset="0"/>
                <a:ea typeface="Consolas" pitchFamily="34" charset="-122"/>
                <a:cs typeface="Consolas" pitchFamily="34" charset="-120"/>
              </a:rPr>
              <a:t>VARCHAR</a:t>
            </a:r>
            <a:endParaRPr lang="en-US" sz="900" dirty="0"/>
          </a:p>
        </p:txBody>
      </p:sp>
      <p:sp>
        <p:nvSpPr>
          <p:cNvPr id="37" name="Text 34"/>
          <p:cNvSpPr/>
          <p:nvPr/>
        </p:nvSpPr>
        <p:spPr>
          <a:xfrm>
            <a:off x="4389120" y="5093208"/>
            <a:ext cx="320040" cy="274320"/>
          </a:xfrm>
          <a:prstGeom prst="rect">
            <a:avLst/>
          </a:prstGeom>
          <a:noFill/>
          <a:ln/>
        </p:spPr>
        <p:txBody>
          <a:bodyPr wrap="square" lIns="0" tIns="0" rIns="0" bIns="0" rtlCol="0" anchor="ctr"/>
          <a:lstStyle/>
          <a:p>
            <a:pPr marL="0" indent="0">
              <a:buNone/>
            </a:pPr>
            <a:r>
              <a:rPr lang="en-US" sz="1000" b="1" dirty="0">
                <a:solidFill>
                  <a:srgbClr val="06B6D4"/>
                </a:solidFill>
                <a:latin typeface="Calibri" pitchFamily="34" charset="0"/>
                <a:ea typeface="Calibri" pitchFamily="34" charset="-122"/>
                <a:cs typeface="Calibri" pitchFamily="34" charset="-120"/>
              </a:rPr>
              <a:t>•</a:t>
            </a:r>
            <a:endParaRPr lang="en-US" sz="1000" dirty="0"/>
          </a:p>
        </p:txBody>
      </p:sp>
      <p:sp>
        <p:nvSpPr>
          <p:cNvPr id="38" name="Text 35"/>
          <p:cNvSpPr/>
          <p:nvPr/>
        </p:nvSpPr>
        <p:spPr>
          <a:xfrm>
            <a:off x="4709160" y="5093208"/>
            <a:ext cx="1604772" cy="274320"/>
          </a:xfrm>
          <a:prstGeom prst="rect">
            <a:avLst/>
          </a:prstGeom>
          <a:noFill/>
          <a:ln/>
        </p:spPr>
        <p:txBody>
          <a:bodyPr wrap="square" lIns="0" tIns="0" rIns="0" bIns="0" rtlCol="0" anchor="ctr"/>
          <a:lstStyle/>
          <a:p>
            <a:pPr marL="0" indent="0">
              <a:buNone/>
            </a:pPr>
            <a:r>
              <a:rPr lang="en-US" sz="1000" dirty="0">
                <a:solidFill>
                  <a:srgbClr val="0F172A"/>
                </a:solidFill>
                <a:latin typeface="Calibri" pitchFamily="34" charset="0"/>
                <a:ea typeface="Calibri" pitchFamily="34" charset="-122"/>
                <a:cs typeface="Calibri" pitchFamily="34" charset="-120"/>
              </a:rPr>
              <a:t>ia_response</a:t>
            </a:r>
            <a:endParaRPr lang="en-US" sz="1000" dirty="0"/>
          </a:p>
        </p:txBody>
      </p:sp>
      <p:sp>
        <p:nvSpPr>
          <p:cNvPr id="39" name="Text 36"/>
          <p:cNvSpPr/>
          <p:nvPr/>
        </p:nvSpPr>
        <p:spPr>
          <a:xfrm>
            <a:off x="6268212" y="5093208"/>
            <a:ext cx="1504188" cy="274320"/>
          </a:xfrm>
          <a:prstGeom prst="rect">
            <a:avLst/>
          </a:prstGeom>
          <a:noFill/>
          <a:ln/>
        </p:spPr>
        <p:txBody>
          <a:bodyPr wrap="square" lIns="0" tIns="0" rIns="0" bIns="0" rtlCol="0" anchor="ctr"/>
          <a:lstStyle/>
          <a:p>
            <a:pPr marL="0" indent="0" algn="r">
              <a:buNone/>
            </a:pPr>
            <a:r>
              <a:rPr lang="en-US" sz="900" i="1" dirty="0">
                <a:solidFill>
                  <a:srgbClr val="475569"/>
                </a:solidFill>
                <a:latin typeface="Consolas" pitchFamily="34" charset="0"/>
                <a:ea typeface="Consolas" pitchFamily="34" charset="-122"/>
                <a:cs typeface="Consolas" pitchFamily="34" charset="-120"/>
              </a:rPr>
              <a:t>TEXT</a:t>
            </a:r>
            <a:endParaRPr lang="en-US" sz="900" dirty="0"/>
          </a:p>
        </p:txBody>
      </p:sp>
      <p:sp>
        <p:nvSpPr>
          <p:cNvPr id="40" name="Text 37"/>
          <p:cNvSpPr/>
          <p:nvPr/>
        </p:nvSpPr>
        <p:spPr>
          <a:xfrm>
            <a:off x="4389120" y="5349240"/>
            <a:ext cx="320040" cy="274320"/>
          </a:xfrm>
          <a:prstGeom prst="rect">
            <a:avLst/>
          </a:prstGeom>
          <a:noFill/>
          <a:ln/>
        </p:spPr>
        <p:txBody>
          <a:bodyPr wrap="square" lIns="0" tIns="0" rIns="0" bIns="0" rtlCol="0" anchor="ctr"/>
          <a:lstStyle/>
          <a:p>
            <a:pPr marL="0" indent="0">
              <a:buNone/>
            </a:pPr>
            <a:r>
              <a:rPr lang="en-US" sz="1000" b="1" dirty="0">
                <a:solidFill>
                  <a:srgbClr val="06B6D4"/>
                </a:solidFill>
                <a:latin typeface="Calibri" pitchFamily="34" charset="0"/>
                <a:ea typeface="Calibri" pitchFamily="34" charset="-122"/>
                <a:cs typeface="Calibri" pitchFamily="34" charset="-120"/>
              </a:rPr>
              <a:t>•</a:t>
            </a:r>
            <a:endParaRPr lang="en-US" sz="1000" dirty="0"/>
          </a:p>
        </p:txBody>
      </p:sp>
      <p:sp>
        <p:nvSpPr>
          <p:cNvPr id="41" name="Text 38"/>
          <p:cNvSpPr/>
          <p:nvPr/>
        </p:nvSpPr>
        <p:spPr>
          <a:xfrm>
            <a:off x="4709160" y="5349240"/>
            <a:ext cx="1604772" cy="274320"/>
          </a:xfrm>
          <a:prstGeom prst="rect">
            <a:avLst/>
          </a:prstGeom>
          <a:noFill/>
          <a:ln/>
        </p:spPr>
        <p:txBody>
          <a:bodyPr wrap="square" lIns="0" tIns="0" rIns="0" bIns="0" rtlCol="0" anchor="ctr"/>
          <a:lstStyle/>
          <a:p>
            <a:pPr marL="0" indent="0">
              <a:buNone/>
            </a:pPr>
            <a:r>
              <a:rPr lang="en-US" sz="1000" dirty="0">
                <a:solidFill>
                  <a:srgbClr val="0F172A"/>
                </a:solidFill>
                <a:latin typeface="Calibri" pitchFamily="34" charset="0"/>
                <a:ea typeface="Calibri" pitchFamily="34" charset="-122"/>
                <a:cs typeface="Calibri" pitchFamily="34" charset="-120"/>
              </a:rPr>
              <a:t>satisfaction</a:t>
            </a:r>
            <a:endParaRPr lang="en-US" sz="1000" dirty="0"/>
          </a:p>
        </p:txBody>
      </p:sp>
      <p:sp>
        <p:nvSpPr>
          <p:cNvPr id="42" name="Text 39"/>
          <p:cNvSpPr/>
          <p:nvPr/>
        </p:nvSpPr>
        <p:spPr>
          <a:xfrm>
            <a:off x="6268212" y="5349240"/>
            <a:ext cx="1504188" cy="274320"/>
          </a:xfrm>
          <a:prstGeom prst="rect">
            <a:avLst/>
          </a:prstGeom>
          <a:noFill/>
          <a:ln/>
        </p:spPr>
        <p:txBody>
          <a:bodyPr wrap="square" lIns="0" tIns="0" rIns="0" bIns="0" rtlCol="0" anchor="ctr"/>
          <a:lstStyle/>
          <a:p>
            <a:pPr marL="0" indent="0" algn="r">
              <a:buNone/>
            </a:pPr>
            <a:r>
              <a:rPr lang="en-US" sz="900" i="1" dirty="0">
                <a:solidFill>
                  <a:srgbClr val="475569"/>
                </a:solidFill>
                <a:latin typeface="Consolas" pitchFamily="34" charset="0"/>
                <a:ea typeface="Consolas" pitchFamily="34" charset="-122"/>
                <a:cs typeface="Consolas" pitchFamily="34" charset="-120"/>
              </a:rPr>
              <a:t>VARCHAR</a:t>
            </a:r>
            <a:endParaRPr lang="en-US" sz="900" dirty="0"/>
          </a:p>
        </p:txBody>
      </p:sp>
      <p:sp>
        <p:nvSpPr>
          <p:cNvPr id="43" name="Shape 40"/>
          <p:cNvSpPr/>
          <p:nvPr/>
        </p:nvSpPr>
        <p:spPr>
          <a:xfrm>
            <a:off x="548640" y="2240280"/>
            <a:ext cx="3200400" cy="1737360"/>
          </a:xfrm>
          <a:prstGeom prst="rect">
            <a:avLst/>
          </a:prstGeom>
          <a:solidFill>
            <a:srgbClr val="FFFFFF"/>
          </a:solidFill>
          <a:ln w="12700">
            <a:solidFill>
              <a:srgbClr val="E2E8F0"/>
            </a:solidFill>
            <a:prstDash val="solid"/>
          </a:ln>
          <a:effectLst>
            <a:outerShdw blurRad="101600" dist="25400" dir="5400000" algn="bl" rotWithShape="0">
              <a:srgbClr val="0F172A">
                <a:alpha val="8000"/>
              </a:srgbClr>
            </a:outerShdw>
          </a:effectLst>
        </p:spPr>
        <p:txBody>
          <a:bodyPr/>
          <a:lstStyle/>
          <a:p>
            <a:endParaRPr lang="fr-FR"/>
          </a:p>
        </p:txBody>
      </p:sp>
      <p:sp>
        <p:nvSpPr>
          <p:cNvPr id="44" name="Shape 41"/>
          <p:cNvSpPr/>
          <p:nvPr/>
        </p:nvSpPr>
        <p:spPr>
          <a:xfrm>
            <a:off x="548640" y="2240280"/>
            <a:ext cx="3200400" cy="457200"/>
          </a:xfrm>
          <a:prstGeom prst="rect">
            <a:avLst/>
          </a:prstGeom>
          <a:solidFill>
            <a:srgbClr val="1E3A8A"/>
          </a:solidFill>
          <a:ln w="12700">
            <a:solidFill>
              <a:srgbClr val="1E3A8A"/>
            </a:solidFill>
            <a:prstDash val="solid"/>
          </a:ln>
        </p:spPr>
        <p:txBody>
          <a:bodyPr/>
          <a:lstStyle/>
          <a:p>
            <a:endParaRPr lang="fr-FR"/>
          </a:p>
        </p:txBody>
      </p:sp>
      <p:pic>
        <p:nvPicPr>
          <p:cNvPr id="45" name="Image 1" descr="preencoded.png"/>
          <p:cNvPicPr>
            <a:picLocks noChangeAspect="1"/>
          </p:cNvPicPr>
          <p:nvPr/>
        </p:nvPicPr>
        <p:blipFill>
          <a:blip r:embed="rId3"/>
          <a:stretch>
            <a:fillRect/>
          </a:stretch>
        </p:blipFill>
        <p:spPr>
          <a:xfrm>
            <a:off x="713232" y="2359152"/>
            <a:ext cx="228600" cy="228600"/>
          </a:xfrm>
          <a:prstGeom prst="rect">
            <a:avLst/>
          </a:prstGeom>
        </p:spPr>
      </p:pic>
      <p:sp>
        <p:nvSpPr>
          <p:cNvPr id="46" name="Text 42"/>
          <p:cNvSpPr/>
          <p:nvPr/>
        </p:nvSpPr>
        <p:spPr>
          <a:xfrm>
            <a:off x="1005840" y="2286000"/>
            <a:ext cx="2651760" cy="365760"/>
          </a:xfrm>
          <a:prstGeom prst="rect">
            <a:avLst/>
          </a:prstGeom>
          <a:noFill/>
          <a:ln/>
        </p:spPr>
        <p:txBody>
          <a:bodyPr wrap="square" lIns="0" tIns="0" rIns="0" bIns="0" rtlCol="0" anchor="ctr"/>
          <a:lstStyle/>
          <a:p>
            <a:pPr marL="0" indent="0">
              <a:buNone/>
            </a:pPr>
            <a:r>
              <a:rPr lang="en-US" sz="1400" b="1" kern="0" spc="200" dirty="0">
                <a:solidFill>
                  <a:srgbClr val="FFFFFF"/>
                </a:solidFill>
                <a:latin typeface="Calibri" pitchFamily="34" charset="0"/>
                <a:ea typeface="Calibri" pitchFamily="34" charset="-122"/>
                <a:cs typeface="Calibri" pitchFamily="34" charset="-120"/>
              </a:rPr>
              <a:t>residences</a:t>
            </a:r>
            <a:endParaRPr lang="en-US" sz="1400" dirty="0"/>
          </a:p>
        </p:txBody>
      </p:sp>
      <p:sp>
        <p:nvSpPr>
          <p:cNvPr id="47" name="Text 43"/>
          <p:cNvSpPr/>
          <p:nvPr/>
        </p:nvSpPr>
        <p:spPr>
          <a:xfrm>
            <a:off x="731520" y="2788920"/>
            <a:ext cx="320040" cy="274320"/>
          </a:xfrm>
          <a:prstGeom prst="rect">
            <a:avLst/>
          </a:prstGeom>
          <a:noFill/>
          <a:ln/>
        </p:spPr>
        <p:txBody>
          <a:bodyPr wrap="square" lIns="0" tIns="0" rIns="0" bIns="0" rtlCol="0" anchor="ctr"/>
          <a:lstStyle/>
          <a:p>
            <a:pPr marL="0" indent="0">
              <a:buNone/>
            </a:pPr>
            <a:r>
              <a:rPr lang="en-US" sz="1000" b="1" dirty="0">
                <a:solidFill>
                  <a:srgbClr val="F59E0B"/>
                </a:solidFill>
                <a:latin typeface="Calibri" pitchFamily="34" charset="0"/>
                <a:ea typeface="Calibri" pitchFamily="34" charset="-122"/>
                <a:cs typeface="Calibri" pitchFamily="34" charset="-120"/>
              </a:rPr>
              <a:t>🔑</a:t>
            </a:r>
            <a:endParaRPr lang="en-US" sz="1000" dirty="0"/>
          </a:p>
        </p:txBody>
      </p:sp>
      <p:sp>
        <p:nvSpPr>
          <p:cNvPr id="48" name="Text 44"/>
          <p:cNvSpPr/>
          <p:nvPr/>
        </p:nvSpPr>
        <p:spPr>
          <a:xfrm>
            <a:off x="1051560" y="2788920"/>
            <a:ext cx="1303020" cy="274320"/>
          </a:xfrm>
          <a:prstGeom prst="rect">
            <a:avLst/>
          </a:prstGeom>
          <a:noFill/>
          <a:ln/>
        </p:spPr>
        <p:txBody>
          <a:bodyPr wrap="square" lIns="0" tIns="0" rIns="0" bIns="0" rtlCol="0" anchor="ctr"/>
          <a:lstStyle/>
          <a:p>
            <a:pPr marL="0" indent="0">
              <a:buNone/>
            </a:pPr>
            <a:r>
              <a:rPr lang="en-US" sz="1000" dirty="0">
                <a:solidFill>
                  <a:srgbClr val="0F172A"/>
                </a:solidFill>
                <a:latin typeface="Calibri" pitchFamily="34" charset="0"/>
                <a:ea typeface="Calibri" pitchFamily="34" charset="-122"/>
                <a:cs typeface="Calibri" pitchFamily="34" charset="-120"/>
              </a:rPr>
              <a:t>id</a:t>
            </a:r>
            <a:endParaRPr lang="en-US" sz="1000" dirty="0"/>
          </a:p>
        </p:txBody>
      </p:sp>
      <p:sp>
        <p:nvSpPr>
          <p:cNvPr id="49" name="Text 45"/>
          <p:cNvSpPr/>
          <p:nvPr/>
        </p:nvSpPr>
        <p:spPr>
          <a:xfrm>
            <a:off x="2308860" y="2788920"/>
            <a:ext cx="1257300" cy="274320"/>
          </a:xfrm>
          <a:prstGeom prst="rect">
            <a:avLst/>
          </a:prstGeom>
          <a:noFill/>
          <a:ln/>
        </p:spPr>
        <p:txBody>
          <a:bodyPr wrap="square" lIns="0" tIns="0" rIns="0" bIns="0" rtlCol="0" anchor="ctr"/>
          <a:lstStyle/>
          <a:p>
            <a:pPr marL="0" indent="0" algn="r">
              <a:buNone/>
            </a:pPr>
            <a:r>
              <a:rPr lang="en-US" sz="900" i="1" dirty="0">
                <a:solidFill>
                  <a:srgbClr val="475569"/>
                </a:solidFill>
                <a:latin typeface="Consolas" pitchFamily="34" charset="0"/>
                <a:ea typeface="Consolas" pitchFamily="34" charset="-122"/>
                <a:cs typeface="Consolas" pitchFamily="34" charset="-120"/>
              </a:rPr>
              <a:t>VARCHAR</a:t>
            </a:r>
            <a:endParaRPr lang="en-US" sz="900" dirty="0"/>
          </a:p>
        </p:txBody>
      </p:sp>
      <p:sp>
        <p:nvSpPr>
          <p:cNvPr id="50" name="Text 46"/>
          <p:cNvSpPr/>
          <p:nvPr/>
        </p:nvSpPr>
        <p:spPr>
          <a:xfrm>
            <a:off x="731520" y="3044952"/>
            <a:ext cx="320040" cy="274320"/>
          </a:xfrm>
          <a:prstGeom prst="rect">
            <a:avLst/>
          </a:prstGeom>
          <a:noFill/>
          <a:ln/>
        </p:spPr>
        <p:txBody>
          <a:bodyPr wrap="square" lIns="0" tIns="0" rIns="0" bIns="0" rtlCol="0" anchor="ctr"/>
          <a:lstStyle/>
          <a:p>
            <a:pPr marL="0" indent="0">
              <a:buNone/>
            </a:pPr>
            <a:r>
              <a:rPr lang="en-US" sz="1000" b="1" dirty="0">
                <a:solidFill>
                  <a:srgbClr val="06B6D4"/>
                </a:solidFill>
                <a:latin typeface="Calibri" pitchFamily="34" charset="0"/>
                <a:ea typeface="Calibri" pitchFamily="34" charset="-122"/>
                <a:cs typeface="Calibri" pitchFamily="34" charset="-120"/>
              </a:rPr>
              <a:t>•</a:t>
            </a:r>
            <a:endParaRPr lang="en-US" sz="1000" dirty="0"/>
          </a:p>
        </p:txBody>
      </p:sp>
      <p:sp>
        <p:nvSpPr>
          <p:cNvPr id="51" name="Text 47"/>
          <p:cNvSpPr/>
          <p:nvPr/>
        </p:nvSpPr>
        <p:spPr>
          <a:xfrm>
            <a:off x="1051560" y="3044952"/>
            <a:ext cx="1303020" cy="274320"/>
          </a:xfrm>
          <a:prstGeom prst="rect">
            <a:avLst/>
          </a:prstGeom>
          <a:noFill/>
          <a:ln/>
        </p:spPr>
        <p:txBody>
          <a:bodyPr wrap="square" lIns="0" tIns="0" rIns="0" bIns="0" rtlCol="0" anchor="ctr"/>
          <a:lstStyle/>
          <a:p>
            <a:pPr marL="0" indent="0">
              <a:buNone/>
            </a:pPr>
            <a:r>
              <a:rPr lang="en-US" sz="1000" dirty="0">
                <a:solidFill>
                  <a:srgbClr val="0F172A"/>
                </a:solidFill>
                <a:latin typeface="Calibri" pitchFamily="34" charset="0"/>
                <a:ea typeface="Calibri" pitchFamily="34" charset="-122"/>
                <a:cs typeface="Calibri" pitchFamily="34" charset="-120"/>
              </a:rPr>
              <a:t>name</a:t>
            </a:r>
            <a:endParaRPr lang="en-US" sz="1000" dirty="0"/>
          </a:p>
        </p:txBody>
      </p:sp>
      <p:sp>
        <p:nvSpPr>
          <p:cNvPr id="52" name="Text 48"/>
          <p:cNvSpPr/>
          <p:nvPr/>
        </p:nvSpPr>
        <p:spPr>
          <a:xfrm>
            <a:off x="2308860" y="3044952"/>
            <a:ext cx="1257300" cy="274320"/>
          </a:xfrm>
          <a:prstGeom prst="rect">
            <a:avLst/>
          </a:prstGeom>
          <a:noFill/>
          <a:ln/>
        </p:spPr>
        <p:txBody>
          <a:bodyPr wrap="square" lIns="0" tIns="0" rIns="0" bIns="0" rtlCol="0" anchor="ctr"/>
          <a:lstStyle/>
          <a:p>
            <a:pPr marL="0" indent="0" algn="r">
              <a:buNone/>
            </a:pPr>
            <a:r>
              <a:rPr lang="en-US" sz="900" i="1" dirty="0">
                <a:solidFill>
                  <a:srgbClr val="475569"/>
                </a:solidFill>
                <a:latin typeface="Consolas" pitchFamily="34" charset="0"/>
                <a:ea typeface="Consolas" pitchFamily="34" charset="-122"/>
                <a:cs typeface="Consolas" pitchFamily="34" charset="-120"/>
              </a:rPr>
              <a:t>VARCHAR</a:t>
            </a:r>
            <a:endParaRPr lang="en-US" sz="900" dirty="0"/>
          </a:p>
        </p:txBody>
      </p:sp>
      <p:sp>
        <p:nvSpPr>
          <p:cNvPr id="53" name="Text 49"/>
          <p:cNvSpPr/>
          <p:nvPr/>
        </p:nvSpPr>
        <p:spPr>
          <a:xfrm>
            <a:off x="731520" y="3300984"/>
            <a:ext cx="320040" cy="274320"/>
          </a:xfrm>
          <a:prstGeom prst="rect">
            <a:avLst/>
          </a:prstGeom>
          <a:noFill/>
          <a:ln/>
        </p:spPr>
        <p:txBody>
          <a:bodyPr wrap="square" lIns="0" tIns="0" rIns="0" bIns="0" rtlCol="0" anchor="ctr"/>
          <a:lstStyle/>
          <a:p>
            <a:pPr marL="0" indent="0">
              <a:buNone/>
            </a:pPr>
            <a:r>
              <a:rPr lang="en-US" sz="1000" b="1" dirty="0">
                <a:solidFill>
                  <a:srgbClr val="06B6D4"/>
                </a:solidFill>
                <a:latin typeface="Calibri" pitchFamily="34" charset="0"/>
                <a:ea typeface="Calibri" pitchFamily="34" charset="-122"/>
                <a:cs typeface="Calibri" pitchFamily="34" charset="-120"/>
              </a:rPr>
              <a:t>•</a:t>
            </a:r>
            <a:endParaRPr lang="en-US" sz="1000" dirty="0"/>
          </a:p>
        </p:txBody>
      </p:sp>
      <p:sp>
        <p:nvSpPr>
          <p:cNvPr id="54" name="Text 50"/>
          <p:cNvSpPr/>
          <p:nvPr/>
        </p:nvSpPr>
        <p:spPr>
          <a:xfrm>
            <a:off x="1051560" y="3300984"/>
            <a:ext cx="1303020" cy="274320"/>
          </a:xfrm>
          <a:prstGeom prst="rect">
            <a:avLst/>
          </a:prstGeom>
          <a:noFill/>
          <a:ln/>
        </p:spPr>
        <p:txBody>
          <a:bodyPr wrap="square" lIns="0" tIns="0" rIns="0" bIns="0" rtlCol="0" anchor="ctr"/>
          <a:lstStyle/>
          <a:p>
            <a:pPr marL="0" indent="0">
              <a:buNone/>
            </a:pPr>
            <a:r>
              <a:rPr lang="en-US" sz="1000" dirty="0">
                <a:solidFill>
                  <a:srgbClr val="0F172A"/>
                </a:solidFill>
                <a:latin typeface="Calibri" pitchFamily="34" charset="0"/>
                <a:ea typeface="Calibri" pitchFamily="34" charset="-122"/>
                <a:cs typeface="Calibri" pitchFamily="34" charset="-120"/>
              </a:rPr>
              <a:t>address</a:t>
            </a:r>
            <a:endParaRPr lang="en-US" sz="1000" dirty="0"/>
          </a:p>
        </p:txBody>
      </p:sp>
      <p:sp>
        <p:nvSpPr>
          <p:cNvPr id="55" name="Text 51"/>
          <p:cNvSpPr/>
          <p:nvPr/>
        </p:nvSpPr>
        <p:spPr>
          <a:xfrm>
            <a:off x="2308860" y="3300984"/>
            <a:ext cx="1257300" cy="274320"/>
          </a:xfrm>
          <a:prstGeom prst="rect">
            <a:avLst/>
          </a:prstGeom>
          <a:noFill/>
          <a:ln/>
        </p:spPr>
        <p:txBody>
          <a:bodyPr wrap="square" lIns="0" tIns="0" rIns="0" bIns="0" rtlCol="0" anchor="ctr"/>
          <a:lstStyle/>
          <a:p>
            <a:pPr marL="0" indent="0" algn="r">
              <a:buNone/>
            </a:pPr>
            <a:r>
              <a:rPr lang="en-US" sz="900" i="1" dirty="0">
                <a:solidFill>
                  <a:srgbClr val="475569"/>
                </a:solidFill>
                <a:latin typeface="Consolas" pitchFamily="34" charset="0"/>
                <a:ea typeface="Consolas" pitchFamily="34" charset="-122"/>
                <a:cs typeface="Consolas" pitchFamily="34" charset="-120"/>
              </a:rPr>
              <a:t>VARCHAR</a:t>
            </a:r>
            <a:endParaRPr lang="en-US" sz="900" dirty="0"/>
          </a:p>
        </p:txBody>
      </p:sp>
      <p:sp>
        <p:nvSpPr>
          <p:cNvPr id="56" name="Text 52"/>
          <p:cNvSpPr/>
          <p:nvPr/>
        </p:nvSpPr>
        <p:spPr>
          <a:xfrm>
            <a:off x="731520" y="3557016"/>
            <a:ext cx="320040" cy="274320"/>
          </a:xfrm>
          <a:prstGeom prst="rect">
            <a:avLst/>
          </a:prstGeom>
          <a:noFill/>
          <a:ln/>
        </p:spPr>
        <p:txBody>
          <a:bodyPr wrap="square" lIns="0" tIns="0" rIns="0" bIns="0" rtlCol="0" anchor="ctr"/>
          <a:lstStyle/>
          <a:p>
            <a:pPr marL="0" indent="0">
              <a:buNone/>
            </a:pPr>
            <a:r>
              <a:rPr lang="en-US" sz="1000" b="1" dirty="0">
                <a:solidFill>
                  <a:srgbClr val="06B6D4"/>
                </a:solidFill>
                <a:latin typeface="Calibri" pitchFamily="34" charset="0"/>
                <a:ea typeface="Calibri" pitchFamily="34" charset="-122"/>
                <a:cs typeface="Calibri" pitchFamily="34" charset="-120"/>
              </a:rPr>
              <a:t>•</a:t>
            </a:r>
            <a:endParaRPr lang="en-US" sz="1000" dirty="0"/>
          </a:p>
        </p:txBody>
      </p:sp>
      <p:sp>
        <p:nvSpPr>
          <p:cNvPr id="57" name="Text 53"/>
          <p:cNvSpPr/>
          <p:nvPr/>
        </p:nvSpPr>
        <p:spPr>
          <a:xfrm>
            <a:off x="1051560" y="3557016"/>
            <a:ext cx="1303020" cy="274320"/>
          </a:xfrm>
          <a:prstGeom prst="rect">
            <a:avLst/>
          </a:prstGeom>
          <a:noFill/>
          <a:ln/>
        </p:spPr>
        <p:txBody>
          <a:bodyPr wrap="square" lIns="0" tIns="0" rIns="0" bIns="0" rtlCol="0" anchor="ctr"/>
          <a:lstStyle/>
          <a:p>
            <a:pPr marL="0" indent="0">
              <a:buNone/>
            </a:pPr>
            <a:r>
              <a:rPr lang="en-US" sz="1000" dirty="0">
                <a:solidFill>
                  <a:srgbClr val="0F172A"/>
                </a:solidFill>
                <a:latin typeface="Calibri" pitchFamily="34" charset="0"/>
                <a:ea typeface="Calibri" pitchFamily="34" charset="-122"/>
                <a:cs typeface="Calibri" pitchFamily="34" charset="-120"/>
              </a:rPr>
              <a:t>created_at</a:t>
            </a:r>
            <a:endParaRPr lang="en-US" sz="1000" dirty="0"/>
          </a:p>
        </p:txBody>
      </p:sp>
      <p:sp>
        <p:nvSpPr>
          <p:cNvPr id="58" name="Text 54"/>
          <p:cNvSpPr/>
          <p:nvPr/>
        </p:nvSpPr>
        <p:spPr>
          <a:xfrm>
            <a:off x="2308860" y="3557016"/>
            <a:ext cx="1257300" cy="274320"/>
          </a:xfrm>
          <a:prstGeom prst="rect">
            <a:avLst/>
          </a:prstGeom>
          <a:noFill/>
          <a:ln/>
        </p:spPr>
        <p:txBody>
          <a:bodyPr wrap="square" lIns="0" tIns="0" rIns="0" bIns="0" rtlCol="0" anchor="ctr"/>
          <a:lstStyle/>
          <a:p>
            <a:pPr marL="0" indent="0" algn="r">
              <a:buNone/>
            </a:pPr>
            <a:r>
              <a:rPr lang="en-US" sz="900" i="1" dirty="0">
                <a:solidFill>
                  <a:srgbClr val="475569"/>
                </a:solidFill>
                <a:latin typeface="Consolas" pitchFamily="34" charset="0"/>
                <a:ea typeface="Consolas" pitchFamily="34" charset="-122"/>
                <a:cs typeface="Consolas" pitchFamily="34" charset="-120"/>
              </a:rPr>
              <a:t>TIMESTAMP</a:t>
            </a:r>
            <a:endParaRPr lang="en-US" sz="900" dirty="0"/>
          </a:p>
        </p:txBody>
      </p:sp>
      <p:sp>
        <p:nvSpPr>
          <p:cNvPr id="59" name="Shape 55"/>
          <p:cNvSpPr/>
          <p:nvPr/>
        </p:nvSpPr>
        <p:spPr>
          <a:xfrm>
            <a:off x="548640" y="4160520"/>
            <a:ext cx="3200400" cy="1737360"/>
          </a:xfrm>
          <a:prstGeom prst="rect">
            <a:avLst/>
          </a:prstGeom>
          <a:solidFill>
            <a:srgbClr val="FFFFFF"/>
          </a:solidFill>
          <a:ln w="12700">
            <a:solidFill>
              <a:srgbClr val="E2E8F0"/>
            </a:solidFill>
            <a:prstDash val="solid"/>
          </a:ln>
          <a:effectLst>
            <a:outerShdw blurRad="101600" dist="25400" dir="5400000" algn="bl" rotWithShape="0">
              <a:srgbClr val="0F172A">
                <a:alpha val="8000"/>
              </a:srgbClr>
            </a:outerShdw>
          </a:effectLst>
        </p:spPr>
        <p:txBody>
          <a:bodyPr/>
          <a:lstStyle/>
          <a:p>
            <a:endParaRPr lang="fr-FR"/>
          </a:p>
        </p:txBody>
      </p:sp>
      <p:sp>
        <p:nvSpPr>
          <p:cNvPr id="60" name="Shape 56"/>
          <p:cNvSpPr/>
          <p:nvPr/>
        </p:nvSpPr>
        <p:spPr>
          <a:xfrm>
            <a:off x="548640" y="4160520"/>
            <a:ext cx="3200400" cy="457200"/>
          </a:xfrm>
          <a:prstGeom prst="rect">
            <a:avLst/>
          </a:prstGeom>
          <a:solidFill>
            <a:srgbClr val="1E3A8A"/>
          </a:solidFill>
          <a:ln w="12700">
            <a:solidFill>
              <a:srgbClr val="1E3A8A"/>
            </a:solidFill>
            <a:prstDash val="solid"/>
          </a:ln>
        </p:spPr>
        <p:txBody>
          <a:bodyPr/>
          <a:lstStyle/>
          <a:p>
            <a:endParaRPr lang="fr-FR"/>
          </a:p>
        </p:txBody>
      </p:sp>
      <p:pic>
        <p:nvPicPr>
          <p:cNvPr id="61" name="Image 2" descr="preencoded.png"/>
          <p:cNvPicPr>
            <a:picLocks noChangeAspect="1"/>
          </p:cNvPicPr>
          <p:nvPr/>
        </p:nvPicPr>
        <p:blipFill>
          <a:blip r:embed="rId3"/>
          <a:stretch>
            <a:fillRect/>
          </a:stretch>
        </p:blipFill>
        <p:spPr>
          <a:xfrm>
            <a:off x="713232" y="4279392"/>
            <a:ext cx="228600" cy="228600"/>
          </a:xfrm>
          <a:prstGeom prst="rect">
            <a:avLst/>
          </a:prstGeom>
        </p:spPr>
      </p:pic>
      <p:sp>
        <p:nvSpPr>
          <p:cNvPr id="62" name="Text 57"/>
          <p:cNvSpPr/>
          <p:nvPr/>
        </p:nvSpPr>
        <p:spPr>
          <a:xfrm>
            <a:off x="1005840" y="4206240"/>
            <a:ext cx="2651760" cy="365760"/>
          </a:xfrm>
          <a:prstGeom prst="rect">
            <a:avLst/>
          </a:prstGeom>
          <a:noFill/>
          <a:ln/>
        </p:spPr>
        <p:txBody>
          <a:bodyPr wrap="square" lIns="0" tIns="0" rIns="0" bIns="0" rtlCol="0" anchor="ctr"/>
          <a:lstStyle/>
          <a:p>
            <a:pPr marL="0" indent="0">
              <a:buNone/>
            </a:pPr>
            <a:r>
              <a:rPr lang="en-US" sz="1400" b="1" kern="0" spc="200" dirty="0">
                <a:solidFill>
                  <a:srgbClr val="FFFFFF"/>
                </a:solidFill>
                <a:latin typeface="Calibri" pitchFamily="34" charset="0"/>
                <a:ea typeface="Calibri" pitchFamily="34" charset="-122"/>
                <a:cs typeface="Calibri" pitchFamily="34" charset="-120"/>
              </a:rPr>
              <a:t>residents</a:t>
            </a:r>
            <a:endParaRPr lang="en-US" sz="1400" dirty="0"/>
          </a:p>
        </p:txBody>
      </p:sp>
      <p:sp>
        <p:nvSpPr>
          <p:cNvPr id="63" name="Text 58"/>
          <p:cNvSpPr/>
          <p:nvPr/>
        </p:nvSpPr>
        <p:spPr>
          <a:xfrm>
            <a:off x="731520" y="4709160"/>
            <a:ext cx="320040" cy="274320"/>
          </a:xfrm>
          <a:prstGeom prst="rect">
            <a:avLst/>
          </a:prstGeom>
          <a:noFill/>
          <a:ln/>
        </p:spPr>
        <p:txBody>
          <a:bodyPr wrap="square" lIns="0" tIns="0" rIns="0" bIns="0" rtlCol="0" anchor="ctr"/>
          <a:lstStyle/>
          <a:p>
            <a:pPr marL="0" indent="0">
              <a:buNone/>
            </a:pPr>
            <a:r>
              <a:rPr lang="en-US" sz="1000" b="1" dirty="0">
                <a:solidFill>
                  <a:srgbClr val="F59E0B"/>
                </a:solidFill>
                <a:latin typeface="Calibri" pitchFamily="34" charset="0"/>
                <a:ea typeface="Calibri" pitchFamily="34" charset="-122"/>
                <a:cs typeface="Calibri" pitchFamily="34" charset="-120"/>
              </a:rPr>
              <a:t>🔑</a:t>
            </a:r>
            <a:endParaRPr lang="en-US" sz="1000" dirty="0"/>
          </a:p>
        </p:txBody>
      </p:sp>
      <p:sp>
        <p:nvSpPr>
          <p:cNvPr id="64" name="Text 59"/>
          <p:cNvSpPr/>
          <p:nvPr/>
        </p:nvSpPr>
        <p:spPr>
          <a:xfrm>
            <a:off x="1051560" y="4709160"/>
            <a:ext cx="1303020" cy="274320"/>
          </a:xfrm>
          <a:prstGeom prst="rect">
            <a:avLst/>
          </a:prstGeom>
          <a:noFill/>
          <a:ln/>
        </p:spPr>
        <p:txBody>
          <a:bodyPr wrap="square" lIns="0" tIns="0" rIns="0" bIns="0" rtlCol="0" anchor="ctr"/>
          <a:lstStyle/>
          <a:p>
            <a:pPr marL="0" indent="0">
              <a:buNone/>
            </a:pPr>
            <a:r>
              <a:rPr lang="en-US" sz="1000" dirty="0">
                <a:solidFill>
                  <a:srgbClr val="0F172A"/>
                </a:solidFill>
                <a:latin typeface="Calibri" pitchFamily="34" charset="0"/>
                <a:ea typeface="Calibri" pitchFamily="34" charset="-122"/>
                <a:cs typeface="Calibri" pitchFamily="34" charset="-120"/>
              </a:rPr>
              <a:t>id</a:t>
            </a:r>
            <a:endParaRPr lang="en-US" sz="1000" dirty="0"/>
          </a:p>
        </p:txBody>
      </p:sp>
      <p:sp>
        <p:nvSpPr>
          <p:cNvPr id="65" name="Text 60"/>
          <p:cNvSpPr/>
          <p:nvPr/>
        </p:nvSpPr>
        <p:spPr>
          <a:xfrm>
            <a:off x="2308860" y="4709160"/>
            <a:ext cx="1257300" cy="274320"/>
          </a:xfrm>
          <a:prstGeom prst="rect">
            <a:avLst/>
          </a:prstGeom>
          <a:noFill/>
          <a:ln/>
        </p:spPr>
        <p:txBody>
          <a:bodyPr wrap="square" lIns="0" tIns="0" rIns="0" bIns="0" rtlCol="0" anchor="ctr"/>
          <a:lstStyle/>
          <a:p>
            <a:pPr marL="0" indent="0" algn="r">
              <a:buNone/>
            </a:pPr>
            <a:r>
              <a:rPr lang="en-US" sz="900" i="1" dirty="0">
                <a:solidFill>
                  <a:srgbClr val="475569"/>
                </a:solidFill>
                <a:latin typeface="Consolas" pitchFamily="34" charset="0"/>
                <a:ea typeface="Consolas" pitchFamily="34" charset="-122"/>
                <a:cs typeface="Consolas" pitchFamily="34" charset="-120"/>
              </a:rPr>
              <a:t>SERIAL</a:t>
            </a:r>
            <a:endParaRPr lang="en-US" sz="900" dirty="0"/>
          </a:p>
        </p:txBody>
      </p:sp>
      <p:sp>
        <p:nvSpPr>
          <p:cNvPr id="66" name="Text 61"/>
          <p:cNvSpPr/>
          <p:nvPr/>
        </p:nvSpPr>
        <p:spPr>
          <a:xfrm>
            <a:off x="731520" y="4965192"/>
            <a:ext cx="320040" cy="274320"/>
          </a:xfrm>
          <a:prstGeom prst="rect">
            <a:avLst/>
          </a:prstGeom>
          <a:noFill/>
          <a:ln/>
        </p:spPr>
        <p:txBody>
          <a:bodyPr wrap="square" lIns="0" tIns="0" rIns="0" bIns="0" rtlCol="0" anchor="ctr"/>
          <a:lstStyle/>
          <a:p>
            <a:pPr marL="0" indent="0">
              <a:buNone/>
            </a:pPr>
            <a:r>
              <a:rPr lang="en-US" sz="1000" b="1" dirty="0">
                <a:solidFill>
                  <a:srgbClr val="06B6D4"/>
                </a:solidFill>
                <a:latin typeface="Calibri" pitchFamily="34" charset="0"/>
                <a:ea typeface="Calibri" pitchFamily="34" charset="-122"/>
                <a:cs typeface="Calibri" pitchFamily="34" charset="-120"/>
              </a:rPr>
              <a:t>FK</a:t>
            </a:r>
            <a:endParaRPr lang="en-US" sz="1000" dirty="0"/>
          </a:p>
        </p:txBody>
      </p:sp>
      <p:sp>
        <p:nvSpPr>
          <p:cNvPr id="67" name="Text 62"/>
          <p:cNvSpPr/>
          <p:nvPr/>
        </p:nvSpPr>
        <p:spPr>
          <a:xfrm>
            <a:off x="1051560" y="4965192"/>
            <a:ext cx="1303020" cy="274320"/>
          </a:xfrm>
          <a:prstGeom prst="rect">
            <a:avLst/>
          </a:prstGeom>
          <a:noFill/>
          <a:ln/>
        </p:spPr>
        <p:txBody>
          <a:bodyPr wrap="square" lIns="0" tIns="0" rIns="0" bIns="0" rtlCol="0" anchor="ctr"/>
          <a:lstStyle/>
          <a:p>
            <a:pPr marL="0" indent="0">
              <a:buNone/>
            </a:pPr>
            <a:r>
              <a:rPr lang="en-US" sz="1000" dirty="0">
                <a:solidFill>
                  <a:srgbClr val="0F172A"/>
                </a:solidFill>
                <a:latin typeface="Calibri" pitchFamily="34" charset="0"/>
                <a:ea typeface="Calibri" pitchFamily="34" charset="-122"/>
                <a:cs typeface="Calibri" pitchFamily="34" charset="-120"/>
              </a:rPr>
              <a:t>residence_id</a:t>
            </a:r>
            <a:endParaRPr lang="en-US" sz="1000" dirty="0"/>
          </a:p>
        </p:txBody>
      </p:sp>
      <p:sp>
        <p:nvSpPr>
          <p:cNvPr id="68" name="Text 63"/>
          <p:cNvSpPr/>
          <p:nvPr/>
        </p:nvSpPr>
        <p:spPr>
          <a:xfrm>
            <a:off x="2308860" y="4965192"/>
            <a:ext cx="1257300" cy="274320"/>
          </a:xfrm>
          <a:prstGeom prst="rect">
            <a:avLst/>
          </a:prstGeom>
          <a:noFill/>
          <a:ln/>
        </p:spPr>
        <p:txBody>
          <a:bodyPr wrap="square" lIns="0" tIns="0" rIns="0" bIns="0" rtlCol="0" anchor="ctr"/>
          <a:lstStyle/>
          <a:p>
            <a:pPr marL="0" indent="0" algn="r">
              <a:buNone/>
            </a:pPr>
            <a:r>
              <a:rPr lang="en-US" sz="900" i="1" dirty="0">
                <a:solidFill>
                  <a:srgbClr val="475569"/>
                </a:solidFill>
                <a:latin typeface="Consolas" pitchFamily="34" charset="0"/>
                <a:ea typeface="Consolas" pitchFamily="34" charset="-122"/>
                <a:cs typeface="Consolas" pitchFamily="34" charset="-120"/>
              </a:rPr>
              <a:t>VARCHAR</a:t>
            </a:r>
            <a:endParaRPr lang="en-US" sz="900" dirty="0"/>
          </a:p>
        </p:txBody>
      </p:sp>
      <p:sp>
        <p:nvSpPr>
          <p:cNvPr id="69" name="Text 64"/>
          <p:cNvSpPr/>
          <p:nvPr/>
        </p:nvSpPr>
        <p:spPr>
          <a:xfrm>
            <a:off x="731520" y="5221224"/>
            <a:ext cx="320040" cy="274320"/>
          </a:xfrm>
          <a:prstGeom prst="rect">
            <a:avLst/>
          </a:prstGeom>
          <a:noFill/>
          <a:ln/>
        </p:spPr>
        <p:txBody>
          <a:bodyPr wrap="square" lIns="0" tIns="0" rIns="0" bIns="0" rtlCol="0" anchor="ctr"/>
          <a:lstStyle/>
          <a:p>
            <a:pPr marL="0" indent="0">
              <a:buNone/>
            </a:pPr>
            <a:r>
              <a:rPr lang="en-US" sz="1000" b="1" dirty="0">
                <a:solidFill>
                  <a:srgbClr val="06B6D4"/>
                </a:solidFill>
                <a:latin typeface="Calibri" pitchFamily="34" charset="0"/>
                <a:ea typeface="Calibri" pitchFamily="34" charset="-122"/>
                <a:cs typeface="Calibri" pitchFamily="34" charset="-120"/>
              </a:rPr>
              <a:t>•</a:t>
            </a:r>
            <a:endParaRPr lang="en-US" sz="1000" dirty="0"/>
          </a:p>
        </p:txBody>
      </p:sp>
      <p:sp>
        <p:nvSpPr>
          <p:cNvPr id="70" name="Text 65"/>
          <p:cNvSpPr/>
          <p:nvPr/>
        </p:nvSpPr>
        <p:spPr>
          <a:xfrm>
            <a:off x="1051560" y="5221224"/>
            <a:ext cx="1303020" cy="274320"/>
          </a:xfrm>
          <a:prstGeom prst="rect">
            <a:avLst/>
          </a:prstGeom>
          <a:noFill/>
          <a:ln/>
        </p:spPr>
        <p:txBody>
          <a:bodyPr wrap="square" lIns="0" tIns="0" rIns="0" bIns="0" rtlCol="0" anchor="ctr"/>
          <a:lstStyle/>
          <a:p>
            <a:pPr marL="0" indent="0">
              <a:buNone/>
            </a:pPr>
            <a:r>
              <a:rPr lang="en-US" sz="1000" dirty="0">
                <a:solidFill>
                  <a:srgbClr val="0F172A"/>
                </a:solidFill>
                <a:latin typeface="Calibri" pitchFamily="34" charset="0"/>
                <a:ea typeface="Calibri" pitchFamily="34" charset="-122"/>
                <a:cs typeface="Calibri" pitchFamily="34" charset="-120"/>
              </a:rPr>
              <a:t>phone_number</a:t>
            </a:r>
            <a:endParaRPr lang="en-US" sz="1000" dirty="0"/>
          </a:p>
        </p:txBody>
      </p:sp>
      <p:sp>
        <p:nvSpPr>
          <p:cNvPr id="71" name="Text 66"/>
          <p:cNvSpPr/>
          <p:nvPr/>
        </p:nvSpPr>
        <p:spPr>
          <a:xfrm>
            <a:off x="2308860" y="5221224"/>
            <a:ext cx="1257300" cy="274320"/>
          </a:xfrm>
          <a:prstGeom prst="rect">
            <a:avLst/>
          </a:prstGeom>
          <a:noFill/>
          <a:ln/>
        </p:spPr>
        <p:txBody>
          <a:bodyPr wrap="square" lIns="0" tIns="0" rIns="0" bIns="0" rtlCol="0" anchor="ctr"/>
          <a:lstStyle/>
          <a:p>
            <a:pPr marL="0" indent="0" algn="r">
              <a:buNone/>
            </a:pPr>
            <a:r>
              <a:rPr lang="en-US" sz="900" i="1" dirty="0">
                <a:solidFill>
                  <a:srgbClr val="475569"/>
                </a:solidFill>
                <a:latin typeface="Consolas" pitchFamily="34" charset="0"/>
                <a:ea typeface="Consolas" pitchFamily="34" charset="-122"/>
                <a:cs typeface="Consolas" pitchFamily="34" charset="-120"/>
              </a:rPr>
              <a:t>VARCHAR</a:t>
            </a:r>
            <a:endParaRPr lang="en-US" sz="900" dirty="0"/>
          </a:p>
        </p:txBody>
      </p:sp>
      <p:sp>
        <p:nvSpPr>
          <p:cNvPr id="72" name="Text 67"/>
          <p:cNvSpPr/>
          <p:nvPr/>
        </p:nvSpPr>
        <p:spPr>
          <a:xfrm>
            <a:off x="731520" y="5477256"/>
            <a:ext cx="320040" cy="274320"/>
          </a:xfrm>
          <a:prstGeom prst="rect">
            <a:avLst/>
          </a:prstGeom>
          <a:noFill/>
          <a:ln/>
        </p:spPr>
        <p:txBody>
          <a:bodyPr wrap="square" lIns="0" tIns="0" rIns="0" bIns="0" rtlCol="0" anchor="ctr"/>
          <a:lstStyle/>
          <a:p>
            <a:pPr marL="0" indent="0">
              <a:buNone/>
            </a:pPr>
            <a:r>
              <a:rPr lang="en-US" sz="1000" b="1" dirty="0">
                <a:solidFill>
                  <a:srgbClr val="06B6D4"/>
                </a:solidFill>
                <a:latin typeface="Calibri" pitchFamily="34" charset="0"/>
                <a:ea typeface="Calibri" pitchFamily="34" charset="-122"/>
                <a:cs typeface="Calibri" pitchFamily="34" charset="-120"/>
              </a:rPr>
              <a:t>•</a:t>
            </a:r>
            <a:endParaRPr lang="en-US" sz="1000" dirty="0"/>
          </a:p>
        </p:txBody>
      </p:sp>
      <p:sp>
        <p:nvSpPr>
          <p:cNvPr id="73" name="Text 68"/>
          <p:cNvSpPr/>
          <p:nvPr/>
        </p:nvSpPr>
        <p:spPr>
          <a:xfrm>
            <a:off x="1051560" y="5477256"/>
            <a:ext cx="1303020" cy="274320"/>
          </a:xfrm>
          <a:prstGeom prst="rect">
            <a:avLst/>
          </a:prstGeom>
          <a:noFill/>
          <a:ln/>
        </p:spPr>
        <p:txBody>
          <a:bodyPr wrap="square" lIns="0" tIns="0" rIns="0" bIns="0" rtlCol="0" anchor="ctr"/>
          <a:lstStyle/>
          <a:p>
            <a:pPr marL="0" indent="0">
              <a:buNone/>
            </a:pPr>
            <a:r>
              <a:rPr lang="en-US" sz="1000" dirty="0">
                <a:solidFill>
                  <a:srgbClr val="0F172A"/>
                </a:solidFill>
                <a:latin typeface="Calibri" pitchFamily="34" charset="0"/>
                <a:ea typeface="Calibri" pitchFamily="34" charset="-122"/>
                <a:cs typeface="Calibri" pitchFamily="34" charset="-120"/>
              </a:rPr>
              <a:t>unit_number</a:t>
            </a:r>
            <a:endParaRPr lang="en-US" sz="1000" dirty="0"/>
          </a:p>
        </p:txBody>
      </p:sp>
      <p:sp>
        <p:nvSpPr>
          <p:cNvPr id="74" name="Text 69"/>
          <p:cNvSpPr/>
          <p:nvPr/>
        </p:nvSpPr>
        <p:spPr>
          <a:xfrm>
            <a:off x="2308860" y="5477256"/>
            <a:ext cx="1257300" cy="274320"/>
          </a:xfrm>
          <a:prstGeom prst="rect">
            <a:avLst/>
          </a:prstGeom>
          <a:noFill/>
          <a:ln/>
        </p:spPr>
        <p:txBody>
          <a:bodyPr wrap="square" lIns="0" tIns="0" rIns="0" bIns="0" rtlCol="0" anchor="ctr"/>
          <a:lstStyle/>
          <a:p>
            <a:pPr marL="0" indent="0" algn="r">
              <a:buNone/>
            </a:pPr>
            <a:r>
              <a:rPr lang="en-US" sz="900" i="1" dirty="0">
                <a:solidFill>
                  <a:srgbClr val="475569"/>
                </a:solidFill>
                <a:latin typeface="Consolas" pitchFamily="34" charset="0"/>
                <a:ea typeface="Consolas" pitchFamily="34" charset="-122"/>
                <a:cs typeface="Consolas" pitchFamily="34" charset="-120"/>
              </a:rPr>
              <a:t>VARCHAR</a:t>
            </a:r>
            <a:endParaRPr lang="en-US" sz="900" dirty="0"/>
          </a:p>
        </p:txBody>
      </p:sp>
      <p:sp>
        <p:nvSpPr>
          <p:cNvPr id="75" name="Shape 70"/>
          <p:cNvSpPr/>
          <p:nvPr/>
        </p:nvSpPr>
        <p:spPr>
          <a:xfrm>
            <a:off x="8412480" y="2240280"/>
            <a:ext cx="3291840" cy="2286000"/>
          </a:xfrm>
          <a:prstGeom prst="rect">
            <a:avLst/>
          </a:prstGeom>
          <a:solidFill>
            <a:srgbClr val="FFFFFF"/>
          </a:solidFill>
          <a:ln w="12700">
            <a:solidFill>
              <a:srgbClr val="E2E8F0"/>
            </a:solidFill>
            <a:prstDash val="solid"/>
          </a:ln>
          <a:effectLst>
            <a:outerShdw blurRad="101600" dist="25400" dir="5400000" algn="bl" rotWithShape="0">
              <a:srgbClr val="0F172A">
                <a:alpha val="8000"/>
              </a:srgbClr>
            </a:outerShdw>
          </a:effectLst>
        </p:spPr>
        <p:txBody>
          <a:bodyPr/>
          <a:lstStyle/>
          <a:p>
            <a:endParaRPr lang="fr-FR"/>
          </a:p>
        </p:txBody>
      </p:sp>
      <p:sp>
        <p:nvSpPr>
          <p:cNvPr id="76" name="Shape 71"/>
          <p:cNvSpPr/>
          <p:nvPr/>
        </p:nvSpPr>
        <p:spPr>
          <a:xfrm>
            <a:off x="8412480" y="2240280"/>
            <a:ext cx="3291840" cy="457200"/>
          </a:xfrm>
          <a:prstGeom prst="rect">
            <a:avLst/>
          </a:prstGeom>
          <a:solidFill>
            <a:srgbClr val="F59E0B"/>
          </a:solidFill>
          <a:ln w="12700">
            <a:solidFill>
              <a:srgbClr val="F59E0B"/>
            </a:solidFill>
            <a:prstDash val="solid"/>
          </a:ln>
        </p:spPr>
        <p:txBody>
          <a:bodyPr/>
          <a:lstStyle/>
          <a:p>
            <a:endParaRPr lang="fr-FR"/>
          </a:p>
        </p:txBody>
      </p:sp>
      <p:pic>
        <p:nvPicPr>
          <p:cNvPr id="77" name="Image 3" descr="preencoded.png"/>
          <p:cNvPicPr>
            <a:picLocks noChangeAspect="1"/>
          </p:cNvPicPr>
          <p:nvPr/>
        </p:nvPicPr>
        <p:blipFill>
          <a:blip r:embed="rId3"/>
          <a:stretch>
            <a:fillRect/>
          </a:stretch>
        </p:blipFill>
        <p:spPr>
          <a:xfrm>
            <a:off x="8577072" y="2359152"/>
            <a:ext cx="228600" cy="228600"/>
          </a:xfrm>
          <a:prstGeom prst="rect">
            <a:avLst/>
          </a:prstGeom>
        </p:spPr>
      </p:pic>
      <p:sp>
        <p:nvSpPr>
          <p:cNvPr id="78" name="Text 72"/>
          <p:cNvSpPr/>
          <p:nvPr/>
        </p:nvSpPr>
        <p:spPr>
          <a:xfrm>
            <a:off x="8869680" y="2286000"/>
            <a:ext cx="2743200" cy="365760"/>
          </a:xfrm>
          <a:prstGeom prst="rect">
            <a:avLst/>
          </a:prstGeom>
          <a:noFill/>
          <a:ln/>
        </p:spPr>
        <p:txBody>
          <a:bodyPr wrap="square" lIns="0" tIns="0" rIns="0" bIns="0" rtlCol="0" anchor="ctr"/>
          <a:lstStyle/>
          <a:p>
            <a:pPr marL="0" indent="0">
              <a:buNone/>
            </a:pPr>
            <a:r>
              <a:rPr lang="en-US" sz="1400" b="1" kern="0" spc="200" dirty="0">
                <a:solidFill>
                  <a:srgbClr val="FFFFFF"/>
                </a:solidFill>
                <a:latin typeface="Calibri" pitchFamily="34" charset="0"/>
                <a:ea typeface="Calibri" pitchFamily="34" charset="-122"/>
                <a:cs typeface="Calibri" pitchFamily="34" charset="-120"/>
              </a:rPr>
              <a:t>invite_codes</a:t>
            </a:r>
            <a:endParaRPr lang="en-US" sz="1400" dirty="0"/>
          </a:p>
        </p:txBody>
      </p:sp>
      <p:sp>
        <p:nvSpPr>
          <p:cNvPr id="79" name="Text 73"/>
          <p:cNvSpPr/>
          <p:nvPr/>
        </p:nvSpPr>
        <p:spPr>
          <a:xfrm>
            <a:off x="8595360" y="2788920"/>
            <a:ext cx="320040" cy="274320"/>
          </a:xfrm>
          <a:prstGeom prst="rect">
            <a:avLst/>
          </a:prstGeom>
          <a:noFill/>
          <a:ln/>
        </p:spPr>
        <p:txBody>
          <a:bodyPr wrap="square" lIns="0" tIns="0" rIns="0" bIns="0" rtlCol="0" anchor="ctr"/>
          <a:lstStyle/>
          <a:p>
            <a:pPr marL="0" indent="0">
              <a:buNone/>
            </a:pPr>
            <a:r>
              <a:rPr lang="en-US" sz="1000" b="1" dirty="0">
                <a:solidFill>
                  <a:srgbClr val="F59E0B"/>
                </a:solidFill>
                <a:latin typeface="Calibri" pitchFamily="34" charset="0"/>
                <a:ea typeface="Calibri" pitchFamily="34" charset="-122"/>
                <a:cs typeface="Calibri" pitchFamily="34" charset="-120"/>
              </a:rPr>
              <a:t>🔑</a:t>
            </a:r>
            <a:endParaRPr lang="en-US" sz="1000" dirty="0"/>
          </a:p>
        </p:txBody>
      </p:sp>
      <p:sp>
        <p:nvSpPr>
          <p:cNvPr id="80" name="Text 74"/>
          <p:cNvSpPr/>
          <p:nvPr/>
        </p:nvSpPr>
        <p:spPr>
          <a:xfrm>
            <a:off x="8915400" y="2788920"/>
            <a:ext cx="1353312" cy="274320"/>
          </a:xfrm>
          <a:prstGeom prst="rect">
            <a:avLst/>
          </a:prstGeom>
          <a:noFill/>
          <a:ln/>
        </p:spPr>
        <p:txBody>
          <a:bodyPr wrap="square" lIns="0" tIns="0" rIns="0" bIns="0" rtlCol="0" anchor="ctr"/>
          <a:lstStyle/>
          <a:p>
            <a:pPr marL="0" indent="0">
              <a:buNone/>
            </a:pPr>
            <a:r>
              <a:rPr lang="en-US" sz="1000" dirty="0">
                <a:solidFill>
                  <a:srgbClr val="0F172A"/>
                </a:solidFill>
                <a:latin typeface="Calibri" pitchFamily="34" charset="0"/>
                <a:ea typeface="Calibri" pitchFamily="34" charset="-122"/>
                <a:cs typeface="Calibri" pitchFamily="34" charset="-120"/>
              </a:rPr>
              <a:t>code</a:t>
            </a:r>
            <a:endParaRPr lang="en-US" sz="1000" dirty="0"/>
          </a:p>
        </p:txBody>
      </p:sp>
      <p:sp>
        <p:nvSpPr>
          <p:cNvPr id="81" name="Text 75"/>
          <p:cNvSpPr/>
          <p:nvPr/>
        </p:nvSpPr>
        <p:spPr>
          <a:xfrm>
            <a:off x="10222992" y="2788920"/>
            <a:ext cx="1298448" cy="274320"/>
          </a:xfrm>
          <a:prstGeom prst="rect">
            <a:avLst/>
          </a:prstGeom>
          <a:noFill/>
          <a:ln/>
        </p:spPr>
        <p:txBody>
          <a:bodyPr wrap="square" lIns="0" tIns="0" rIns="0" bIns="0" rtlCol="0" anchor="ctr"/>
          <a:lstStyle/>
          <a:p>
            <a:pPr marL="0" indent="0" algn="r">
              <a:buNone/>
            </a:pPr>
            <a:r>
              <a:rPr lang="en-US" sz="900" i="1" dirty="0">
                <a:solidFill>
                  <a:srgbClr val="475569"/>
                </a:solidFill>
                <a:latin typeface="Consolas" pitchFamily="34" charset="0"/>
                <a:ea typeface="Consolas" pitchFamily="34" charset="-122"/>
                <a:cs typeface="Consolas" pitchFamily="34" charset="-120"/>
              </a:rPr>
              <a:t>VARCHAR</a:t>
            </a:r>
            <a:endParaRPr lang="en-US" sz="900" dirty="0"/>
          </a:p>
        </p:txBody>
      </p:sp>
      <p:sp>
        <p:nvSpPr>
          <p:cNvPr id="82" name="Text 76"/>
          <p:cNvSpPr/>
          <p:nvPr/>
        </p:nvSpPr>
        <p:spPr>
          <a:xfrm>
            <a:off x="8595360" y="3044952"/>
            <a:ext cx="320040" cy="274320"/>
          </a:xfrm>
          <a:prstGeom prst="rect">
            <a:avLst/>
          </a:prstGeom>
          <a:noFill/>
          <a:ln/>
        </p:spPr>
        <p:txBody>
          <a:bodyPr wrap="square" lIns="0" tIns="0" rIns="0" bIns="0" rtlCol="0" anchor="ctr"/>
          <a:lstStyle/>
          <a:p>
            <a:pPr marL="0" indent="0">
              <a:buNone/>
            </a:pPr>
            <a:r>
              <a:rPr lang="en-US" sz="1000" b="1" dirty="0">
                <a:solidFill>
                  <a:srgbClr val="06B6D4"/>
                </a:solidFill>
                <a:latin typeface="Calibri" pitchFamily="34" charset="0"/>
                <a:ea typeface="Calibri" pitchFamily="34" charset="-122"/>
                <a:cs typeface="Calibri" pitchFamily="34" charset="-120"/>
              </a:rPr>
              <a:t>•</a:t>
            </a:r>
            <a:endParaRPr lang="en-US" sz="1000" dirty="0"/>
          </a:p>
        </p:txBody>
      </p:sp>
      <p:sp>
        <p:nvSpPr>
          <p:cNvPr id="83" name="Text 77"/>
          <p:cNvSpPr/>
          <p:nvPr/>
        </p:nvSpPr>
        <p:spPr>
          <a:xfrm>
            <a:off x="8915400" y="3044952"/>
            <a:ext cx="1353312" cy="274320"/>
          </a:xfrm>
          <a:prstGeom prst="rect">
            <a:avLst/>
          </a:prstGeom>
          <a:noFill/>
          <a:ln/>
        </p:spPr>
        <p:txBody>
          <a:bodyPr wrap="square" lIns="0" tIns="0" rIns="0" bIns="0" rtlCol="0" anchor="ctr"/>
          <a:lstStyle/>
          <a:p>
            <a:pPr marL="0" indent="0">
              <a:buNone/>
            </a:pPr>
            <a:r>
              <a:rPr lang="en-US" sz="1000" dirty="0">
                <a:solidFill>
                  <a:srgbClr val="0F172A"/>
                </a:solidFill>
                <a:latin typeface="Calibri" pitchFamily="34" charset="0"/>
                <a:ea typeface="Calibri" pitchFamily="34" charset="-122"/>
                <a:cs typeface="Calibri" pitchFamily="34" charset="-120"/>
              </a:rPr>
              <a:t>used</a:t>
            </a:r>
            <a:endParaRPr lang="en-US" sz="1000" dirty="0"/>
          </a:p>
        </p:txBody>
      </p:sp>
      <p:sp>
        <p:nvSpPr>
          <p:cNvPr id="84" name="Text 78"/>
          <p:cNvSpPr/>
          <p:nvPr/>
        </p:nvSpPr>
        <p:spPr>
          <a:xfrm>
            <a:off x="10222992" y="3044952"/>
            <a:ext cx="1298448" cy="274320"/>
          </a:xfrm>
          <a:prstGeom prst="rect">
            <a:avLst/>
          </a:prstGeom>
          <a:noFill/>
          <a:ln/>
        </p:spPr>
        <p:txBody>
          <a:bodyPr wrap="square" lIns="0" tIns="0" rIns="0" bIns="0" rtlCol="0" anchor="ctr"/>
          <a:lstStyle/>
          <a:p>
            <a:pPr marL="0" indent="0" algn="r">
              <a:buNone/>
            </a:pPr>
            <a:r>
              <a:rPr lang="en-US" sz="900" i="1" dirty="0">
                <a:solidFill>
                  <a:srgbClr val="475569"/>
                </a:solidFill>
                <a:latin typeface="Consolas" pitchFamily="34" charset="0"/>
                <a:ea typeface="Consolas" pitchFamily="34" charset="-122"/>
                <a:cs typeface="Consolas" pitchFamily="34" charset="-120"/>
              </a:rPr>
              <a:t>BOOLEAN</a:t>
            </a:r>
            <a:endParaRPr lang="en-US" sz="900" dirty="0"/>
          </a:p>
        </p:txBody>
      </p:sp>
      <p:sp>
        <p:nvSpPr>
          <p:cNvPr id="85" name="Text 79"/>
          <p:cNvSpPr/>
          <p:nvPr/>
        </p:nvSpPr>
        <p:spPr>
          <a:xfrm>
            <a:off x="8595360" y="3300984"/>
            <a:ext cx="320040" cy="274320"/>
          </a:xfrm>
          <a:prstGeom prst="rect">
            <a:avLst/>
          </a:prstGeom>
          <a:noFill/>
          <a:ln/>
        </p:spPr>
        <p:txBody>
          <a:bodyPr wrap="square" lIns="0" tIns="0" rIns="0" bIns="0" rtlCol="0" anchor="ctr"/>
          <a:lstStyle/>
          <a:p>
            <a:pPr marL="0" indent="0">
              <a:buNone/>
            </a:pPr>
            <a:r>
              <a:rPr lang="en-US" sz="1000" b="1" dirty="0">
                <a:solidFill>
                  <a:srgbClr val="06B6D4"/>
                </a:solidFill>
                <a:latin typeface="Calibri" pitchFamily="34" charset="0"/>
                <a:ea typeface="Calibri" pitchFamily="34" charset="-122"/>
                <a:cs typeface="Calibri" pitchFamily="34" charset="-120"/>
              </a:rPr>
              <a:t>•</a:t>
            </a:r>
            <a:endParaRPr lang="en-US" sz="1000" dirty="0"/>
          </a:p>
        </p:txBody>
      </p:sp>
      <p:sp>
        <p:nvSpPr>
          <p:cNvPr id="86" name="Text 80"/>
          <p:cNvSpPr/>
          <p:nvPr/>
        </p:nvSpPr>
        <p:spPr>
          <a:xfrm>
            <a:off x="8915400" y="3300984"/>
            <a:ext cx="1353312" cy="274320"/>
          </a:xfrm>
          <a:prstGeom prst="rect">
            <a:avLst/>
          </a:prstGeom>
          <a:noFill/>
          <a:ln/>
        </p:spPr>
        <p:txBody>
          <a:bodyPr wrap="square" lIns="0" tIns="0" rIns="0" bIns="0" rtlCol="0" anchor="ctr"/>
          <a:lstStyle/>
          <a:p>
            <a:pPr marL="0" indent="0">
              <a:buNone/>
            </a:pPr>
            <a:r>
              <a:rPr lang="en-US" sz="1000" dirty="0">
                <a:solidFill>
                  <a:srgbClr val="0F172A"/>
                </a:solidFill>
                <a:latin typeface="Calibri" pitchFamily="34" charset="0"/>
                <a:ea typeface="Calibri" pitchFamily="34" charset="-122"/>
                <a:cs typeface="Calibri" pitchFamily="34" charset="-120"/>
              </a:rPr>
              <a:t>created_by</a:t>
            </a:r>
            <a:endParaRPr lang="en-US" sz="1000" dirty="0"/>
          </a:p>
        </p:txBody>
      </p:sp>
      <p:sp>
        <p:nvSpPr>
          <p:cNvPr id="87" name="Text 81"/>
          <p:cNvSpPr/>
          <p:nvPr/>
        </p:nvSpPr>
        <p:spPr>
          <a:xfrm>
            <a:off x="10222992" y="3300984"/>
            <a:ext cx="1298448" cy="274320"/>
          </a:xfrm>
          <a:prstGeom prst="rect">
            <a:avLst/>
          </a:prstGeom>
          <a:noFill/>
          <a:ln/>
        </p:spPr>
        <p:txBody>
          <a:bodyPr wrap="square" lIns="0" tIns="0" rIns="0" bIns="0" rtlCol="0" anchor="ctr"/>
          <a:lstStyle/>
          <a:p>
            <a:pPr marL="0" indent="0" algn="r">
              <a:buNone/>
            </a:pPr>
            <a:r>
              <a:rPr lang="en-US" sz="900" i="1" dirty="0">
                <a:solidFill>
                  <a:srgbClr val="475569"/>
                </a:solidFill>
                <a:latin typeface="Consolas" pitchFamily="34" charset="0"/>
                <a:ea typeface="Consolas" pitchFamily="34" charset="-122"/>
                <a:cs typeface="Consolas" pitchFamily="34" charset="-120"/>
              </a:rPr>
              <a:t>VARCHAR</a:t>
            </a:r>
            <a:endParaRPr lang="en-US" sz="900" dirty="0"/>
          </a:p>
        </p:txBody>
      </p:sp>
      <p:sp>
        <p:nvSpPr>
          <p:cNvPr id="88" name="Text 82"/>
          <p:cNvSpPr/>
          <p:nvPr/>
        </p:nvSpPr>
        <p:spPr>
          <a:xfrm>
            <a:off x="8595360" y="3557016"/>
            <a:ext cx="320040" cy="274320"/>
          </a:xfrm>
          <a:prstGeom prst="rect">
            <a:avLst/>
          </a:prstGeom>
          <a:noFill/>
          <a:ln/>
        </p:spPr>
        <p:txBody>
          <a:bodyPr wrap="square" lIns="0" tIns="0" rIns="0" bIns="0" rtlCol="0" anchor="ctr"/>
          <a:lstStyle/>
          <a:p>
            <a:pPr marL="0" indent="0">
              <a:buNone/>
            </a:pPr>
            <a:r>
              <a:rPr lang="en-US" sz="1000" b="1" dirty="0">
                <a:solidFill>
                  <a:srgbClr val="06B6D4"/>
                </a:solidFill>
                <a:latin typeface="Calibri" pitchFamily="34" charset="0"/>
                <a:ea typeface="Calibri" pitchFamily="34" charset="-122"/>
                <a:cs typeface="Calibri" pitchFamily="34" charset="-120"/>
              </a:rPr>
              <a:t>•</a:t>
            </a:r>
            <a:endParaRPr lang="en-US" sz="1000" dirty="0"/>
          </a:p>
        </p:txBody>
      </p:sp>
      <p:sp>
        <p:nvSpPr>
          <p:cNvPr id="89" name="Text 83"/>
          <p:cNvSpPr/>
          <p:nvPr/>
        </p:nvSpPr>
        <p:spPr>
          <a:xfrm>
            <a:off x="8915400" y="3557016"/>
            <a:ext cx="1353312" cy="274320"/>
          </a:xfrm>
          <a:prstGeom prst="rect">
            <a:avLst/>
          </a:prstGeom>
          <a:noFill/>
          <a:ln/>
        </p:spPr>
        <p:txBody>
          <a:bodyPr wrap="square" lIns="0" tIns="0" rIns="0" bIns="0" rtlCol="0" anchor="ctr"/>
          <a:lstStyle/>
          <a:p>
            <a:pPr marL="0" indent="0">
              <a:buNone/>
            </a:pPr>
            <a:r>
              <a:rPr lang="en-US" sz="1000" dirty="0">
                <a:solidFill>
                  <a:srgbClr val="0F172A"/>
                </a:solidFill>
                <a:latin typeface="Calibri" pitchFamily="34" charset="0"/>
                <a:ea typeface="Calibri" pitchFamily="34" charset="-122"/>
                <a:cs typeface="Calibri" pitchFamily="34" charset="-120"/>
              </a:rPr>
              <a:t>used_by</a:t>
            </a:r>
            <a:endParaRPr lang="en-US" sz="1000" dirty="0"/>
          </a:p>
        </p:txBody>
      </p:sp>
      <p:sp>
        <p:nvSpPr>
          <p:cNvPr id="90" name="Text 84"/>
          <p:cNvSpPr/>
          <p:nvPr/>
        </p:nvSpPr>
        <p:spPr>
          <a:xfrm>
            <a:off x="10222992" y="3557016"/>
            <a:ext cx="1298448" cy="274320"/>
          </a:xfrm>
          <a:prstGeom prst="rect">
            <a:avLst/>
          </a:prstGeom>
          <a:noFill/>
          <a:ln/>
        </p:spPr>
        <p:txBody>
          <a:bodyPr wrap="square" lIns="0" tIns="0" rIns="0" bIns="0" rtlCol="0" anchor="ctr"/>
          <a:lstStyle/>
          <a:p>
            <a:pPr marL="0" indent="0" algn="r">
              <a:buNone/>
            </a:pPr>
            <a:r>
              <a:rPr lang="en-US" sz="900" i="1" dirty="0">
                <a:solidFill>
                  <a:srgbClr val="475569"/>
                </a:solidFill>
                <a:latin typeface="Consolas" pitchFamily="34" charset="0"/>
                <a:ea typeface="Consolas" pitchFamily="34" charset="-122"/>
                <a:cs typeface="Consolas" pitchFamily="34" charset="-120"/>
              </a:rPr>
              <a:t>VARCHAR</a:t>
            </a:r>
            <a:endParaRPr lang="en-US" sz="900" dirty="0"/>
          </a:p>
        </p:txBody>
      </p:sp>
      <p:sp>
        <p:nvSpPr>
          <p:cNvPr id="91" name="Text 85"/>
          <p:cNvSpPr/>
          <p:nvPr/>
        </p:nvSpPr>
        <p:spPr>
          <a:xfrm>
            <a:off x="8595360" y="3813048"/>
            <a:ext cx="320040" cy="274320"/>
          </a:xfrm>
          <a:prstGeom prst="rect">
            <a:avLst/>
          </a:prstGeom>
          <a:noFill/>
          <a:ln/>
        </p:spPr>
        <p:txBody>
          <a:bodyPr wrap="square" lIns="0" tIns="0" rIns="0" bIns="0" rtlCol="0" anchor="ctr"/>
          <a:lstStyle/>
          <a:p>
            <a:pPr marL="0" indent="0">
              <a:buNone/>
            </a:pPr>
            <a:r>
              <a:rPr lang="en-US" sz="1000" b="1" dirty="0">
                <a:solidFill>
                  <a:srgbClr val="06B6D4"/>
                </a:solidFill>
                <a:latin typeface="Calibri" pitchFamily="34" charset="0"/>
                <a:ea typeface="Calibri" pitchFamily="34" charset="-122"/>
                <a:cs typeface="Calibri" pitchFamily="34" charset="-120"/>
              </a:rPr>
              <a:t>•</a:t>
            </a:r>
            <a:endParaRPr lang="en-US" sz="1000" dirty="0"/>
          </a:p>
        </p:txBody>
      </p:sp>
      <p:sp>
        <p:nvSpPr>
          <p:cNvPr id="92" name="Text 86"/>
          <p:cNvSpPr/>
          <p:nvPr/>
        </p:nvSpPr>
        <p:spPr>
          <a:xfrm>
            <a:off x="8915400" y="3813048"/>
            <a:ext cx="1353312" cy="274320"/>
          </a:xfrm>
          <a:prstGeom prst="rect">
            <a:avLst/>
          </a:prstGeom>
          <a:noFill/>
          <a:ln/>
        </p:spPr>
        <p:txBody>
          <a:bodyPr wrap="square" lIns="0" tIns="0" rIns="0" bIns="0" rtlCol="0" anchor="ctr"/>
          <a:lstStyle/>
          <a:p>
            <a:pPr marL="0" indent="0">
              <a:buNone/>
            </a:pPr>
            <a:r>
              <a:rPr lang="en-US" sz="1000" dirty="0">
                <a:solidFill>
                  <a:srgbClr val="0F172A"/>
                </a:solidFill>
                <a:latin typeface="Calibri" pitchFamily="34" charset="0"/>
                <a:ea typeface="Calibri" pitchFamily="34" charset="-122"/>
                <a:cs typeface="Calibri" pitchFamily="34" charset="-120"/>
              </a:rPr>
              <a:t>created_at</a:t>
            </a:r>
            <a:endParaRPr lang="en-US" sz="1000" dirty="0"/>
          </a:p>
        </p:txBody>
      </p:sp>
      <p:sp>
        <p:nvSpPr>
          <p:cNvPr id="93" name="Text 87"/>
          <p:cNvSpPr/>
          <p:nvPr/>
        </p:nvSpPr>
        <p:spPr>
          <a:xfrm>
            <a:off x="10222992" y="3813048"/>
            <a:ext cx="1298448" cy="274320"/>
          </a:xfrm>
          <a:prstGeom prst="rect">
            <a:avLst/>
          </a:prstGeom>
          <a:noFill/>
          <a:ln/>
        </p:spPr>
        <p:txBody>
          <a:bodyPr wrap="square" lIns="0" tIns="0" rIns="0" bIns="0" rtlCol="0" anchor="ctr"/>
          <a:lstStyle/>
          <a:p>
            <a:pPr marL="0" indent="0" algn="r">
              <a:buNone/>
            </a:pPr>
            <a:r>
              <a:rPr lang="en-US" sz="900" i="1" dirty="0">
                <a:solidFill>
                  <a:srgbClr val="475569"/>
                </a:solidFill>
                <a:latin typeface="Consolas" pitchFamily="34" charset="0"/>
                <a:ea typeface="Consolas" pitchFamily="34" charset="-122"/>
                <a:cs typeface="Consolas" pitchFamily="34" charset="-120"/>
              </a:rPr>
              <a:t>TIMESTAMP</a:t>
            </a:r>
            <a:endParaRPr lang="en-US" sz="900" dirty="0"/>
          </a:p>
        </p:txBody>
      </p:sp>
      <p:sp>
        <p:nvSpPr>
          <p:cNvPr id="94" name="Shape 88"/>
          <p:cNvSpPr/>
          <p:nvPr/>
        </p:nvSpPr>
        <p:spPr>
          <a:xfrm>
            <a:off x="3749040" y="3108960"/>
            <a:ext cx="457200" cy="0"/>
          </a:xfrm>
          <a:prstGeom prst="line">
            <a:avLst/>
          </a:prstGeom>
          <a:noFill/>
          <a:ln w="19050">
            <a:solidFill>
              <a:srgbClr val="475569"/>
            </a:solidFill>
            <a:prstDash val="solid"/>
            <a:tailEnd type="triangle"/>
          </a:ln>
        </p:spPr>
        <p:txBody>
          <a:bodyPr/>
          <a:lstStyle/>
          <a:p>
            <a:endParaRPr lang="fr-FR"/>
          </a:p>
        </p:txBody>
      </p:sp>
      <p:sp>
        <p:nvSpPr>
          <p:cNvPr id="95" name="Shape 89"/>
          <p:cNvSpPr/>
          <p:nvPr/>
        </p:nvSpPr>
        <p:spPr>
          <a:xfrm>
            <a:off x="3749040" y="5029200"/>
            <a:ext cx="457200" cy="0"/>
          </a:xfrm>
          <a:prstGeom prst="line">
            <a:avLst/>
          </a:prstGeom>
          <a:noFill/>
          <a:ln w="19050">
            <a:solidFill>
              <a:srgbClr val="475569"/>
            </a:solidFill>
            <a:prstDash val="solid"/>
            <a:tailEnd type="triangle"/>
          </a:ln>
        </p:spPr>
        <p:txBody>
          <a:bodyPr/>
          <a:lstStyle/>
          <a:p>
            <a:endParaRPr lang="fr-FR"/>
          </a:p>
        </p:txBody>
      </p:sp>
      <p:sp>
        <p:nvSpPr>
          <p:cNvPr id="96" name="Shape 90"/>
          <p:cNvSpPr/>
          <p:nvPr/>
        </p:nvSpPr>
        <p:spPr>
          <a:xfrm>
            <a:off x="2148840" y="3977640"/>
            <a:ext cx="0" cy="182880"/>
          </a:xfrm>
          <a:prstGeom prst="line">
            <a:avLst/>
          </a:prstGeom>
          <a:noFill/>
          <a:ln w="19050">
            <a:solidFill>
              <a:srgbClr val="475569"/>
            </a:solidFill>
            <a:prstDash val="solid"/>
            <a:tailEnd type="triangle"/>
          </a:ln>
        </p:spPr>
        <p:txBody>
          <a:bodyPr/>
          <a:lstStyle/>
          <a:p>
            <a:endParaRPr lang="fr-FR"/>
          </a:p>
        </p:txBody>
      </p:sp>
      <p:sp>
        <p:nvSpPr>
          <p:cNvPr id="97" name="Shape 91"/>
          <p:cNvSpPr/>
          <p:nvPr/>
        </p:nvSpPr>
        <p:spPr>
          <a:xfrm>
            <a:off x="548640" y="6035040"/>
            <a:ext cx="9875520" cy="457200"/>
          </a:xfrm>
          <a:prstGeom prst="rect">
            <a:avLst/>
          </a:prstGeom>
          <a:solidFill>
            <a:srgbClr val="0F172A"/>
          </a:solidFill>
          <a:ln w="12700">
            <a:solidFill>
              <a:srgbClr val="0F172A"/>
            </a:solidFill>
            <a:prstDash val="solid"/>
          </a:ln>
        </p:spPr>
        <p:txBody>
          <a:bodyPr/>
          <a:lstStyle/>
          <a:p>
            <a:endParaRPr lang="fr-FR"/>
          </a:p>
        </p:txBody>
      </p:sp>
      <p:sp>
        <p:nvSpPr>
          <p:cNvPr id="98" name="Text 92"/>
          <p:cNvSpPr/>
          <p:nvPr/>
        </p:nvSpPr>
        <p:spPr>
          <a:xfrm>
            <a:off x="777240" y="6035040"/>
            <a:ext cx="9418320" cy="457200"/>
          </a:xfrm>
          <a:prstGeom prst="rect">
            <a:avLst/>
          </a:prstGeom>
          <a:noFill/>
          <a:ln/>
        </p:spPr>
        <p:txBody>
          <a:bodyPr wrap="square" lIns="0" tIns="0" rIns="0" bIns="0" rtlCol="0" anchor="ctr"/>
          <a:lstStyle/>
          <a:p>
            <a:pPr marL="0" indent="0">
              <a:buNone/>
            </a:pPr>
            <a:r>
              <a:rPr lang="en-US" sz="1100" i="1" dirty="0">
                <a:solidFill>
                  <a:srgbClr val="CBD5E1"/>
                </a:solidFill>
                <a:latin typeface="Calibri" pitchFamily="34" charset="0"/>
                <a:ea typeface="Calibri" pitchFamily="34" charset="-122"/>
                <a:cs typeface="Calibri" pitchFamily="34" charset="-120"/>
              </a:rPr>
              <a:t>Init via init_db() · Pool asyncpg (5–20) · Index sur content_hash, phone_number, status</a:t>
            </a:r>
            <a:endParaRPr lang="en-US" sz="1100" dirty="0"/>
          </a:p>
        </p:txBody>
      </p:sp>
      <p:sp>
        <p:nvSpPr>
          <p:cNvPr id="99" name="Text 93"/>
          <p:cNvSpPr/>
          <p:nvPr/>
        </p:nvSpPr>
        <p:spPr>
          <a:xfrm>
            <a:off x="10911535" y="6446520"/>
            <a:ext cx="914400" cy="274320"/>
          </a:xfrm>
          <a:prstGeom prst="rect">
            <a:avLst/>
          </a:prstGeom>
          <a:noFill/>
          <a:ln/>
        </p:spPr>
        <p:txBody>
          <a:bodyPr wrap="square" rtlCol="0" anchor="ctr"/>
          <a:lstStyle/>
          <a:p>
            <a:pPr marL="0" indent="0" algn="r">
              <a:buNone/>
            </a:pPr>
            <a:r>
              <a:rPr lang="en-US" sz="1000" dirty="0">
                <a:solidFill>
                  <a:srgbClr val="475569"/>
                </a:solidFill>
                <a:latin typeface="Calibri" pitchFamily="34" charset="0"/>
                <a:ea typeface="Calibri" pitchFamily="34" charset="-122"/>
                <a:cs typeface="Calibri" pitchFamily="34" charset="-120"/>
              </a:rPr>
              <a:t>11 / 24</a:t>
            </a:r>
            <a:endParaRPr lang="en-US" sz="1000" dirty="0"/>
          </a:p>
        </p:txBody>
      </p:sp>
      <p:sp>
        <p:nvSpPr>
          <p:cNvPr id="100" name="Shape 88">
            <a:extLst>
              <a:ext uri="{FF2B5EF4-FFF2-40B4-BE49-F238E27FC236}">
                <a16:creationId xmlns:a16="http://schemas.microsoft.com/office/drawing/2014/main" id="{4FC71B68-29CE-C782-685F-907A0F438C5F}"/>
              </a:ext>
            </a:extLst>
          </p:cNvPr>
          <p:cNvSpPr/>
          <p:nvPr/>
        </p:nvSpPr>
        <p:spPr>
          <a:xfrm>
            <a:off x="7955280" y="3044952"/>
            <a:ext cx="457200" cy="0"/>
          </a:xfrm>
          <a:prstGeom prst="line">
            <a:avLst/>
          </a:prstGeom>
          <a:noFill/>
          <a:ln w="19050">
            <a:solidFill>
              <a:srgbClr val="475569"/>
            </a:solidFill>
            <a:prstDash val="solid"/>
            <a:tailEnd type="triangle"/>
          </a:ln>
        </p:spPr>
        <p:txBody>
          <a:bodyPr/>
          <a:lstStyle/>
          <a:p>
            <a:endParaRPr lang="fr-F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500"/>
                                        <p:tgtEl>
                                          <p:spTgt spid="1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500"/>
                                        <p:tgtEl>
                                          <p:spTgt spid="1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500"/>
                                        <p:tgtEl>
                                          <p:spTgt spid="1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500"/>
                                        <p:tgtEl>
                                          <p:spTgt spid="19"/>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500"/>
                                        <p:tgtEl>
                                          <p:spTgt spid="2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500"/>
                                        <p:tgtEl>
                                          <p:spTgt spid="2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500"/>
                                        <p:tgtEl>
                                          <p:spTgt spid="2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500"/>
                                        <p:tgtEl>
                                          <p:spTgt spid="23"/>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500"/>
                                        <p:tgtEl>
                                          <p:spTgt spid="24"/>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500"/>
                                        <p:tgtEl>
                                          <p:spTgt spid="25"/>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500"/>
                                        <p:tgtEl>
                                          <p:spTgt spid="26"/>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500"/>
                                        <p:tgtEl>
                                          <p:spTgt spid="27"/>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8"/>
                                        </p:tgtEl>
                                        <p:attrNameLst>
                                          <p:attrName>style.visibility</p:attrName>
                                        </p:attrNameLst>
                                      </p:cBhvr>
                                      <p:to>
                                        <p:strVal val="visible"/>
                                      </p:to>
                                    </p:set>
                                    <p:animEffect transition="in" filter="fade">
                                      <p:cBhvr>
                                        <p:cTn id="73" dur="500"/>
                                        <p:tgtEl>
                                          <p:spTgt spid="28"/>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9"/>
                                        </p:tgtEl>
                                        <p:attrNameLst>
                                          <p:attrName>style.visibility</p:attrName>
                                        </p:attrNameLst>
                                      </p:cBhvr>
                                      <p:to>
                                        <p:strVal val="visible"/>
                                      </p:to>
                                    </p:set>
                                    <p:animEffect transition="in" filter="fade">
                                      <p:cBhvr>
                                        <p:cTn id="76" dur="500"/>
                                        <p:tgtEl>
                                          <p:spTgt spid="29"/>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500"/>
                                        <p:tgtEl>
                                          <p:spTgt spid="30"/>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fade">
                                      <p:cBhvr>
                                        <p:cTn id="82" dur="500"/>
                                        <p:tgtEl>
                                          <p:spTgt spid="31"/>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2"/>
                                        </p:tgtEl>
                                        <p:attrNameLst>
                                          <p:attrName>style.visibility</p:attrName>
                                        </p:attrNameLst>
                                      </p:cBhvr>
                                      <p:to>
                                        <p:strVal val="visible"/>
                                      </p:to>
                                    </p:set>
                                    <p:animEffect transition="in" filter="fade">
                                      <p:cBhvr>
                                        <p:cTn id="85" dur="500"/>
                                        <p:tgtEl>
                                          <p:spTgt spid="32"/>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3"/>
                                        </p:tgtEl>
                                        <p:attrNameLst>
                                          <p:attrName>style.visibility</p:attrName>
                                        </p:attrNameLst>
                                      </p:cBhvr>
                                      <p:to>
                                        <p:strVal val="visible"/>
                                      </p:to>
                                    </p:set>
                                    <p:animEffect transition="in" filter="fade">
                                      <p:cBhvr>
                                        <p:cTn id="88" dur="500"/>
                                        <p:tgtEl>
                                          <p:spTgt spid="33"/>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fade">
                                      <p:cBhvr>
                                        <p:cTn id="91" dur="500"/>
                                        <p:tgtEl>
                                          <p:spTgt spid="34"/>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500"/>
                                        <p:tgtEl>
                                          <p:spTgt spid="35"/>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6"/>
                                        </p:tgtEl>
                                        <p:attrNameLst>
                                          <p:attrName>style.visibility</p:attrName>
                                        </p:attrNameLst>
                                      </p:cBhvr>
                                      <p:to>
                                        <p:strVal val="visible"/>
                                      </p:to>
                                    </p:set>
                                    <p:animEffect transition="in" filter="fade">
                                      <p:cBhvr>
                                        <p:cTn id="97" dur="500"/>
                                        <p:tgtEl>
                                          <p:spTgt spid="36"/>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7"/>
                                        </p:tgtEl>
                                        <p:attrNameLst>
                                          <p:attrName>style.visibility</p:attrName>
                                        </p:attrNameLst>
                                      </p:cBhvr>
                                      <p:to>
                                        <p:strVal val="visible"/>
                                      </p:to>
                                    </p:set>
                                    <p:animEffect transition="in" filter="fade">
                                      <p:cBhvr>
                                        <p:cTn id="100" dur="500"/>
                                        <p:tgtEl>
                                          <p:spTgt spid="37"/>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8"/>
                                        </p:tgtEl>
                                        <p:attrNameLst>
                                          <p:attrName>style.visibility</p:attrName>
                                        </p:attrNameLst>
                                      </p:cBhvr>
                                      <p:to>
                                        <p:strVal val="visible"/>
                                      </p:to>
                                    </p:set>
                                    <p:animEffect transition="in" filter="fade">
                                      <p:cBhvr>
                                        <p:cTn id="103" dur="500"/>
                                        <p:tgtEl>
                                          <p:spTgt spid="38"/>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9"/>
                                        </p:tgtEl>
                                        <p:attrNameLst>
                                          <p:attrName>style.visibility</p:attrName>
                                        </p:attrNameLst>
                                      </p:cBhvr>
                                      <p:to>
                                        <p:strVal val="visible"/>
                                      </p:to>
                                    </p:set>
                                    <p:animEffect transition="in" filter="fade">
                                      <p:cBhvr>
                                        <p:cTn id="106" dur="500"/>
                                        <p:tgtEl>
                                          <p:spTgt spid="39"/>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40"/>
                                        </p:tgtEl>
                                        <p:attrNameLst>
                                          <p:attrName>style.visibility</p:attrName>
                                        </p:attrNameLst>
                                      </p:cBhvr>
                                      <p:to>
                                        <p:strVal val="visible"/>
                                      </p:to>
                                    </p:set>
                                    <p:animEffect transition="in" filter="fade">
                                      <p:cBhvr>
                                        <p:cTn id="109" dur="500"/>
                                        <p:tgtEl>
                                          <p:spTgt spid="40"/>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41"/>
                                        </p:tgtEl>
                                        <p:attrNameLst>
                                          <p:attrName>style.visibility</p:attrName>
                                        </p:attrNameLst>
                                      </p:cBhvr>
                                      <p:to>
                                        <p:strVal val="visible"/>
                                      </p:to>
                                    </p:set>
                                    <p:animEffect transition="in" filter="fade">
                                      <p:cBhvr>
                                        <p:cTn id="112" dur="500"/>
                                        <p:tgtEl>
                                          <p:spTgt spid="41"/>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42"/>
                                        </p:tgtEl>
                                        <p:attrNameLst>
                                          <p:attrName>style.visibility</p:attrName>
                                        </p:attrNameLst>
                                      </p:cBhvr>
                                      <p:to>
                                        <p:strVal val="visible"/>
                                      </p:to>
                                    </p:set>
                                    <p:animEffect transition="in" filter="fade">
                                      <p:cBhvr>
                                        <p:cTn id="115" dur="500"/>
                                        <p:tgtEl>
                                          <p:spTgt spid="42"/>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43"/>
                                        </p:tgtEl>
                                        <p:attrNameLst>
                                          <p:attrName>style.visibility</p:attrName>
                                        </p:attrNameLst>
                                      </p:cBhvr>
                                      <p:to>
                                        <p:strVal val="visible"/>
                                      </p:to>
                                    </p:set>
                                    <p:animEffect transition="in" filter="fade">
                                      <p:cBhvr>
                                        <p:cTn id="118" dur="500"/>
                                        <p:tgtEl>
                                          <p:spTgt spid="43"/>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44"/>
                                        </p:tgtEl>
                                        <p:attrNameLst>
                                          <p:attrName>style.visibility</p:attrName>
                                        </p:attrNameLst>
                                      </p:cBhvr>
                                      <p:to>
                                        <p:strVal val="visible"/>
                                      </p:to>
                                    </p:set>
                                    <p:animEffect transition="in" filter="fade">
                                      <p:cBhvr>
                                        <p:cTn id="121" dur="500"/>
                                        <p:tgtEl>
                                          <p:spTgt spid="44"/>
                                        </p:tgtEl>
                                      </p:cBhvr>
                                    </p:animEffect>
                                  </p:childTnLst>
                                </p:cTn>
                              </p:par>
                              <p:par>
                                <p:cTn id="122" presetID="10" presetClass="entr" presetSubtype="0" fill="hold" nodeType="withEffect">
                                  <p:stCondLst>
                                    <p:cond delay="0"/>
                                  </p:stCondLst>
                                  <p:childTnLst>
                                    <p:set>
                                      <p:cBhvr>
                                        <p:cTn id="123" dur="1" fill="hold">
                                          <p:stCondLst>
                                            <p:cond delay="0"/>
                                          </p:stCondLst>
                                        </p:cTn>
                                        <p:tgtEl>
                                          <p:spTgt spid="45"/>
                                        </p:tgtEl>
                                        <p:attrNameLst>
                                          <p:attrName>style.visibility</p:attrName>
                                        </p:attrNameLst>
                                      </p:cBhvr>
                                      <p:to>
                                        <p:strVal val="visible"/>
                                      </p:to>
                                    </p:set>
                                    <p:animEffect transition="in" filter="fade">
                                      <p:cBhvr>
                                        <p:cTn id="124" dur="500"/>
                                        <p:tgtEl>
                                          <p:spTgt spid="45"/>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46"/>
                                        </p:tgtEl>
                                        <p:attrNameLst>
                                          <p:attrName>style.visibility</p:attrName>
                                        </p:attrNameLst>
                                      </p:cBhvr>
                                      <p:to>
                                        <p:strVal val="visible"/>
                                      </p:to>
                                    </p:set>
                                    <p:animEffect transition="in" filter="fade">
                                      <p:cBhvr>
                                        <p:cTn id="127" dur="500"/>
                                        <p:tgtEl>
                                          <p:spTgt spid="46"/>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47"/>
                                        </p:tgtEl>
                                        <p:attrNameLst>
                                          <p:attrName>style.visibility</p:attrName>
                                        </p:attrNameLst>
                                      </p:cBhvr>
                                      <p:to>
                                        <p:strVal val="visible"/>
                                      </p:to>
                                    </p:set>
                                    <p:animEffect transition="in" filter="fade">
                                      <p:cBhvr>
                                        <p:cTn id="130" dur="500"/>
                                        <p:tgtEl>
                                          <p:spTgt spid="47"/>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48"/>
                                        </p:tgtEl>
                                        <p:attrNameLst>
                                          <p:attrName>style.visibility</p:attrName>
                                        </p:attrNameLst>
                                      </p:cBhvr>
                                      <p:to>
                                        <p:strVal val="visible"/>
                                      </p:to>
                                    </p:set>
                                    <p:animEffect transition="in" filter="fade">
                                      <p:cBhvr>
                                        <p:cTn id="133" dur="500"/>
                                        <p:tgtEl>
                                          <p:spTgt spid="48"/>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49"/>
                                        </p:tgtEl>
                                        <p:attrNameLst>
                                          <p:attrName>style.visibility</p:attrName>
                                        </p:attrNameLst>
                                      </p:cBhvr>
                                      <p:to>
                                        <p:strVal val="visible"/>
                                      </p:to>
                                    </p:set>
                                    <p:animEffect transition="in" filter="fade">
                                      <p:cBhvr>
                                        <p:cTn id="136" dur="500"/>
                                        <p:tgtEl>
                                          <p:spTgt spid="49"/>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50"/>
                                        </p:tgtEl>
                                        <p:attrNameLst>
                                          <p:attrName>style.visibility</p:attrName>
                                        </p:attrNameLst>
                                      </p:cBhvr>
                                      <p:to>
                                        <p:strVal val="visible"/>
                                      </p:to>
                                    </p:set>
                                    <p:animEffect transition="in" filter="fade">
                                      <p:cBhvr>
                                        <p:cTn id="139" dur="500"/>
                                        <p:tgtEl>
                                          <p:spTgt spid="50"/>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51"/>
                                        </p:tgtEl>
                                        <p:attrNameLst>
                                          <p:attrName>style.visibility</p:attrName>
                                        </p:attrNameLst>
                                      </p:cBhvr>
                                      <p:to>
                                        <p:strVal val="visible"/>
                                      </p:to>
                                    </p:set>
                                    <p:animEffect transition="in" filter="fade">
                                      <p:cBhvr>
                                        <p:cTn id="142" dur="500"/>
                                        <p:tgtEl>
                                          <p:spTgt spid="51"/>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52"/>
                                        </p:tgtEl>
                                        <p:attrNameLst>
                                          <p:attrName>style.visibility</p:attrName>
                                        </p:attrNameLst>
                                      </p:cBhvr>
                                      <p:to>
                                        <p:strVal val="visible"/>
                                      </p:to>
                                    </p:set>
                                    <p:animEffect transition="in" filter="fade">
                                      <p:cBhvr>
                                        <p:cTn id="145" dur="500"/>
                                        <p:tgtEl>
                                          <p:spTgt spid="52"/>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53"/>
                                        </p:tgtEl>
                                        <p:attrNameLst>
                                          <p:attrName>style.visibility</p:attrName>
                                        </p:attrNameLst>
                                      </p:cBhvr>
                                      <p:to>
                                        <p:strVal val="visible"/>
                                      </p:to>
                                    </p:set>
                                    <p:animEffect transition="in" filter="fade">
                                      <p:cBhvr>
                                        <p:cTn id="148" dur="500"/>
                                        <p:tgtEl>
                                          <p:spTgt spid="53"/>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54"/>
                                        </p:tgtEl>
                                        <p:attrNameLst>
                                          <p:attrName>style.visibility</p:attrName>
                                        </p:attrNameLst>
                                      </p:cBhvr>
                                      <p:to>
                                        <p:strVal val="visible"/>
                                      </p:to>
                                    </p:set>
                                    <p:animEffect transition="in" filter="fade">
                                      <p:cBhvr>
                                        <p:cTn id="151" dur="500"/>
                                        <p:tgtEl>
                                          <p:spTgt spid="54"/>
                                        </p:tgtEl>
                                      </p:cBhvr>
                                    </p:animEffect>
                                  </p:childTnLst>
                                </p:cTn>
                              </p:par>
                              <p:par>
                                <p:cTn id="152" presetID="10" presetClass="entr" presetSubtype="0" fill="hold" grpId="0" nodeType="withEffect">
                                  <p:stCondLst>
                                    <p:cond delay="0"/>
                                  </p:stCondLst>
                                  <p:childTnLst>
                                    <p:set>
                                      <p:cBhvr>
                                        <p:cTn id="153" dur="1" fill="hold">
                                          <p:stCondLst>
                                            <p:cond delay="0"/>
                                          </p:stCondLst>
                                        </p:cTn>
                                        <p:tgtEl>
                                          <p:spTgt spid="55"/>
                                        </p:tgtEl>
                                        <p:attrNameLst>
                                          <p:attrName>style.visibility</p:attrName>
                                        </p:attrNameLst>
                                      </p:cBhvr>
                                      <p:to>
                                        <p:strVal val="visible"/>
                                      </p:to>
                                    </p:set>
                                    <p:animEffect transition="in" filter="fade">
                                      <p:cBhvr>
                                        <p:cTn id="154" dur="500"/>
                                        <p:tgtEl>
                                          <p:spTgt spid="55"/>
                                        </p:tgtEl>
                                      </p:cBhvr>
                                    </p:animEffect>
                                  </p:childTnLst>
                                </p:cTn>
                              </p:par>
                              <p:par>
                                <p:cTn id="155" presetID="10" presetClass="entr" presetSubtype="0" fill="hold" grpId="0" nodeType="withEffect">
                                  <p:stCondLst>
                                    <p:cond delay="0"/>
                                  </p:stCondLst>
                                  <p:childTnLst>
                                    <p:set>
                                      <p:cBhvr>
                                        <p:cTn id="156" dur="1" fill="hold">
                                          <p:stCondLst>
                                            <p:cond delay="0"/>
                                          </p:stCondLst>
                                        </p:cTn>
                                        <p:tgtEl>
                                          <p:spTgt spid="56"/>
                                        </p:tgtEl>
                                        <p:attrNameLst>
                                          <p:attrName>style.visibility</p:attrName>
                                        </p:attrNameLst>
                                      </p:cBhvr>
                                      <p:to>
                                        <p:strVal val="visible"/>
                                      </p:to>
                                    </p:set>
                                    <p:animEffect transition="in" filter="fade">
                                      <p:cBhvr>
                                        <p:cTn id="157" dur="500"/>
                                        <p:tgtEl>
                                          <p:spTgt spid="56"/>
                                        </p:tgtEl>
                                      </p:cBhvr>
                                    </p:animEffect>
                                  </p:childTnLst>
                                </p:cTn>
                              </p:par>
                              <p:par>
                                <p:cTn id="158" presetID="10" presetClass="entr" presetSubtype="0" fill="hold" grpId="0" nodeType="withEffect">
                                  <p:stCondLst>
                                    <p:cond delay="0"/>
                                  </p:stCondLst>
                                  <p:childTnLst>
                                    <p:set>
                                      <p:cBhvr>
                                        <p:cTn id="159" dur="1" fill="hold">
                                          <p:stCondLst>
                                            <p:cond delay="0"/>
                                          </p:stCondLst>
                                        </p:cTn>
                                        <p:tgtEl>
                                          <p:spTgt spid="57"/>
                                        </p:tgtEl>
                                        <p:attrNameLst>
                                          <p:attrName>style.visibility</p:attrName>
                                        </p:attrNameLst>
                                      </p:cBhvr>
                                      <p:to>
                                        <p:strVal val="visible"/>
                                      </p:to>
                                    </p:set>
                                    <p:animEffect transition="in" filter="fade">
                                      <p:cBhvr>
                                        <p:cTn id="160" dur="500"/>
                                        <p:tgtEl>
                                          <p:spTgt spid="57"/>
                                        </p:tgtEl>
                                      </p:cBhvr>
                                    </p:animEffect>
                                  </p:childTnLst>
                                </p:cTn>
                              </p:par>
                              <p:par>
                                <p:cTn id="161" presetID="10" presetClass="entr" presetSubtype="0" fill="hold" grpId="0" nodeType="withEffect">
                                  <p:stCondLst>
                                    <p:cond delay="0"/>
                                  </p:stCondLst>
                                  <p:childTnLst>
                                    <p:set>
                                      <p:cBhvr>
                                        <p:cTn id="162" dur="1" fill="hold">
                                          <p:stCondLst>
                                            <p:cond delay="0"/>
                                          </p:stCondLst>
                                        </p:cTn>
                                        <p:tgtEl>
                                          <p:spTgt spid="58"/>
                                        </p:tgtEl>
                                        <p:attrNameLst>
                                          <p:attrName>style.visibility</p:attrName>
                                        </p:attrNameLst>
                                      </p:cBhvr>
                                      <p:to>
                                        <p:strVal val="visible"/>
                                      </p:to>
                                    </p:set>
                                    <p:animEffect transition="in" filter="fade">
                                      <p:cBhvr>
                                        <p:cTn id="163" dur="500"/>
                                        <p:tgtEl>
                                          <p:spTgt spid="58"/>
                                        </p:tgtEl>
                                      </p:cBhvr>
                                    </p:animEffect>
                                  </p:childTnLst>
                                </p:cTn>
                              </p:par>
                              <p:par>
                                <p:cTn id="164" presetID="10" presetClass="entr" presetSubtype="0" fill="hold" grpId="0" nodeType="withEffect">
                                  <p:stCondLst>
                                    <p:cond delay="0"/>
                                  </p:stCondLst>
                                  <p:childTnLst>
                                    <p:set>
                                      <p:cBhvr>
                                        <p:cTn id="165" dur="1" fill="hold">
                                          <p:stCondLst>
                                            <p:cond delay="0"/>
                                          </p:stCondLst>
                                        </p:cTn>
                                        <p:tgtEl>
                                          <p:spTgt spid="59"/>
                                        </p:tgtEl>
                                        <p:attrNameLst>
                                          <p:attrName>style.visibility</p:attrName>
                                        </p:attrNameLst>
                                      </p:cBhvr>
                                      <p:to>
                                        <p:strVal val="visible"/>
                                      </p:to>
                                    </p:set>
                                    <p:animEffect transition="in" filter="fade">
                                      <p:cBhvr>
                                        <p:cTn id="166" dur="500"/>
                                        <p:tgtEl>
                                          <p:spTgt spid="59"/>
                                        </p:tgtEl>
                                      </p:cBhvr>
                                    </p:animEffect>
                                  </p:childTnLst>
                                </p:cTn>
                              </p:par>
                              <p:par>
                                <p:cTn id="167" presetID="10" presetClass="entr" presetSubtype="0" fill="hold" grpId="0" nodeType="withEffect">
                                  <p:stCondLst>
                                    <p:cond delay="0"/>
                                  </p:stCondLst>
                                  <p:childTnLst>
                                    <p:set>
                                      <p:cBhvr>
                                        <p:cTn id="168" dur="1" fill="hold">
                                          <p:stCondLst>
                                            <p:cond delay="0"/>
                                          </p:stCondLst>
                                        </p:cTn>
                                        <p:tgtEl>
                                          <p:spTgt spid="60"/>
                                        </p:tgtEl>
                                        <p:attrNameLst>
                                          <p:attrName>style.visibility</p:attrName>
                                        </p:attrNameLst>
                                      </p:cBhvr>
                                      <p:to>
                                        <p:strVal val="visible"/>
                                      </p:to>
                                    </p:set>
                                    <p:animEffect transition="in" filter="fade">
                                      <p:cBhvr>
                                        <p:cTn id="169" dur="500"/>
                                        <p:tgtEl>
                                          <p:spTgt spid="60"/>
                                        </p:tgtEl>
                                      </p:cBhvr>
                                    </p:animEffect>
                                  </p:childTnLst>
                                </p:cTn>
                              </p:par>
                              <p:par>
                                <p:cTn id="170" presetID="10" presetClass="entr" presetSubtype="0" fill="hold" nodeType="withEffect">
                                  <p:stCondLst>
                                    <p:cond delay="0"/>
                                  </p:stCondLst>
                                  <p:childTnLst>
                                    <p:set>
                                      <p:cBhvr>
                                        <p:cTn id="171" dur="1" fill="hold">
                                          <p:stCondLst>
                                            <p:cond delay="0"/>
                                          </p:stCondLst>
                                        </p:cTn>
                                        <p:tgtEl>
                                          <p:spTgt spid="61"/>
                                        </p:tgtEl>
                                        <p:attrNameLst>
                                          <p:attrName>style.visibility</p:attrName>
                                        </p:attrNameLst>
                                      </p:cBhvr>
                                      <p:to>
                                        <p:strVal val="visible"/>
                                      </p:to>
                                    </p:set>
                                    <p:animEffect transition="in" filter="fade">
                                      <p:cBhvr>
                                        <p:cTn id="172" dur="500"/>
                                        <p:tgtEl>
                                          <p:spTgt spid="61"/>
                                        </p:tgtEl>
                                      </p:cBhvr>
                                    </p:animEffect>
                                  </p:childTnLst>
                                </p:cTn>
                              </p:par>
                              <p:par>
                                <p:cTn id="173" presetID="10" presetClass="entr" presetSubtype="0" fill="hold" grpId="0" nodeType="withEffect">
                                  <p:stCondLst>
                                    <p:cond delay="0"/>
                                  </p:stCondLst>
                                  <p:childTnLst>
                                    <p:set>
                                      <p:cBhvr>
                                        <p:cTn id="174" dur="1" fill="hold">
                                          <p:stCondLst>
                                            <p:cond delay="0"/>
                                          </p:stCondLst>
                                        </p:cTn>
                                        <p:tgtEl>
                                          <p:spTgt spid="62"/>
                                        </p:tgtEl>
                                        <p:attrNameLst>
                                          <p:attrName>style.visibility</p:attrName>
                                        </p:attrNameLst>
                                      </p:cBhvr>
                                      <p:to>
                                        <p:strVal val="visible"/>
                                      </p:to>
                                    </p:set>
                                    <p:animEffect transition="in" filter="fade">
                                      <p:cBhvr>
                                        <p:cTn id="175" dur="500"/>
                                        <p:tgtEl>
                                          <p:spTgt spid="62"/>
                                        </p:tgtEl>
                                      </p:cBhvr>
                                    </p:animEffect>
                                  </p:childTnLst>
                                </p:cTn>
                              </p:par>
                              <p:par>
                                <p:cTn id="176" presetID="10" presetClass="entr" presetSubtype="0" fill="hold" grpId="0" nodeType="withEffect">
                                  <p:stCondLst>
                                    <p:cond delay="0"/>
                                  </p:stCondLst>
                                  <p:childTnLst>
                                    <p:set>
                                      <p:cBhvr>
                                        <p:cTn id="177" dur="1" fill="hold">
                                          <p:stCondLst>
                                            <p:cond delay="0"/>
                                          </p:stCondLst>
                                        </p:cTn>
                                        <p:tgtEl>
                                          <p:spTgt spid="63"/>
                                        </p:tgtEl>
                                        <p:attrNameLst>
                                          <p:attrName>style.visibility</p:attrName>
                                        </p:attrNameLst>
                                      </p:cBhvr>
                                      <p:to>
                                        <p:strVal val="visible"/>
                                      </p:to>
                                    </p:set>
                                    <p:animEffect transition="in" filter="fade">
                                      <p:cBhvr>
                                        <p:cTn id="178" dur="500"/>
                                        <p:tgtEl>
                                          <p:spTgt spid="63"/>
                                        </p:tgtEl>
                                      </p:cBhvr>
                                    </p:animEffect>
                                  </p:childTnLst>
                                </p:cTn>
                              </p:par>
                              <p:par>
                                <p:cTn id="179" presetID="10" presetClass="entr" presetSubtype="0" fill="hold" grpId="0" nodeType="withEffect">
                                  <p:stCondLst>
                                    <p:cond delay="0"/>
                                  </p:stCondLst>
                                  <p:childTnLst>
                                    <p:set>
                                      <p:cBhvr>
                                        <p:cTn id="180" dur="1" fill="hold">
                                          <p:stCondLst>
                                            <p:cond delay="0"/>
                                          </p:stCondLst>
                                        </p:cTn>
                                        <p:tgtEl>
                                          <p:spTgt spid="64"/>
                                        </p:tgtEl>
                                        <p:attrNameLst>
                                          <p:attrName>style.visibility</p:attrName>
                                        </p:attrNameLst>
                                      </p:cBhvr>
                                      <p:to>
                                        <p:strVal val="visible"/>
                                      </p:to>
                                    </p:set>
                                    <p:animEffect transition="in" filter="fade">
                                      <p:cBhvr>
                                        <p:cTn id="181" dur="500"/>
                                        <p:tgtEl>
                                          <p:spTgt spid="64"/>
                                        </p:tgtEl>
                                      </p:cBhvr>
                                    </p:animEffect>
                                  </p:childTnLst>
                                </p:cTn>
                              </p:par>
                              <p:par>
                                <p:cTn id="182" presetID="10" presetClass="entr" presetSubtype="0" fill="hold" grpId="0" nodeType="withEffect">
                                  <p:stCondLst>
                                    <p:cond delay="0"/>
                                  </p:stCondLst>
                                  <p:childTnLst>
                                    <p:set>
                                      <p:cBhvr>
                                        <p:cTn id="183" dur="1" fill="hold">
                                          <p:stCondLst>
                                            <p:cond delay="0"/>
                                          </p:stCondLst>
                                        </p:cTn>
                                        <p:tgtEl>
                                          <p:spTgt spid="65"/>
                                        </p:tgtEl>
                                        <p:attrNameLst>
                                          <p:attrName>style.visibility</p:attrName>
                                        </p:attrNameLst>
                                      </p:cBhvr>
                                      <p:to>
                                        <p:strVal val="visible"/>
                                      </p:to>
                                    </p:set>
                                    <p:animEffect transition="in" filter="fade">
                                      <p:cBhvr>
                                        <p:cTn id="184" dur="500"/>
                                        <p:tgtEl>
                                          <p:spTgt spid="65"/>
                                        </p:tgtEl>
                                      </p:cBhvr>
                                    </p:animEffect>
                                  </p:childTnLst>
                                </p:cTn>
                              </p:par>
                              <p:par>
                                <p:cTn id="185" presetID="10" presetClass="entr" presetSubtype="0" fill="hold" grpId="0" nodeType="withEffect">
                                  <p:stCondLst>
                                    <p:cond delay="0"/>
                                  </p:stCondLst>
                                  <p:childTnLst>
                                    <p:set>
                                      <p:cBhvr>
                                        <p:cTn id="186" dur="1" fill="hold">
                                          <p:stCondLst>
                                            <p:cond delay="0"/>
                                          </p:stCondLst>
                                        </p:cTn>
                                        <p:tgtEl>
                                          <p:spTgt spid="66"/>
                                        </p:tgtEl>
                                        <p:attrNameLst>
                                          <p:attrName>style.visibility</p:attrName>
                                        </p:attrNameLst>
                                      </p:cBhvr>
                                      <p:to>
                                        <p:strVal val="visible"/>
                                      </p:to>
                                    </p:set>
                                    <p:animEffect transition="in" filter="fade">
                                      <p:cBhvr>
                                        <p:cTn id="187" dur="500"/>
                                        <p:tgtEl>
                                          <p:spTgt spid="66"/>
                                        </p:tgtEl>
                                      </p:cBhvr>
                                    </p:animEffect>
                                  </p:childTnLst>
                                </p:cTn>
                              </p:par>
                              <p:par>
                                <p:cTn id="188" presetID="10" presetClass="entr" presetSubtype="0" fill="hold" grpId="0" nodeType="withEffect">
                                  <p:stCondLst>
                                    <p:cond delay="0"/>
                                  </p:stCondLst>
                                  <p:childTnLst>
                                    <p:set>
                                      <p:cBhvr>
                                        <p:cTn id="189" dur="1" fill="hold">
                                          <p:stCondLst>
                                            <p:cond delay="0"/>
                                          </p:stCondLst>
                                        </p:cTn>
                                        <p:tgtEl>
                                          <p:spTgt spid="67"/>
                                        </p:tgtEl>
                                        <p:attrNameLst>
                                          <p:attrName>style.visibility</p:attrName>
                                        </p:attrNameLst>
                                      </p:cBhvr>
                                      <p:to>
                                        <p:strVal val="visible"/>
                                      </p:to>
                                    </p:set>
                                    <p:animEffect transition="in" filter="fade">
                                      <p:cBhvr>
                                        <p:cTn id="190" dur="500"/>
                                        <p:tgtEl>
                                          <p:spTgt spid="67"/>
                                        </p:tgtEl>
                                      </p:cBhvr>
                                    </p:animEffect>
                                  </p:childTnLst>
                                </p:cTn>
                              </p:par>
                              <p:par>
                                <p:cTn id="191" presetID="10" presetClass="entr" presetSubtype="0" fill="hold" grpId="0" nodeType="withEffect">
                                  <p:stCondLst>
                                    <p:cond delay="0"/>
                                  </p:stCondLst>
                                  <p:childTnLst>
                                    <p:set>
                                      <p:cBhvr>
                                        <p:cTn id="192" dur="1" fill="hold">
                                          <p:stCondLst>
                                            <p:cond delay="0"/>
                                          </p:stCondLst>
                                        </p:cTn>
                                        <p:tgtEl>
                                          <p:spTgt spid="68"/>
                                        </p:tgtEl>
                                        <p:attrNameLst>
                                          <p:attrName>style.visibility</p:attrName>
                                        </p:attrNameLst>
                                      </p:cBhvr>
                                      <p:to>
                                        <p:strVal val="visible"/>
                                      </p:to>
                                    </p:set>
                                    <p:animEffect transition="in" filter="fade">
                                      <p:cBhvr>
                                        <p:cTn id="193" dur="500"/>
                                        <p:tgtEl>
                                          <p:spTgt spid="68"/>
                                        </p:tgtEl>
                                      </p:cBhvr>
                                    </p:animEffect>
                                  </p:childTnLst>
                                </p:cTn>
                              </p:par>
                              <p:par>
                                <p:cTn id="194" presetID="10" presetClass="entr" presetSubtype="0" fill="hold" grpId="0" nodeType="withEffect">
                                  <p:stCondLst>
                                    <p:cond delay="0"/>
                                  </p:stCondLst>
                                  <p:childTnLst>
                                    <p:set>
                                      <p:cBhvr>
                                        <p:cTn id="195" dur="1" fill="hold">
                                          <p:stCondLst>
                                            <p:cond delay="0"/>
                                          </p:stCondLst>
                                        </p:cTn>
                                        <p:tgtEl>
                                          <p:spTgt spid="69"/>
                                        </p:tgtEl>
                                        <p:attrNameLst>
                                          <p:attrName>style.visibility</p:attrName>
                                        </p:attrNameLst>
                                      </p:cBhvr>
                                      <p:to>
                                        <p:strVal val="visible"/>
                                      </p:to>
                                    </p:set>
                                    <p:animEffect transition="in" filter="fade">
                                      <p:cBhvr>
                                        <p:cTn id="196" dur="500"/>
                                        <p:tgtEl>
                                          <p:spTgt spid="69"/>
                                        </p:tgtEl>
                                      </p:cBhvr>
                                    </p:animEffect>
                                  </p:childTnLst>
                                </p:cTn>
                              </p:par>
                              <p:par>
                                <p:cTn id="197" presetID="10" presetClass="entr" presetSubtype="0" fill="hold" grpId="0" nodeType="withEffect">
                                  <p:stCondLst>
                                    <p:cond delay="0"/>
                                  </p:stCondLst>
                                  <p:childTnLst>
                                    <p:set>
                                      <p:cBhvr>
                                        <p:cTn id="198" dur="1" fill="hold">
                                          <p:stCondLst>
                                            <p:cond delay="0"/>
                                          </p:stCondLst>
                                        </p:cTn>
                                        <p:tgtEl>
                                          <p:spTgt spid="70"/>
                                        </p:tgtEl>
                                        <p:attrNameLst>
                                          <p:attrName>style.visibility</p:attrName>
                                        </p:attrNameLst>
                                      </p:cBhvr>
                                      <p:to>
                                        <p:strVal val="visible"/>
                                      </p:to>
                                    </p:set>
                                    <p:animEffect transition="in" filter="fade">
                                      <p:cBhvr>
                                        <p:cTn id="199" dur="500"/>
                                        <p:tgtEl>
                                          <p:spTgt spid="70"/>
                                        </p:tgtEl>
                                      </p:cBhvr>
                                    </p:animEffect>
                                  </p:childTnLst>
                                </p:cTn>
                              </p:par>
                              <p:par>
                                <p:cTn id="200" presetID="10" presetClass="entr" presetSubtype="0" fill="hold" grpId="0" nodeType="withEffect">
                                  <p:stCondLst>
                                    <p:cond delay="0"/>
                                  </p:stCondLst>
                                  <p:childTnLst>
                                    <p:set>
                                      <p:cBhvr>
                                        <p:cTn id="201" dur="1" fill="hold">
                                          <p:stCondLst>
                                            <p:cond delay="0"/>
                                          </p:stCondLst>
                                        </p:cTn>
                                        <p:tgtEl>
                                          <p:spTgt spid="71"/>
                                        </p:tgtEl>
                                        <p:attrNameLst>
                                          <p:attrName>style.visibility</p:attrName>
                                        </p:attrNameLst>
                                      </p:cBhvr>
                                      <p:to>
                                        <p:strVal val="visible"/>
                                      </p:to>
                                    </p:set>
                                    <p:animEffect transition="in" filter="fade">
                                      <p:cBhvr>
                                        <p:cTn id="202" dur="500"/>
                                        <p:tgtEl>
                                          <p:spTgt spid="71"/>
                                        </p:tgtEl>
                                      </p:cBhvr>
                                    </p:animEffect>
                                  </p:childTnLst>
                                </p:cTn>
                              </p:par>
                              <p:par>
                                <p:cTn id="203" presetID="10" presetClass="entr" presetSubtype="0" fill="hold" grpId="0" nodeType="withEffect">
                                  <p:stCondLst>
                                    <p:cond delay="0"/>
                                  </p:stCondLst>
                                  <p:childTnLst>
                                    <p:set>
                                      <p:cBhvr>
                                        <p:cTn id="204" dur="1" fill="hold">
                                          <p:stCondLst>
                                            <p:cond delay="0"/>
                                          </p:stCondLst>
                                        </p:cTn>
                                        <p:tgtEl>
                                          <p:spTgt spid="72"/>
                                        </p:tgtEl>
                                        <p:attrNameLst>
                                          <p:attrName>style.visibility</p:attrName>
                                        </p:attrNameLst>
                                      </p:cBhvr>
                                      <p:to>
                                        <p:strVal val="visible"/>
                                      </p:to>
                                    </p:set>
                                    <p:animEffect transition="in" filter="fade">
                                      <p:cBhvr>
                                        <p:cTn id="205" dur="500"/>
                                        <p:tgtEl>
                                          <p:spTgt spid="72"/>
                                        </p:tgtEl>
                                      </p:cBhvr>
                                    </p:animEffect>
                                  </p:childTnLst>
                                </p:cTn>
                              </p:par>
                              <p:par>
                                <p:cTn id="206" presetID="10" presetClass="entr" presetSubtype="0" fill="hold" grpId="0" nodeType="withEffect">
                                  <p:stCondLst>
                                    <p:cond delay="0"/>
                                  </p:stCondLst>
                                  <p:childTnLst>
                                    <p:set>
                                      <p:cBhvr>
                                        <p:cTn id="207" dur="1" fill="hold">
                                          <p:stCondLst>
                                            <p:cond delay="0"/>
                                          </p:stCondLst>
                                        </p:cTn>
                                        <p:tgtEl>
                                          <p:spTgt spid="73"/>
                                        </p:tgtEl>
                                        <p:attrNameLst>
                                          <p:attrName>style.visibility</p:attrName>
                                        </p:attrNameLst>
                                      </p:cBhvr>
                                      <p:to>
                                        <p:strVal val="visible"/>
                                      </p:to>
                                    </p:set>
                                    <p:animEffect transition="in" filter="fade">
                                      <p:cBhvr>
                                        <p:cTn id="208" dur="500"/>
                                        <p:tgtEl>
                                          <p:spTgt spid="73"/>
                                        </p:tgtEl>
                                      </p:cBhvr>
                                    </p:animEffect>
                                  </p:childTnLst>
                                </p:cTn>
                              </p:par>
                              <p:par>
                                <p:cTn id="209" presetID="10" presetClass="entr" presetSubtype="0" fill="hold" grpId="0" nodeType="withEffect">
                                  <p:stCondLst>
                                    <p:cond delay="0"/>
                                  </p:stCondLst>
                                  <p:childTnLst>
                                    <p:set>
                                      <p:cBhvr>
                                        <p:cTn id="210" dur="1" fill="hold">
                                          <p:stCondLst>
                                            <p:cond delay="0"/>
                                          </p:stCondLst>
                                        </p:cTn>
                                        <p:tgtEl>
                                          <p:spTgt spid="74"/>
                                        </p:tgtEl>
                                        <p:attrNameLst>
                                          <p:attrName>style.visibility</p:attrName>
                                        </p:attrNameLst>
                                      </p:cBhvr>
                                      <p:to>
                                        <p:strVal val="visible"/>
                                      </p:to>
                                    </p:set>
                                    <p:animEffect transition="in" filter="fade">
                                      <p:cBhvr>
                                        <p:cTn id="211" dur="500"/>
                                        <p:tgtEl>
                                          <p:spTgt spid="74"/>
                                        </p:tgtEl>
                                      </p:cBhvr>
                                    </p:animEffect>
                                  </p:childTnLst>
                                </p:cTn>
                              </p:par>
                              <p:par>
                                <p:cTn id="212" presetID="10" presetClass="entr" presetSubtype="0" fill="hold" grpId="0" nodeType="withEffect">
                                  <p:stCondLst>
                                    <p:cond delay="0"/>
                                  </p:stCondLst>
                                  <p:childTnLst>
                                    <p:set>
                                      <p:cBhvr>
                                        <p:cTn id="213" dur="1" fill="hold">
                                          <p:stCondLst>
                                            <p:cond delay="0"/>
                                          </p:stCondLst>
                                        </p:cTn>
                                        <p:tgtEl>
                                          <p:spTgt spid="75"/>
                                        </p:tgtEl>
                                        <p:attrNameLst>
                                          <p:attrName>style.visibility</p:attrName>
                                        </p:attrNameLst>
                                      </p:cBhvr>
                                      <p:to>
                                        <p:strVal val="visible"/>
                                      </p:to>
                                    </p:set>
                                    <p:animEffect transition="in" filter="fade">
                                      <p:cBhvr>
                                        <p:cTn id="214" dur="500"/>
                                        <p:tgtEl>
                                          <p:spTgt spid="75"/>
                                        </p:tgtEl>
                                      </p:cBhvr>
                                    </p:animEffect>
                                  </p:childTnLst>
                                </p:cTn>
                              </p:par>
                              <p:par>
                                <p:cTn id="215" presetID="10" presetClass="entr" presetSubtype="0" fill="hold" grpId="0" nodeType="withEffect">
                                  <p:stCondLst>
                                    <p:cond delay="0"/>
                                  </p:stCondLst>
                                  <p:childTnLst>
                                    <p:set>
                                      <p:cBhvr>
                                        <p:cTn id="216" dur="1" fill="hold">
                                          <p:stCondLst>
                                            <p:cond delay="0"/>
                                          </p:stCondLst>
                                        </p:cTn>
                                        <p:tgtEl>
                                          <p:spTgt spid="76"/>
                                        </p:tgtEl>
                                        <p:attrNameLst>
                                          <p:attrName>style.visibility</p:attrName>
                                        </p:attrNameLst>
                                      </p:cBhvr>
                                      <p:to>
                                        <p:strVal val="visible"/>
                                      </p:to>
                                    </p:set>
                                    <p:animEffect transition="in" filter="fade">
                                      <p:cBhvr>
                                        <p:cTn id="217" dur="500"/>
                                        <p:tgtEl>
                                          <p:spTgt spid="76"/>
                                        </p:tgtEl>
                                      </p:cBhvr>
                                    </p:animEffect>
                                  </p:childTnLst>
                                </p:cTn>
                              </p:par>
                              <p:par>
                                <p:cTn id="218" presetID="10" presetClass="entr" presetSubtype="0" fill="hold" nodeType="withEffect">
                                  <p:stCondLst>
                                    <p:cond delay="0"/>
                                  </p:stCondLst>
                                  <p:childTnLst>
                                    <p:set>
                                      <p:cBhvr>
                                        <p:cTn id="219" dur="1" fill="hold">
                                          <p:stCondLst>
                                            <p:cond delay="0"/>
                                          </p:stCondLst>
                                        </p:cTn>
                                        <p:tgtEl>
                                          <p:spTgt spid="77"/>
                                        </p:tgtEl>
                                        <p:attrNameLst>
                                          <p:attrName>style.visibility</p:attrName>
                                        </p:attrNameLst>
                                      </p:cBhvr>
                                      <p:to>
                                        <p:strVal val="visible"/>
                                      </p:to>
                                    </p:set>
                                    <p:animEffect transition="in" filter="fade">
                                      <p:cBhvr>
                                        <p:cTn id="220" dur="500"/>
                                        <p:tgtEl>
                                          <p:spTgt spid="77"/>
                                        </p:tgtEl>
                                      </p:cBhvr>
                                    </p:animEffect>
                                  </p:childTnLst>
                                </p:cTn>
                              </p:par>
                              <p:par>
                                <p:cTn id="221" presetID="10" presetClass="entr" presetSubtype="0" fill="hold" grpId="0" nodeType="withEffect">
                                  <p:stCondLst>
                                    <p:cond delay="0"/>
                                  </p:stCondLst>
                                  <p:childTnLst>
                                    <p:set>
                                      <p:cBhvr>
                                        <p:cTn id="222" dur="1" fill="hold">
                                          <p:stCondLst>
                                            <p:cond delay="0"/>
                                          </p:stCondLst>
                                        </p:cTn>
                                        <p:tgtEl>
                                          <p:spTgt spid="78"/>
                                        </p:tgtEl>
                                        <p:attrNameLst>
                                          <p:attrName>style.visibility</p:attrName>
                                        </p:attrNameLst>
                                      </p:cBhvr>
                                      <p:to>
                                        <p:strVal val="visible"/>
                                      </p:to>
                                    </p:set>
                                    <p:animEffect transition="in" filter="fade">
                                      <p:cBhvr>
                                        <p:cTn id="223" dur="500"/>
                                        <p:tgtEl>
                                          <p:spTgt spid="78"/>
                                        </p:tgtEl>
                                      </p:cBhvr>
                                    </p:animEffect>
                                  </p:childTnLst>
                                </p:cTn>
                              </p:par>
                              <p:par>
                                <p:cTn id="224" presetID="10" presetClass="entr" presetSubtype="0" fill="hold" grpId="0" nodeType="withEffect">
                                  <p:stCondLst>
                                    <p:cond delay="0"/>
                                  </p:stCondLst>
                                  <p:childTnLst>
                                    <p:set>
                                      <p:cBhvr>
                                        <p:cTn id="225" dur="1" fill="hold">
                                          <p:stCondLst>
                                            <p:cond delay="0"/>
                                          </p:stCondLst>
                                        </p:cTn>
                                        <p:tgtEl>
                                          <p:spTgt spid="79"/>
                                        </p:tgtEl>
                                        <p:attrNameLst>
                                          <p:attrName>style.visibility</p:attrName>
                                        </p:attrNameLst>
                                      </p:cBhvr>
                                      <p:to>
                                        <p:strVal val="visible"/>
                                      </p:to>
                                    </p:set>
                                    <p:animEffect transition="in" filter="fade">
                                      <p:cBhvr>
                                        <p:cTn id="226" dur="500"/>
                                        <p:tgtEl>
                                          <p:spTgt spid="79"/>
                                        </p:tgtEl>
                                      </p:cBhvr>
                                    </p:animEffect>
                                  </p:childTnLst>
                                </p:cTn>
                              </p:par>
                              <p:par>
                                <p:cTn id="227" presetID="10" presetClass="entr" presetSubtype="0" fill="hold" grpId="0" nodeType="withEffect">
                                  <p:stCondLst>
                                    <p:cond delay="0"/>
                                  </p:stCondLst>
                                  <p:childTnLst>
                                    <p:set>
                                      <p:cBhvr>
                                        <p:cTn id="228" dur="1" fill="hold">
                                          <p:stCondLst>
                                            <p:cond delay="0"/>
                                          </p:stCondLst>
                                        </p:cTn>
                                        <p:tgtEl>
                                          <p:spTgt spid="80"/>
                                        </p:tgtEl>
                                        <p:attrNameLst>
                                          <p:attrName>style.visibility</p:attrName>
                                        </p:attrNameLst>
                                      </p:cBhvr>
                                      <p:to>
                                        <p:strVal val="visible"/>
                                      </p:to>
                                    </p:set>
                                    <p:animEffect transition="in" filter="fade">
                                      <p:cBhvr>
                                        <p:cTn id="229" dur="500"/>
                                        <p:tgtEl>
                                          <p:spTgt spid="80"/>
                                        </p:tgtEl>
                                      </p:cBhvr>
                                    </p:animEffect>
                                  </p:childTnLst>
                                </p:cTn>
                              </p:par>
                              <p:par>
                                <p:cTn id="230" presetID="10" presetClass="entr" presetSubtype="0" fill="hold" grpId="0" nodeType="withEffect">
                                  <p:stCondLst>
                                    <p:cond delay="0"/>
                                  </p:stCondLst>
                                  <p:childTnLst>
                                    <p:set>
                                      <p:cBhvr>
                                        <p:cTn id="231" dur="1" fill="hold">
                                          <p:stCondLst>
                                            <p:cond delay="0"/>
                                          </p:stCondLst>
                                        </p:cTn>
                                        <p:tgtEl>
                                          <p:spTgt spid="81"/>
                                        </p:tgtEl>
                                        <p:attrNameLst>
                                          <p:attrName>style.visibility</p:attrName>
                                        </p:attrNameLst>
                                      </p:cBhvr>
                                      <p:to>
                                        <p:strVal val="visible"/>
                                      </p:to>
                                    </p:set>
                                    <p:animEffect transition="in" filter="fade">
                                      <p:cBhvr>
                                        <p:cTn id="232" dur="500"/>
                                        <p:tgtEl>
                                          <p:spTgt spid="81"/>
                                        </p:tgtEl>
                                      </p:cBhvr>
                                    </p:animEffect>
                                  </p:childTnLst>
                                </p:cTn>
                              </p:par>
                              <p:par>
                                <p:cTn id="233" presetID="10" presetClass="entr" presetSubtype="0" fill="hold" grpId="0" nodeType="withEffect">
                                  <p:stCondLst>
                                    <p:cond delay="0"/>
                                  </p:stCondLst>
                                  <p:childTnLst>
                                    <p:set>
                                      <p:cBhvr>
                                        <p:cTn id="234" dur="1" fill="hold">
                                          <p:stCondLst>
                                            <p:cond delay="0"/>
                                          </p:stCondLst>
                                        </p:cTn>
                                        <p:tgtEl>
                                          <p:spTgt spid="82"/>
                                        </p:tgtEl>
                                        <p:attrNameLst>
                                          <p:attrName>style.visibility</p:attrName>
                                        </p:attrNameLst>
                                      </p:cBhvr>
                                      <p:to>
                                        <p:strVal val="visible"/>
                                      </p:to>
                                    </p:set>
                                    <p:animEffect transition="in" filter="fade">
                                      <p:cBhvr>
                                        <p:cTn id="235" dur="500"/>
                                        <p:tgtEl>
                                          <p:spTgt spid="82"/>
                                        </p:tgtEl>
                                      </p:cBhvr>
                                    </p:animEffect>
                                  </p:childTnLst>
                                </p:cTn>
                              </p:par>
                              <p:par>
                                <p:cTn id="236" presetID="10" presetClass="entr" presetSubtype="0" fill="hold" grpId="0" nodeType="withEffect">
                                  <p:stCondLst>
                                    <p:cond delay="0"/>
                                  </p:stCondLst>
                                  <p:childTnLst>
                                    <p:set>
                                      <p:cBhvr>
                                        <p:cTn id="237" dur="1" fill="hold">
                                          <p:stCondLst>
                                            <p:cond delay="0"/>
                                          </p:stCondLst>
                                        </p:cTn>
                                        <p:tgtEl>
                                          <p:spTgt spid="83"/>
                                        </p:tgtEl>
                                        <p:attrNameLst>
                                          <p:attrName>style.visibility</p:attrName>
                                        </p:attrNameLst>
                                      </p:cBhvr>
                                      <p:to>
                                        <p:strVal val="visible"/>
                                      </p:to>
                                    </p:set>
                                    <p:animEffect transition="in" filter="fade">
                                      <p:cBhvr>
                                        <p:cTn id="238" dur="500"/>
                                        <p:tgtEl>
                                          <p:spTgt spid="83"/>
                                        </p:tgtEl>
                                      </p:cBhvr>
                                    </p:animEffect>
                                  </p:childTnLst>
                                </p:cTn>
                              </p:par>
                              <p:par>
                                <p:cTn id="239" presetID="10" presetClass="entr" presetSubtype="0" fill="hold" grpId="0" nodeType="withEffect">
                                  <p:stCondLst>
                                    <p:cond delay="0"/>
                                  </p:stCondLst>
                                  <p:childTnLst>
                                    <p:set>
                                      <p:cBhvr>
                                        <p:cTn id="240" dur="1" fill="hold">
                                          <p:stCondLst>
                                            <p:cond delay="0"/>
                                          </p:stCondLst>
                                        </p:cTn>
                                        <p:tgtEl>
                                          <p:spTgt spid="84"/>
                                        </p:tgtEl>
                                        <p:attrNameLst>
                                          <p:attrName>style.visibility</p:attrName>
                                        </p:attrNameLst>
                                      </p:cBhvr>
                                      <p:to>
                                        <p:strVal val="visible"/>
                                      </p:to>
                                    </p:set>
                                    <p:animEffect transition="in" filter="fade">
                                      <p:cBhvr>
                                        <p:cTn id="241" dur="500"/>
                                        <p:tgtEl>
                                          <p:spTgt spid="84"/>
                                        </p:tgtEl>
                                      </p:cBhvr>
                                    </p:animEffect>
                                  </p:childTnLst>
                                </p:cTn>
                              </p:par>
                              <p:par>
                                <p:cTn id="242" presetID="10" presetClass="entr" presetSubtype="0" fill="hold" grpId="0" nodeType="withEffect">
                                  <p:stCondLst>
                                    <p:cond delay="0"/>
                                  </p:stCondLst>
                                  <p:childTnLst>
                                    <p:set>
                                      <p:cBhvr>
                                        <p:cTn id="243" dur="1" fill="hold">
                                          <p:stCondLst>
                                            <p:cond delay="0"/>
                                          </p:stCondLst>
                                        </p:cTn>
                                        <p:tgtEl>
                                          <p:spTgt spid="85"/>
                                        </p:tgtEl>
                                        <p:attrNameLst>
                                          <p:attrName>style.visibility</p:attrName>
                                        </p:attrNameLst>
                                      </p:cBhvr>
                                      <p:to>
                                        <p:strVal val="visible"/>
                                      </p:to>
                                    </p:set>
                                    <p:animEffect transition="in" filter="fade">
                                      <p:cBhvr>
                                        <p:cTn id="244" dur="500"/>
                                        <p:tgtEl>
                                          <p:spTgt spid="85"/>
                                        </p:tgtEl>
                                      </p:cBhvr>
                                    </p:animEffect>
                                  </p:childTnLst>
                                </p:cTn>
                              </p:par>
                              <p:par>
                                <p:cTn id="245" presetID="10" presetClass="entr" presetSubtype="0" fill="hold" grpId="0" nodeType="withEffect">
                                  <p:stCondLst>
                                    <p:cond delay="0"/>
                                  </p:stCondLst>
                                  <p:childTnLst>
                                    <p:set>
                                      <p:cBhvr>
                                        <p:cTn id="246" dur="1" fill="hold">
                                          <p:stCondLst>
                                            <p:cond delay="0"/>
                                          </p:stCondLst>
                                        </p:cTn>
                                        <p:tgtEl>
                                          <p:spTgt spid="86"/>
                                        </p:tgtEl>
                                        <p:attrNameLst>
                                          <p:attrName>style.visibility</p:attrName>
                                        </p:attrNameLst>
                                      </p:cBhvr>
                                      <p:to>
                                        <p:strVal val="visible"/>
                                      </p:to>
                                    </p:set>
                                    <p:animEffect transition="in" filter="fade">
                                      <p:cBhvr>
                                        <p:cTn id="247" dur="500"/>
                                        <p:tgtEl>
                                          <p:spTgt spid="86"/>
                                        </p:tgtEl>
                                      </p:cBhvr>
                                    </p:animEffect>
                                  </p:childTnLst>
                                </p:cTn>
                              </p:par>
                              <p:par>
                                <p:cTn id="248" presetID="10" presetClass="entr" presetSubtype="0" fill="hold" grpId="0" nodeType="withEffect">
                                  <p:stCondLst>
                                    <p:cond delay="0"/>
                                  </p:stCondLst>
                                  <p:childTnLst>
                                    <p:set>
                                      <p:cBhvr>
                                        <p:cTn id="249" dur="1" fill="hold">
                                          <p:stCondLst>
                                            <p:cond delay="0"/>
                                          </p:stCondLst>
                                        </p:cTn>
                                        <p:tgtEl>
                                          <p:spTgt spid="87"/>
                                        </p:tgtEl>
                                        <p:attrNameLst>
                                          <p:attrName>style.visibility</p:attrName>
                                        </p:attrNameLst>
                                      </p:cBhvr>
                                      <p:to>
                                        <p:strVal val="visible"/>
                                      </p:to>
                                    </p:set>
                                    <p:animEffect transition="in" filter="fade">
                                      <p:cBhvr>
                                        <p:cTn id="250" dur="500"/>
                                        <p:tgtEl>
                                          <p:spTgt spid="87"/>
                                        </p:tgtEl>
                                      </p:cBhvr>
                                    </p:animEffect>
                                  </p:childTnLst>
                                </p:cTn>
                              </p:par>
                              <p:par>
                                <p:cTn id="251" presetID="10" presetClass="entr" presetSubtype="0" fill="hold" grpId="0" nodeType="withEffect">
                                  <p:stCondLst>
                                    <p:cond delay="0"/>
                                  </p:stCondLst>
                                  <p:childTnLst>
                                    <p:set>
                                      <p:cBhvr>
                                        <p:cTn id="252" dur="1" fill="hold">
                                          <p:stCondLst>
                                            <p:cond delay="0"/>
                                          </p:stCondLst>
                                        </p:cTn>
                                        <p:tgtEl>
                                          <p:spTgt spid="88"/>
                                        </p:tgtEl>
                                        <p:attrNameLst>
                                          <p:attrName>style.visibility</p:attrName>
                                        </p:attrNameLst>
                                      </p:cBhvr>
                                      <p:to>
                                        <p:strVal val="visible"/>
                                      </p:to>
                                    </p:set>
                                    <p:animEffect transition="in" filter="fade">
                                      <p:cBhvr>
                                        <p:cTn id="253" dur="500"/>
                                        <p:tgtEl>
                                          <p:spTgt spid="88"/>
                                        </p:tgtEl>
                                      </p:cBhvr>
                                    </p:animEffect>
                                  </p:childTnLst>
                                </p:cTn>
                              </p:par>
                              <p:par>
                                <p:cTn id="254" presetID="10" presetClass="entr" presetSubtype="0" fill="hold" grpId="0" nodeType="withEffect">
                                  <p:stCondLst>
                                    <p:cond delay="0"/>
                                  </p:stCondLst>
                                  <p:childTnLst>
                                    <p:set>
                                      <p:cBhvr>
                                        <p:cTn id="255" dur="1" fill="hold">
                                          <p:stCondLst>
                                            <p:cond delay="0"/>
                                          </p:stCondLst>
                                        </p:cTn>
                                        <p:tgtEl>
                                          <p:spTgt spid="89"/>
                                        </p:tgtEl>
                                        <p:attrNameLst>
                                          <p:attrName>style.visibility</p:attrName>
                                        </p:attrNameLst>
                                      </p:cBhvr>
                                      <p:to>
                                        <p:strVal val="visible"/>
                                      </p:to>
                                    </p:set>
                                    <p:animEffect transition="in" filter="fade">
                                      <p:cBhvr>
                                        <p:cTn id="256" dur="500"/>
                                        <p:tgtEl>
                                          <p:spTgt spid="89"/>
                                        </p:tgtEl>
                                      </p:cBhvr>
                                    </p:animEffect>
                                  </p:childTnLst>
                                </p:cTn>
                              </p:par>
                              <p:par>
                                <p:cTn id="257" presetID="10" presetClass="entr" presetSubtype="0" fill="hold" grpId="0" nodeType="withEffect">
                                  <p:stCondLst>
                                    <p:cond delay="0"/>
                                  </p:stCondLst>
                                  <p:childTnLst>
                                    <p:set>
                                      <p:cBhvr>
                                        <p:cTn id="258" dur="1" fill="hold">
                                          <p:stCondLst>
                                            <p:cond delay="0"/>
                                          </p:stCondLst>
                                        </p:cTn>
                                        <p:tgtEl>
                                          <p:spTgt spid="90"/>
                                        </p:tgtEl>
                                        <p:attrNameLst>
                                          <p:attrName>style.visibility</p:attrName>
                                        </p:attrNameLst>
                                      </p:cBhvr>
                                      <p:to>
                                        <p:strVal val="visible"/>
                                      </p:to>
                                    </p:set>
                                    <p:animEffect transition="in" filter="fade">
                                      <p:cBhvr>
                                        <p:cTn id="259" dur="500"/>
                                        <p:tgtEl>
                                          <p:spTgt spid="90"/>
                                        </p:tgtEl>
                                      </p:cBhvr>
                                    </p:animEffect>
                                  </p:childTnLst>
                                </p:cTn>
                              </p:par>
                              <p:par>
                                <p:cTn id="260" presetID="10" presetClass="entr" presetSubtype="0" fill="hold" grpId="0" nodeType="withEffect">
                                  <p:stCondLst>
                                    <p:cond delay="0"/>
                                  </p:stCondLst>
                                  <p:childTnLst>
                                    <p:set>
                                      <p:cBhvr>
                                        <p:cTn id="261" dur="1" fill="hold">
                                          <p:stCondLst>
                                            <p:cond delay="0"/>
                                          </p:stCondLst>
                                        </p:cTn>
                                        <p:tgtEl>
                                          <p:spTgt spid="91"/>
                                        </p:tgtEl>
                                        <p:attrNameLst>
                                          <p:attrName>style.visibility</p:attrName>
                                        </p:attrNameLst>
                                      </p:cBhvr>
                                      <p:to>
                                        <p:strVal val="visible"/>
                                      </p:to>
                                    </p:set>
                                    <p:animEffect transition="in" filter="fade">
                                      <p:cBhvr>
                                        <p:cTn id="262" dur="500"/>
                                        <p:tgtEl>
                                          <p:spTgt spid="91"/>
                                        </p:tgtEl>
                                      </p:cBhvr>
                                    </p:animEffect>
                                  </p:childTnLst>
                                </p:cTn>
                              </p:par>
                              <p:par>
                                <p:cTn id="263" presetID="10" presetClass="entr" presetSubtype="0" fill="hold" grpId="0" nodeType="withEffect">
                                  <p:stCondLst>
                                    <p:cond delay="0"/>
                                  </p:stCondLst>
                                  <p:childTnLst>
                                    <p:set>
                                      <p:cBhvr>
                                        <p:cTn id="264" dur="1" fill="hold">
                                          <p:stCondLst>
                                            <p:cond delay="0"/>
                                          </p:stCondLst>
                                        </p:cTn>
                                        <p:tgtEl>
                                          <p:spTgt spid="92"/>
                                        </p:tgtEl>
                                        <p:attrNameLst>
                                          <p:attrName>style.visibility</p:attrName>
                                        </p:attrNameLst>
                                      </p:cBhvr>
                                      <p:to>
                                        <p:strVal val="visible"/>
                                      </p:to>
                                    </p:set>
                                    <p:animEffect transition="in" filter="fade">
                                      <p:cBhvr>
                                        <p:cTn id="265" dur="500"/>
                                        <p:tgtEl>
                                          <p:spTgt spid="92"/>
                                        </p:tgtEl>
                                      </p:cBhvr>
                                    </p:animEffect>
                                  </p:childTnLst>
                                </p:cTn>
                              </p:par>
                              <p:par>
                                <p:cTn id="266" presetID="10" presetClass="entr" presetSubtype="0" fill="hold" grpId="0" nodeType="withEffect">
                                  <p:stCondLst>
                                    <p:cond delay="0"/>
                                  </p:stCondLst>
                                  <p:childTnLst>
                                    <p:set>
                                      <p:cBhvr>
                                        <p:cTn id="267" dur="1" fill="hold">
                                          <p:stCondLst>
                                            <p:cond delay="0"/>
                                          </p:stCondLst>
                                        </p:cTn>
                                        <p:tgtEl>
                                          <p:spTgt spid="93"/>
                                        </p:tgtEl>
                                        <p:attrNameLst>
                                          <p:attrName>style.visibility</p:attrName>
                                        </p:attrNameLst>
                                      </p:cBhvr>
                                      <p:to>
                                        <p:strVal val="visible"/>
                                      </p:to>
                                    </p:set>
                                    <p:animEffect transition="in" filter="fade">
                                      <p:cBhvr>
                                        <p:cTn id="268" dur="500"/>
                                        <p:tgtEl>
                                          <p:spTgt spid="93"/>
                                        </p:tgtEl>
                                      </p:cBhvr>
                                    </p:animEffect>
                                  </p:childTnLst>
                                </p:cTn>
                              </p:par>
                              <p:par>
                                <p:cTn id="269" presetID="10" presetClass="entr" presetSubtype="0" fill="hold" grpId="0" nodeType="withEffect">
                                  <p:stCondLst>
                                    <p:cond delay="0"/>
                                  </p:stCondLst>
                                  <p:childTnLst>
                                    <p:set>
                                      <p:cBhvr>
                                        <p:cTn id="270" dur="1" fill="hold">
                                          <p:stCondLst>
                                            <p:cond delay="0"/>
                                          </p:stCondLst>
                                        </p:cTn>
                                        <p:tgtEl>
                                          <p:spTgt spid="94"/>
                                        </p:tgtEl>
                                        <p:attrNameLst>
                                          <p:attrName>style.visibility</p:attrName>
                                        </p:attrNameLst>
                                      </p:cBhvr>
                                      <p:to>
                                        <p:strVal val="visible"/>
                                      </p:to>
                                    </p:set>
                                    <p:animEffect transition="in" filter="fade">
                                      <p:cBhvr>
                                        <p:cTn id="271" dur="500"/>
                                        <p:tgtEl>
                                          <p:spTgt spid="94"/>
                                        </p:tgtEl>
                                      </p:cBhvr>
                                    </p:animEffect>
                                  </p:childTnLst>
                                </p:cTn>
                              </p:par>
                              <p:par>
                                <p:cTn id="272" presetID="10" presetClass="entr" presetSubtype="0" fill="hold" grpId="0" nodeType="withEffect">
                                  <p:stCondLst>
                                    <p:cond delay="0"/>
                                  </p:stCondLst>
                                  <p:childTnLst>
                                    <p:set>
                                      <p:cBhvr>
                                        <p:cTn id="273" dur="1" fill="hold">
                                          <p:stCondLst>
                                            <p:cond delay="0"/>
                                          </p:stCondLst>
                                        </p:cTn>
                                        <p:tgtEl>
                                          <p:spTgt spid="95"/>
                                        </p:tgtEl>
                                        <p:attrNameLst>
                                          <p:attrName>style.visibility</p:attrName>
                                        </p:attrNameLst>
                                      </p:cBhvr>
                                      <p:to>
                                        <p:strVal val="visible"/>
                                      </p:to>
                                    </p:set>
                                    <p:animEffect transition="in" filter="fade">
                                      <p:cBhvr>
                                        <p:cTn id="274" dur="500"/>
                                        <p:tgtEl>
                                          <p:spTgt spid="95"/>
                                        </p:tgtEl>
                                      </p:cBhvr>
                                    </p:animEffect>
                                  </p:childTnLst>
                                </p:cTn>
                              </p:par>
                              <p:par>
                                <p:cTn id="275" presetID="10" presetClass="entr" presetSubtype="0" fill="hold" grpId="0" nodeType="withEffect">
                                  <p:stCondLst>
                                    <p:cond delay="0"/>
                                  </p:stCondLst>
                                  <p:childTnLst>
                                    <p:set>
                                      <p:cBhvr>
                                        <p:cTn id="276" dur="1" fill="hold">
                                          <p:stCondLst>
                                            <p:cond delay="0"/>
                                          </p:stCondLst>
                                        </p:cTn>
                                        <p:tgtEl>
                                          <p:spTgt spid="96"/>
                                        </p:tgtEl>
                                        <p:attrNameLst>
                                          <p:attrName>style.visibility</p:attrName>
                                        </p:attrNameLst>
                                      </p:cBhvr>
                                      <p:to>
                                        <p:strVal val="visible"/>
                                      </p:to>
                                    </p:set>
                                    <p:animEffect transition="in" filter="fade">
                                      <p:cBhvr>
                                        <p:cTn id="277" dur="500"/>
                                        <p:tgtEl>
                                          <p:spTgt spid="96"/>
                                        </p:tgtEl>
                                      </p:cBhvr>
                                    </p:animEffect>
                                  </p:childTnLst>
                                </p:cTn>
                              </p:par>
                              <p:par>
                                <p:cTn id="278" presetID="10" presetClass="entr" presetSubtype="0" fill="hold" grpId="0" nodeType="withEffect">
                                  <p:stCondLst>
                                    <p:cond delay="0"/>
                                  </p:stCondLst>
                                  <p:childTnLst>
                                    <p:set>
                                      <p:cBhvr>
                                        <p:cTn id="279" dur="1" fill="hold">
                                          <p:stCondLst>
                                            <p:cond delay="0"/>
                                          </p:stCondLst>
                                        </p:cTn>
                                        <p:tgtEl>
                                          <p:spTgt spid="100"/>
                                        </p:tgtEl>
                                        <p:attrNameLst>
                                          <p:attrName>style.visibility</p:attrName>
                                        </p:attrNameLst>
                                      </p:cBhvr>
                                      <p:to>
                                        <p:strVal val="visible"/>
                                      </p:to>
                                    </p:set>
                                    <p:animEffect transition="in" filter="fade">
                                      <p:cBhvr>
                                        <p:cTn id="280" dur="500"/>
                                        <p:tgtEl>
                                          <p:spTgt spid="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P spid="96" grpId="0" animBg="1"/>
      <p:bldP spid="100"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a:effectLst/>
      </p:bgPr>
    </p:bg>
    <p:spTree>
      <p:nvGrpSpPr>
        <p:cNvPr id="1" name=""/>
        <p:cNvGrpSpPr/>
        <p:nvPr/>
      </p:nvGrpSpPr>
      <p:grpSpPr>
        <a:xfrm>
          <a:off x="0" y="0"/>
          <a:ext cx="0" cy="0"/>
          <a:chOff x="0" y="0"/>
          <a:chExt cx="0" cy="0"/>
        </a:xfrm>
      </p:grpSpPr>
      <p:sp>
        <p:nvSpPr>
          <p:cNvPr id="45" name="Google Shape;105;p27">
            <a:extLst>
              <a:ext uri="{FF2B5EF4-FFF2-40B4-BE49-F238E27FC236}">
                <a16:creationId xmlns:a16="http://schemas.microsoft.com/office/drawing/2014/main" id="{6BCA30D6-71A4-1CCE-295F-C3B4A19665AA}"/>
              </a:ext>
            </a:extLst>
          </p:cNvPr>
          <p:cNvSpPr/>
          <p:nvPr/>
        </p:nvSpPr>
        <p:spPr>
          <a:xfrm rot="5400000">
            <a:off x="-660076" y="646210"/>
            <a:ext cx="2201895" cy="881743"/>
          </a:xfrm>
          <a:prstGeom prst="triangle">
            <a:avLst>
              <a:gd name="adj" fmla="val 50411"/>
            </a:avLst>
          </a:prstGeom>
          <a:solidFill>
            <a:schemeClr val="accent1">
              <a:lumMod val="75000"/>
            </a:schemeClr>
          </a:solidFill>
          <a:ln/>
        </p:spPr>
        <p:style>
          <a:lnRef idx="2">
            <a:schemeClr val="accent1"/>
          </a:lnRef>
          <a:fillRef idx="1">
            <a:schemeClr val="lt1"/>
          </a:fillRef>
          <a:effectRef idx="0">
            <a:schemeClr val="accent1"/>
          </a:effectRef>
          <a:fontRef idx="minor">
            <a:schemeClr val="dk1"/>
          </a:fontRef>
        </p:style>
        <p:txBody>
          <a:bodyPr spcFirstLastPara="1" wrap="square" lIns="121900" tIns="121900" rIns="121900" bIns="121900" anchor="ctr" anchorCtr="0">
            <a:noAutofit/>
          </a:bodyPr>
          <a:lstStyle/>
          <a:p>
            <a:endParaRPr sz="2400"/>
          </a:p>
        </p:txBody>
      </p:sp>
      <p:sp>
        <p:nvSpPr>
          <p:cNvPr id="46" name="Google Shape;105;p27">
            <a:extLst>
              <a:ext uri="{FF2B5EF4-FFF2-40B4-BE49-F238E27FC236}">
                <a16:creationId xmlns:a16="http://schemas.microsoft.com/office/drawing/2014/main" id="{82A2D03C-6F5C-8200-5F62-719585C8F325}"/>
              </a:ext>
            </a:extLst>
          </p:cNvPr>
          <p:cNvSpPr/>
          <p:nvPr/>
        </p:nvSpPr>
        <p:spPr>
          <a:xfrm rot="16200000">
            <a:off x="10650181" y="5330638"/>
            <a:ext cx="2201895" cy="881743"/>
          </a:xfrm>
          <a:prstGeom prst="triangle">
            <a:avLst>
              <a:gd name="adj" fmla="val 50411"/>
            </a:avLst>
          </a:prstGeom>
          <a:solidFill>
            <a:schemeClr val="accent1">
              <a:lumMod val="75000"/>
            </a:schemeClr>
          </a:solidFill>
          <a:ln>
            <a:solidFill>
              <a:schemeClr val="accent1"/>
            </a:solidFill>
          </a:ln>
        </p:spPr>
        <p:txBody>
          <a:bodyPr spcFirstLastPara="1" wrap="square" lIns="121900" tIns="121900" rIns="121900" bIns="121900" anchor="ctr" anchorCtr="0">
            <a:noAutofit/>
          </a:bodyPr>
          <a:lstStyle/>
          <a:p>
            <a:endParaRPr sz="2400"/>
          </a:p>
        </p:txBody>
      </p:sp>
      <p:sp>
        <p:nvSpPr>
          <p:cNvPr id="2" name="Shape 0"/>
          <p:cNvSpPr/>
          <p:nvPr/>
        </p:nvSpPr>
        <p:spPr>
          <a:xfrm>
            <a:off x="548640" y="502920"/>
            <a:ext cx="164592" cy="164592"/>
          </a:xfrm>
          <a:prstGeom prst="rect">
            <a:avLst/>
          </a:prstGeom>
          <a:solidFill>
            <a:srgbClr val="06B6D4"/>
          </a:solidFill>
          <a:ln w="12700">
            <a:solidFill>
              <a:srgbClr val="06B6D4"/>
            </a:solidFill>
            <a:prstDash val="solid"/>
          </a:ln>
        </p:spPr>
        <p:txBody>
          <a:bodyPr/>
          <a:lstStyle/>
          <a:p>
            <a:endParaRPr lang="fr-FR"/>
          </a:p>
        </p:txBody>
      </p:sp>
      <p:sp>
        <p:nvSpPr>
          <p:cNvPr id="3" name="Text 1"/>
          <p:cNvSpPr/>
          <p:nvPr/>
        </p:nvSpPr>
        <p:spPr>
          <a:xfrm>
            <a:off x="777240" y="411480"/>
            <a:ext cx="2011680" cy="320040"/>
          </a:xfrm>
          <a:prstGeom prst="rect">
            <a:avLst/>
          </a:prstGeom>
          <a:noFill/>
          <a:ln/>
        </p:spPr>
        <p:txBody>
          <a:bodyPr wrap="square" rtlCol="0" anchor="ctr"/>
          <a:lstStyle/>
          <a:p>
            <a:pPr marL="0" indent="0">
              <a:buNone/>
            </a:pPr>
            <a:r>
              <a:rPr lang="en-US" sz="1100" b="1" kern="0" spc="200" dirty="0">
                <a:solidFill>
                  <a:srgbClr val="FFFFFF"/>
                </a:solidFill>
                <a:latin typeface="Calibri" pitchFamily="34" charset="0"/>
                <a:ea typeface="Calibri" pitchFamily="34" charset="-122"/>
                <a:cs typeface="Calibri" pitchFamily="34" charset="-120"/>
              </a:rPr>
              <a:t>Syndic IA</a:t>
            </a:r>
            <a:endParaRPr lang="en-US" sz="1100" dirty="0"/>
          </a:p>
        </p:txBody>
      </p:sp>
      <p:sp>
        <p:nvSpPr>
          <p:cNvPr id="4" name="Text 2"/>
          <p:cNvSpPr/>
          <p:nvPr/>
        </p:nvSpPr>
        <p:spPr>
          <a:xfrm>
            <a:off x="548640" y="914400"/>
            <a:ext cx="5486400" cy="320040"/>
          </a:xfrm>
          <a:prstGeom prst="rect">
            <a:avLst/>
          </a:prstGeom>
          <a:noFill/>
          <a:ln/>
        </p:spPr>
        <p:txBody>
          <a:bodyPr wrap="square" rtlCol="0" anchor="ctr"/>
          <a:lstStyle/>
          <a:p>
            <a:pPr marL="0" indent="0">
              <a:buNone/>
            </a:pPr>
            <a:r>
              <a:rPr lang="en-US" sz="1200" b="1" kern="0" spc="400" dirty="0">
                <a:solidFill>
                  <a:srgbClr val="06B6D4"/>
                </a:solidFill>
                <a:latin typeface="Calibri" pitchFamily="34" charset="0"/>
                <a:ea typeface="Calibri" pitchFamily="34" charset="-122"/>
                <a:cs typeface="Calibri" pitchFamily="34" charset="-120"/>
              </a:rPr>
              <a:t>12 · RAG</a:t>
            </a:r>
            <a:endParaRPr lang="en-US" sz="1200" dirty="0"/>
          </a:p>
        </p:txBody>
      </p:sp>
      <p:sp>
        <p:nvSpPr>
          <p:cNvPr id="5" name="Text 3"/>
          <p:cNvSpPr/>
          <p:nvPr/>
        </p:nvSpPr>
        <p:spPr>
          <a:xfrm>
            <a:off x="548640" y="1341234"/>
            <a:ext cx="10972800" cy="82296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Retrieval-Augmented Generation avec ChromaDB</a:t>
            </a:r>
            <a:endParaRPr lang="en-US" sz="3200" dirty="0"/>
          </a:p>
        </p:txBody>
      </p:sp>
      <p:sp>
        <p:nvSpPr>
          <p:cNvPr id="6" name="Shape 4"/>
          <p:cNvSpPr/>
          <p:nvPr/>
        </p:nvSpPr>
        <p:spPr>
          <a:xfrm>
            <a:off x="700888" y="2606040"/>
            <a:ext cx="1691640" cy="2194560"/>
          </a:xfrm>
          <a:prstGeom prst="rect">
            <a:avLst/>
          </a:prstGeom>
          <a:solidFill>
            <a:srgbClr val="1E293B"/>
          </a:solidFill>
          <a:ln w="19050">
            <a:solidFill>
              <a:srgbClr val="06B6D4"/>
            </a:solidFill>
            <a:prstDash val="solid"/>
          </a:ln>
        </p:spPr>
        <p:txBody>
          <a:bodyPr/>
          <a:lstStyle/>
          <a:p>
            <a:endParaRPr lang="fr-FR"/>
          </a:p>
        </p:txBody>
      </p:sp>
      <p:sp>
        <p:nvSpPr>
          <p:cNvPr id="7" name="Shape 5"/>
          <p:cNvSpPr/>
          <p:nvPr/>
        </p:nvSpPr>
        <p:spPr>
          <a:xfrm>
            <a:off x="1089508" y="2880360"/>
            <a:ext cx="914400" cy="914400"/>
          </a:xfrm>
          <a:prstGeom prst="ellipse">
            <a:avLst/>
          </a:prstGeom>
          <a:solidFill>
            <a:srgbClr val="0F172A"/>
          </a:solidFill>
          <a:ln w="25400">
            <a:solidFill>
              <a:srgbClr val="06B6D4"/>
            </a:solidFill>
            <a:prstDash val="solid"/>
          </a:ln>
        </p:spPr>
        <p:txBody>
          <a:bodyPr/>
          <a:lstStyle/>
          <a:p>
            <a:endParaRPr lang="fr-FR"/>
          </a:p>
        </p:txBody>
      </p:sp>
      <p:pic>
        <p:nvPicPr>
          <p:cNvPr id="8" name="Image 0" descr="preencoded.png"/>
          <p:cNvPicPr>
            <a:picLocks noChangeAspect="1"/>
          </p:cNvPicPr>
          <p:nvPr/>
        </p:nvPicPr>
        <p:blipFill>
          <a:blip r:embed="rId3"/>
          <a:stretch>
            <a:fillRect/>
          </a:stretch>
        </p:blipFill>
        <p:spPr>
          <a:xfrm>
            <a:off x="1254100" y="3044952"/>
            <a:ext cx="585216" cy="585216"/>
          </a:xfrm>
          <a:prstGeom prst="rect">
            <a:avLst/>
          </a:prstGeom>
        </p:spPr>
      </p:pic>
      <p:sp>
        <p:nvSpPr>
          <p:cNvPr id="9" name="Text 6"/>
          <p:cNvSpPr/>
          <p:nvPr/>
        </p:nvSpPr>
        <p:spPr>
          <a:xfrm>
            <a:off x="792328" y="3886200"/>
            <a:ext cx="1508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data/</a:t>
            </a:r>
            <a:endParaRPr lang="en-US" sz="1400" dirty="0"/>
          </a:p>
        </p:txBody>
      </p:sp>
      <p:sp>
        <p:nvSpPr>
          <p:cNvPr id="10" name="Text 7"/>
          <p:cNvSpPr/>
          <p:nvPr/>
        </p:nvSpPr>
        <p:spPr>
          <a:xfrm>
            <a:off x="792328" y="4251960"/>
            <a:ext cx="1508760" cy="502920"/>
          </a:xfrm>
          <a:prstGeom prst="rect">
            <a:avLst/>
          </a:prstGeom>
          <a:noFill/>
          <a:ln/>
        </p:spPr>
        <p:txBody>
          <a:bodyPr wrap="square" lIns="0" tIns="0" rIns="0" bIns="0" rtlCol="0" anchor="ctr"/>
          <a:lstStyle/>
          <a:p>
            <a:pPr marL="0" indent="0" algn="ctr">
              <a:buNone/>
            </a:pPr>
            <a:r>
              <a:rPr lang="en-US" sz="1100" dirty="0">
                <a:solidFill>
                  <a:srgbClr val="CBD5E1"/>
                </a:solidFill>
                <a:latin typeface="Calibri" pitchFamily="34" charset="0"/>
                <a:ea typeface="Calibri" pitchFamily="34" charset="-122"/>
                <a:cs typeface="Calibri" pitchFamily="34" charset="-120"/>
              </a:rPr>
              <a:t>FAQ, procédures,</a:t>
            </a:r>
            <a:endParaRPr lang="en-US" sz="1100" dirty="0"/>
          </a:p>
          <a:p>
            <a:pPr marL="0" indent="0" algn="ctr">
              <a:buNone/>
            </a:pPr>
            <a:r>
              <a:rPr lang="en-US" sz="1100" dirty="0">
                <a:solidFill>
                  <a:srgbClr val="CBD5E1"/>
                </a:solidFill>
                <a:latin typeface="Calibri" pitchFamily="34" charset="0"/>
                <a:ea typeface="Calibri" pitchFamily="34" charset="-122"/>
                <a:cs typeface="Calibri" pitchFamily="34" charset="-120"/>
              </a:rPr>
              <a:t>contacts, règlement</a:t>
            </a:r>
            <a:endParaRPr lang="en-US" sz="1100" dirty="0"/>
          </a:p>
        </p:txBody>
      </p:sp>
      <p:sp>
        <p:nvSpPr>
          <p:cNvPr id="11" name="Shape 8"/>
          <p:cNvSpPr/>
          <p:nvPr/>
        </p:nvSpPr>
        <p:spPr>
          <a:xfrm>
            <a:off x="2392528" y="3703320"/>
            <a:ext cx="128016" cy="0"/>
          </a:xfrm>
          <a:prstGeom prst="line">
            <a:avLst/>
          </a:prstGeom>
          <a:noFill/>
          <a:ln w="31750">
            <a:solidFill>
              <a:srgbClr val="06B6D4"/>
            </a:solidFill>
            <a:prstDash val="solid"/>
            <a:tailEnd type="triangle"/>
          </a:ln>
        </p:spPr>
        <p:txBody>
          <a:bodyPr/>
          <a:lstStyle/>
          <a:p>
            <a:endParaRPr lang="fr-FR"/>
          </a:p>
        </p:txBody>
      </p:sp>
      <p:sp>
        <p:nvSpPr>
          <p:cNvPr id="12" name="Shape 9"/>
          <p:cNvSpPr/>
          <p:nvPr/>
        </p:nvSpPr>
        <p:spPr>
          <a:xfrm>
            <a:off x="2520544" y="2606040"/>
            <a:ext cx="1691640" cy="2194560"/>
          </a:xfrm>
          <a:prstGeom prst="rect">
            <a:avLst/>
          </a:prstGeom>
          <a:solidFill>
            <a:srgbClr val="1E293B"/>
          </a:solidFill>
          <a:ln w="19050">
            <a:solidFill>
              <a:srgbClr val="22C55E"/>
            </a:solidFill>
            <a:prstDash val="solid"/>
          </a:ln>
        </p:spPr>
        <p:txBody>
          <a:bodyPr/>
          <a:lstStyle/>
          <a:p>
            <a:endParaRPr lang="fr-FR"/>
          </a:p>
        </p:txBody>
      </p:sp>
      <p:sp>
        <p:nvSpPr>
          <p:cNvPr id="13" name="Shape 10"/>
          <p:cNvSpPr/>
          <p:nvPr/>
        </p:nvSpPr>
        <p:spPr>
          <a:xfrm>
            <a:off x="2909164" y="2880360"/>
            <a:ext cx="914400" cy="914400"/>
          </a:xfrm>
          <a:prstGeom prst="ellipse">
            <a:avLst/>
          </a:prstGeom>
          <a:solidFill>
            <a:srgbClr val="0F172A"/>
          </a:solidFill>
          <a:ln w="25400">
            <a:solidFill>
              <a:srgbClr val="22C55E"/>
            </a:solidFill>
            <a:prstDash val="solid"/>
          </a:ln>
        </p:spPr>
        <p:txBody>
          <a:bodyPr/>
          <a:lstStyle/>
          <a:p>
            <a:endParaRPr lang="fr-FR"/>
          </a:p>
        </p:txBody>
      </p:sp>
      <p:pic>
        <p:nvPicPr>
          <p:cNvPr id="14" name="Image 1" descr="preencoded.png"/>
          <p:cNvPicPr>
            <a:picLocks noChangeAspect="1"/>
          </p:cNvPicPr>
          <p:nvPr/>
        </p:nvPicPr>
        <p:blipFill>
          <a:blip r:embed="rId4"/>
          <a:stretch>
            <a:fillRect/>
          </a:stretch>
        </p:blipFill>
        <p:spPr>
          <a:xfrm>
            <a:off x="3073756" y="3044952"/>
            <a:ext cx="585216" cy="585216"/>
          </a:xfrm>
          <a:prstGeom prst="rect">
            <a:avLst/>
          </a:prstGeom>
        </p:spPr>
      </p:pic>
      <p:sp>
        <p:nvSpPr>
          <p:cNvPr id="15" name="Text 11"/>
          <p:cNvSpPr/>
          <p:nvPr/>
        </p:nvSpPr>
        <p:spPr>
          <a:xfrm>
            <a:off x="2611984" y="3886200"/>
            <a:ext cx="1508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ingest.py</a:t>
            </a:r>
            <a:endParaRPr lang="en-US" sz="1400" dirty="0"/>
          </a:p>
        </p:txBody>
      </p:sp>
      <p:sp>
        <p:nvSpPr>
          <p:cNvPr id="16" name="Text 12"/>
          <p:cNvSpPr/>
          <p:nvPr/>
        </p:nvSpPr>
        <p:spPr>
          <a:xfrm>
            <a:off x="2611984" y="4251960"/>
            <a:ext cx="1508760" cy="502920"/>
          </a:xfrm>
          <a:prstGeom prst="rect">
            <a:avLst/>
          </a:prstGeom>
          <a:noFill/>
          <a:ln/>
        </p:spPr>
        <p:txBody>
          <a:bodyPr wrap="square" lIns="0" tIns="0" rIns="0" bIns="0" rtlCol="0" anchor="ctr"/>
          <a:lstStyle/>
          <a:p>
            <a:pPr marL="0" indent="0" algn="ctr">
              <a:buNone/>
            </a:pPr>
            <a:r>
              <a:rPr lang="en-US" sz="1100" dirty="0">
                <a:solidFill>
                  <a:srgbClr val="CBD5E1"/>
                </a:solidFill>
                <a:latin typeface="Calibri" pitchFamily="34" charset="0"/>
                <a:ea typeface="Calibri" pitchFamily="34" charset="-122"/>
                <a:cs typeface="Calibri" pitchFamily="34" charset="-120"/>
              </a:rPr>
              <a:t>Chunking +</a:t>
            </a:r>
            <a:endParaRPr lang="en-US" sz="1100" dirty="0"/>
          </a:p>
          <a:p>
            <a:pPr marL="0" indent="0" algn="ctr">
              <a:buNone/>
            </a:pPr>
            <a:r>
              <a:rPr lang="en-US" sz="1100" dirty="0">
                <a:solidFill>
                  <a:srgbClr val="CBD5E1"/>
                </a:solidFill>
                <a:latin typeface="Calibri" pitchFamily="34" charset="0"/>
                <a:ea typeface="Calibri" pitchFamily="34" charset="-122"/>
                <a:cs typeface="Calibri" pitchFamily="34" charset="-120"/>
              </a:rPr>
              <a:t>embeddings</a:t>
            </a:r>
            <a:endParaRPr lang="en-US" sz="1100" dirty="0"/>
          </a:p>
        </p:txBody>
      </p:sp>
      <p:sp>
        <p:nvSpPr>
          <p:cNvPr id="17" name="Shape 13"/>
          <p:cNvSpPr/>
          <p:nvPr/>
        </p:nvSpPr>
        <p:spPr>
          <a:xfrm>
            <a:off x="4212184" y="3703320"/>
            <a:ext cx="128016" cy="0"/>
          </a:xfrm>
          <a:prstGeom prst="line">
            <a:avLst/>
          </a:prstGeom>
          <a:noFill/>
          <a:ln w="31750">
            <a:solidFill>
              <a:srgbClr val="06B6D4"/>
            </a:solidFill>
            <a:prstDash val="solid"/>
            <a:tailEnd type="triangle"/>
          </a:ln>
        </p:spPr>
        <p:txBody>
          <a:bodyPr/>
          <a:lstStyle/>
          <a:p>
            <a:endParaRPr lang="fr-FR"/>
          </a:p>
        </p:txBody>
      </p:sp>
      <p:sp>
        <p:nvSpPr>
          <p:cNvPr id="18" name="Shape 14"/>
          <p:cNvSpPr/>
          <p:nvPr/>
        </p:nvSpPr>
        <p:spPr>
          <a:xfrm>
            <a:off x="4340200" y="2606040"/>
            <a:ext cx="1691640" cy="2194560"/>
          </a:xfrm>
          <a:prstGeom prst="rect">
            <a:avLst/>
          </a:prstGeom>
          <a:solidFill>
            <a:srgbClr val="1E293B"/>
          </a:solidFill>
          <a:ln w="19050">
            <a:solidFill>
              <a:srgbClr val="F59E0B"/>
            </a:solidFill>
            <a:prstDash val="solid"/>
          </a:ln>
        </p:spPr>
        <p:txBody>
          <a:bodyPr/>
          <a:lstStyle/>
          <a:p>
            <a:endParaRPr lang="fr-FR"/>
          </a:p>
        </p:txBody>
      </p:sp>
      <p:sp>
        <p:nvSpPr>
          <p:cNvPr id="19" name="Shape 15"/>
          <p:cNvSpPr/>
          <p:nvPr/>
        </p:nvSpPr>
        <p:spPr>
          <a:xfrm>
            <a:off x="4728820" y="2880360"/>
            <a:ext cx="914400" cy="914400"/>
          </a:xfrm>
          <a:prstGeom prst="ellipse">
            <a:avLst/>
          </a:prstGeom>
          <a:solidFill>
            <a:srgbClr val="0F172A"/>
          </a:solidFill>
          <a:ln w="25400">
            <a:solidFill>
              <a:srgbClr val="F59E0B"/>
            </a:solidFill>
            <a:prstDash val="solid"/>
          </a:ln>
        </p:spPr>
        <p:txBody>
          <a:bodyPr/>
          <a:lstStyle/>
          <a:p>
            <a:endParaRPr lang="fr-FR"/>
          </a:p>
        </p:txBody>
      </p:sp>
      <p:pic>
        <p:nvPicPr>
          <p:cNvPr id="20" name="Image 2" descr="preencoded.png"/>
          <p:cNvPicPr>
            <a:picLocks noChangeAspect="1"/>
          </p:cNvPicPr>
          <p:nvPr/>
        </p:nvPicPr>
        <p:blipFill>
          <a:blip r:embed="rId5"/>
          <a:stretch>
            <a:fillRect/>
          </a:stretch>
        </p:blipFill>
        <p:spPr>
          <a:xfrm>
            <a:off x="4893412" y="3044952"/>
            <a:ext cx="585216" cy="585216"/>
          </a:xfrm>
          <a:prstGeom prst="rect">
            <a:avLst/>
          </a:prstGeom>
        </p:spPr>
      </p:pic>
      <p:sp>
        <p:nvSpPr>
          <p:cNvPr id="21" name="Text 16"/>
          <p:cNvSpPr/>
          <p:nvPr/>
        </p:nvSpPr>
        <p:spPr>
          <a:xfrm>
            <a:off x="4431640" y="3886200"/>
            <a:ext cx="1508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ChromaDB</a:t>
            </a:r>
            <a:endParaRPr lang="en-US" sz="1400" dirty="0"/>
          </a:p>
        </p:txBody>
      </p:sp>
      <p:sp>
        <p:nvSpPr>
          <p:cNvPr id="22" name="Text 17"/>
          <p:cNvSpPr/>
          <p:nvPr/>
        </p:nvSpPr>
        <p:spPr>
          <a:xfrm>
            <a:off x="4431640" y="4251960"/>
            <a:ext cx="1508760" cy="502920"/>
          </a:xfrm>
          <a:prstGeom prst="rect">
            <a:avLst/>
          </a:prstGeom>
          <a:noFill/>
          <a:ln/>
        </p:spPr>
        <p:txBody>
          <a:bodyPr wrap="square" lIns="0" tIns="0" rIns="0" bIns="0" rtlCol="0" anchor="ctr"/>
          <a:lstStyle/>
          <a:p>
            <a:pPr marL="0" indent="0" algn="ctr">
              <a:buNone/>
            </a:pPr>
            <a:r>
              <a:rPr lang="en-US" sz="1100" dirty="0">
                <a:solidFill>
                  <a:srgbClr val="CBD5E1"/>
                </a:solidFill>
                <a:latin typeface="Calibri" pitchFamily="34" charset="0"/>
                <a:ea typeface="Calibri" pitchFamily="34" charset="-122"/>
                <a:cs typeface="Calibri" pitchFamily="34" charset="-120"/>
              </a:rPr>
              <a:t>Base</a:t>
            </a:r>
            <a:endParaRPr lang="en-US" sz="1100" dirty="0"/>
          </a:p>
          <a:p>
            <a:pPr marL="0" indent="0" algn="ctr">
              <a:buNone/>
            </a:pPr>
            <a:r>
              <a:rPr lang="en-US" sz="1100" dirty="0">
                <a:solidFill>
                  <a:srgbClr val="CBD5E1"/>
                </a:solidFill>
                <a:latin typeface="Calibri" pitchFamily="34" charset="0"/>
                <a:ea typeface="Calibri" pitchFamily="34" charset="-122"/>
                <a:cs typeface="Calibri" pitchFamily="34" charset="-120"/>
              </a:rPr>
              <a:t>vectorielle</a:t>
            </a:r>
            <a:endParaRPr lang="en-US" sz="1100" dirty="0"/>
          </a:p>
        </p:txBody>
      </p:sp>
      <p:sp>
        <p:nvSpPr>
          <p:cNvPr id="23" name="Shape 18"/>
          <p:cNvSpPr/>
          <p:nvPr/>
        </p:nvSpPr>
        <p:spPr>
          <a:xfrm>
            <a:off x="6031840" y="3703320"/>
            <a:ext cx="128016" cy="0"/>
          </a:xfrm>
          <a:prstGeom prst="line">
            <a:avLst/>
          </a:prstGeom>
          <a:noFill/>
          <a:ln w="31750">
            <a:solidFill>
              <a:srgbClr val="06B6D4"/>
            </a:solidFill>
            <a:prstDash val="solid"/>
            <a:tailEnd type="triangle"/>
          </a:ln>
        </p:spPr>
        <p:txBody>
          <a:bodyPr/>
          <a:lstStyle/>
          <a:p>
            <a:endParaRPr lang="fr-FR"/>
          </a:p>
        </p:txBody>
      </p:sp>
      <p:sp>
        <p:nvSpPr>
          <p:cNvPr id="24" name="Shape 19"/>
          <p:cNvSpPr/>
          <p:nvPr/>
        </p:nvSpPr>
        <p:spPr>
          <a:xfrm>
            <a:off x="6159856" y="2606040"/>
            <a:ext cx="1691640" cy="2194560"/>
          </a:xfrm>
          <a:prstGeom prst="rect">
            <a:avLst/>
          </a:prstGeom>
          <a:solidFill>
            <a:srgbClr val="1E293B"/>
          </a:solidFill>
          <a:ln w="19050">
            <a:solidFill>
              <a:srgbClr val="06B6D4"/>
            </a:solidFill>
            <a:prstDash val="solid"/>
          </a:ln>
        </p:spPr>
        <p:txBody>
          <a:bodyPr/>
          <a:lstStyle/>
          <a:p>
            <a:endParaRPr lang="fr-FR"/>
          </a:p>
        </p:txBody>
      </p:sp>
      <p:sp>
        <p:nvSpPr>
          <p:cNvPr id="25" name="Shape 20"/>
          <p:cNvSpPr/>
          <p:nvPr/>
        </p:nvSpPr>
        <p:spPr>
          <a:xfrm>
            <a:off x="6548476" y="2880360"/>
            <a:ext cx="914400" cy="914400"/>
          </a:xfrm>
          <a:prstGeom prst="ellipse">
            <a:avLst/>
          </a:prstGeom>
          <a:solidFill>
            <a:srgbClr val="0F172A"/>
          </a:solidFill>
          <a:ln w="25400">
            <a:solidFill>
              <a:srgbClr val="06B6D4"/>
            </a:solidFill>
            <a:prstDash val="solid"/>
          </a:ln>
        </p:spPr>
        <p:txBody>
          <a:bodyPr/>
          <a:lstStyle/>
          <a:p>
            <a:endParaRPr lang="fr-FR"/>
          </a:p>
        </p:txBody>
      </p:sp>
      <p:pic>
        <p:nvPicPr>
          <p:cNvPr id="26" name="Image 3" descr="preencoded.png"/>
          <p:cNvPicPr>
            <a:picLocks noChangeAspect="1"/>
          </p:cNvPicPr>
          <p:nvPr/>
        </p:nvPicPr>
        <p:blipFill>
          <a:blip r:embed="rId6"/>
          <a:stretch>
            <a:fillRect/>
          </a:stretch>
        </p:blipFill>
        <p:spPr>
          <a:xfrm>
            <a:off x="6713068" y="3044952"/>
            <a:ext cx="585216" cy="585216"/>
          </a:xfrm>
          <a:prstGeom prst="rect">
            <a:avLst/>
          </a:prstGeom>
        </p:spPr>
      </p:pic>
      <p:sp>
        <p:nvSpPr>
          <p:cNvPr id="27" name="Text 21"/>
          <p:cNvSpPr/>
          <p:nvPr/>
        </p:nvSpPr>
        <p:spPr>
          <a:xfrm>
            <a:off x="6251296" y="3886200"/>
            <a:ext cx="1508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Contexte</a:t>
            </a:r>
            <a:endParaRPr lang="en-US" sz="1400" dirty="0"/>
          </a:p>
        </p:txBody>
      </p:sp>
      <p:sp>
        <p:nvSpPr>
          <p:cNvPr id="28" name="Text 22"/>
          <p:cNvSpPr/>
          <p:nvPr/>
        </p:nvSpPr>
        <p:spPr>
          <a:xfrm>
            <a:off x="6251296" y="4251960"/>
            <a:ext cx="1508760" cy="502920"/>
          </a:xfrm>
          <a:prstGeom prst="rect">
            <a:avLst/>
          </a:prstGeom>
          <a:noFill/>
          <a:ln/>
        </p:spPr>
        <p:txBody>
          <a:bodyPr wrap="square" lIns="0" tIns="0" rIns="0" bIns="0" rtlCol="0" anchor="ctr"/>
          <a:lstStyle/>
          <a:p>
            <a:pPr marL="0" indent="0" algn="ctr">
              <a:buNone/>
            </a:pPr>
            <a:r>
              <a:rPr lang="en-US" sz="1100" dirty="0">
                <a:solidFill>
                  <a:srgbClr val="CBD5E1"/>
                </a:solidFill>
                <a:latin typeface="Calibri" pitchFamily="34" charset="0"/>
                <a:ea typeface="Calibri" pitchFamily="34" charset="-122"/>
                <a:cs typeface="Calibri" pitchFamily="34" charset="-120"/>
              </a:rPr>
              <a:t>Documents</a:t>
            </a:r>
            <a:endParaRPr lang="en-US" sz="1100" dirty="0"/>
          </a:p>
          <a:p>
            <a:pPr marL="0" indent="0" algn="ctr">
              <a:buNone/>
            </a:pPr>
            <a:r>
              <a:rPr lang="en-US" sz="1100" dirty="0">
                <a:solidFill>
                  <a:srgbClr val="CBD5E1"/>
                </a:solidFill>
                <a:latin typeface="Calibri" pitchFamily="34" charset="0"/>
                <a:ea typeface="Calibri" pitchFamily="34" charset="-122"/>
                <a:cs typeface="Calibri" pitchFamily="34" charset="-120"/>
              </a:rPr>
              <a:t>pertinents</a:t>
            </a:r>
            <a:endParaRPr lang="en-US" sz="1100" dirty="0"/>
          </a:p>
        </p:txBody>
      </p:sp>
      <p:sp>
        <p:nvSpPr>
          <p:cNvPr id="29" name="Shape 23"/>
          <p:cNvSpPr/>
          <p:nvPr/>
        </p:nvSpPr>
        <p:spPr>
          <a:xfrm>
            <a:off x="7851496" y="3703320"/>
            <a:ext cx="128016" cy="0"/>
          </a:xfrm>
          <a:prstGeom prst="line">
            <a:avLst/>
          </a:prstGeom>
          <a:noFill/>
          <a:ln w="31750">
            <a:solidFill>
              <a:srgbClr val="06B6D4"/>
            </a:solidFill>
            <a:prstDash val="solid"/>
            <a:tailEnd type="triangle"/>
          </a:ln>
        </p:spPr>
        <p:txBody>
          <a:bodyPr/>
          <a:lstStyle/>
          <a:p>
            <a:endParaRPr lang="fr-FR"/>
          </a:p>
        </p:txBody>
      </p:sp>
      <p:sp>
        <p:nvSpPr>
          <p:cNvPr id="30" name="Shape 24"/>
          <p:cNvSpPr/>
          <p:nvPr/>
        </p:nvSpPr>
        <p:spPr>
          <a:xfrm>
            <a:off x="7979512" y="2606040"/>
            <a:ext cx="1691640" cy="2194560"/>
          </a:xfrm>
          <a:prstGeom prst="rect">
            <a:avLst/>
          </a:prstGeom>
          <a:solidFill>
            <a:srgbClr val="1E293B"/>
          </a:solidFill>
          <a:ln w="19050">
            <a:solidFill>
              <a:srgbClr val="22C55E"/>
            </a:solidFill>
            <a:prstDash val="solid"/>
          </a:ln>
        </p:spPr>
        <p:txBody>
          <a:bodyPr/>
          <a:lstStyle/>
          <a:p>
            <a:endParaRPr lang="fr-FR"/>
          </a:p>
        </p:txBody>
      </p:sp>
      <p:sp>
        <p:nvSpPr>
          <p:cNvPr id="31" name="Shape 25"/>
          <p:cNvSpPr/>
          <p:nvPr/>
        </p:nvSpPr>
        <p:spPr>
          <a:xfrm>
            <a:off x="8368132" y="2880360"/>
            <a:ext cx="914400" cy="914400"/>
          </a:xfrm>
          <a:prstGeom prst="ellipse">
            <a:avLst/>
          </a:prstGeom>
          <a:solidFill>
            <a:srgbClr val="0F172A"/>
          </a:solidFill>
          <a:ln w="25400">
            <a:solidFill>
              <a:srgbClr val="22C55E"/>
            </a:solidFill>
            <a:prstDash val="solid"/>
          </a:ln>
        </p:spPr>
        <p:txBody>
          <a:bodyPr/>
          <a:lstStyle/>
          <a:p>
            <a:endParaRPr lang="fr-FR"/>
          </a:p>
        </p:txBody>
      </p:sp>
      <p:pic>
        <p:nvPicPr>
          <p:cNvPr id="32" name="Image 4" descr="preencoded.png"/>
          <p:cNvPicPr>
            <a:picLocks noChangeAspect="1"/>
          </p:cNvPicPr>
          <p:nvPr/>
        </p:nvPicPr>
        <p:blipFill>
          <a:blip r:embed="rId7"/>
          <a:stretch>
            <a:fillRect/>
          </a:stretch>
        </p:blipFill>
        <p:spPr>
          <a:xfrm>
            <a:off x="8532724" y="3044952"/>
            <a:ext cx="585216" cy="585216"/>
          </a:xfrm>
          <a:prstGeom prst="rect">
            <a:avLst/>
          </a:prstGeom>
        </p:spPr>
      </p:pic>
      <p:sp>
        <p:nvSpPr>
          <p:cNvPr id="33" name="Text 26"/>
          <p:cNvSpPr/>
          <p:nvPr/>
        </p:nvSpPr>
        <p:spPr>
          <a:xfrm>
            <a:off x="8070952" y="3886200"/>
            <a:ext cx="1508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Groq LLM</a:t>
            </a:r>
            <a:endParaRPr lang="en-US" sz="1400" dirty="0"/>
          </a:p>
        </p:txBody>
      </p:sp>
      <p:sp>
        <p:nvSpPr>
          <p:cNvPr id="34" name="Text 27"/>
          <p:cNvSpPr/>
          <p:nvPr/>
        </p:nvSpPr>
        <p:spPr>
          <a:xfrm>
            <a:off x="8070952" y="4251960"/>
            <a:ext cx="1508760" cy="502920"/>
          </a:xfrm>
          <a:prstGeom prst="rect">
            <a:avLst/>
          </a:prstGeom>
          <a:noFill/>
          <a:ln/>
        </p:spPr>
        <p:txBody>
          <a:bodyPr wrap="square" lIns="0" tIns="0" rIns="0" bIns="0" rtlCol="0" anchor="ctr"/>
          <a:lstStyle/>
          <a:p>
            <a:pPr marL="0" indent="0" algn="ctr">
              <a:buNone/>
            </a:pPr>
            <a:r>
              <a:rPr lang="en-US" sz="1100" dirty="0">
                <a:solidFill>
                  <a:srgbClr val="CBD5E1"/>
                </a:solidFill>
                <a:latin typeface="Calibri" pitchFamily="34" charset="0"/>
                <a:ea typeface="Calibri" pitchFamily="34" charset="-122"/>
                <a:cs typeface="Calibri" pitchFamily="34" charset="-120"/>
              </a:rPr>
              <a:t>Génération</a:t>
            </a:r>
            <a:endParaRPr lang="en-US" sz="1100" dirty="0"/>
          </a:p>
          <a:p>
            <a:pPr marL="0" indent="0" algn="ctr">
              <a:buNone/>
            </a:pPr>
            <a:r>
              <a:rPr lang="en-US" sz="1100" dirty="0">
                <a:solidFill>
                  <a:srgbClr val="CBD5E1"/>
                </a:solidFill>
                <a:latin typeface="Calibri" pitchFamily="34" charset="0"/>
                <a:ea typeface="Calibri" pitchFamily="34" charset="-122"/>
                <a:cs typeface="Calibri" pitchFamily="34" charset="-120"/>
              </a:rPr>
              <a:t>contextuelle</a:t>
            </a:r>
            <a:endParaRPr lang="en-US" sz="1100" dirty="0"/>
          </a:p>
        </p:txBody>
      </p:sp>
      <p:sp>
        <p:nvSpPr>
          <p:cNvPr id="35" name="Shape 28"/>
          <p:cNvSpPr/>
          <p:nvPr/>
        </p:nvSpPr>
        <p:spPr>
          <a:xfrm>
            <a:off x="9671152" y="3703320"/>
            <a:ext cx="128016" cy="0"/>
          </a:xfrm>
          <a:prstGeom prst="line">
            <a:avLst/>
          </a:prstGeom>
          <a:noFill/>
          <a:ln w="31750">
            <a:solidFill>
              <a:srgbClr val="06B6D4"/>
            </a:solidFill>
            <a:prstDash val="solid"/>
            <a:tailEnd type="triangle"/>
          </a:ln>
        </p:spPr>
        <p:txBody>
          <a:bodyPr/>
          <a:lstStyle/>
          <a:p>
            <a:endParaRPr lang="fr-FR"/>
          </a:p>
        </p:txBody>
      </p:sp>
      <p:sp>
        <p:nvSpPr>
          <p:cNvPr id="36" name="Shape 29"/>
          <p:cNvSpPr/>
          <p:nvPr/>
        </p:nvSpPr>
        <p:spPr>
          <a:xfrm>
            <a:off x="9799168" y="2606040"/>
            <a:ext cx="1691640" cy="2194560"/>
          </a:xfrm>
          <a:prstGeom prst="rect">
            <a:avLst/>
          </a:prstGeom>
          <a:solidFill>
            <a:srgbClr val="1E293B"/>
          </a:solidFill>
          <a:ln w="19050">
            <a:solidFill>
              <a:srgbClr val="06B6D4"/>
            </a:solidFill>
            <a:prstDash val="solid"/>
          </a:ln>
        </p:spPr>
        <p:txBody>
          <a:bodyPr/>
          <a:lstStyle/>
          <a:p>
            <a:endParaRPr lang="fr-FR"/>
          </a:p>
        </p:txBody>
      </p:sp>
      <p:sp>
        <p:nvSpPr>
          <p:cNvPr id="37" name="Shape 30"/>
          <p:cNvSpPr/>
          <p:nvPr/>
        </p:nvSpPr>
        <p:spPr>
          <a:xfrm>
            <a:off x="10187788" y="2880360"/>
            <a:ext cx="914400" cy="914400"/>
          </a:xfrm>
          <a:prstGeom prst="ellipse">
            <a:avLst/>
          </a:prstGeom>
          <a:solidFill>
            <a:srgbClr val="0F172A"/>
          </a:solidFill>
          <a:ln w="25400">
            <a:solidFill>
              <a:srgbClr val="06B6D4"/>
            </a:solidFill>
            <a:prstDash val="solid"/>
          </a:ln>
        </p:spPr>
        <p:txBody>
          <a:bodyPr/>
          <a:lstStyle/>
          <a:p>
            <a:endParaRPr lang="fr-FR"/>
          </a:p>
        </p:txBody>
      </p:sp>
      <p:pic>
        <p:nvPicPr>
          <p:cNvPr id="38" name="Image 5" descr="preencoded.png"/>
          <p:cNvPicPr>
            <a:picLocks noChangeAspect="1"/>
          </p:cNvPicPr>
          <p:nvPr/>
        </p:nvPicPr>
        <p:blipFill>
          <a:blip r:embed="rId8"/>
          <a:stretch>
            <a:fillRect/>
          </a:stretch>
        </p:blipFill>
        <p:spPr>
          <a:xfrm>
            <a:off x="10352380" y="3044952"/>
            <a:ext cx="585216" cy="585216"/>
          </a:xfrm>
          <a:prstGeom prst="rect">
            <a:avLst/>
          </a:prstGeom>
        </p:spPr>
      </p:pic>
      <p:sp>
        <p:nvSpPr>
          <p:cNvPr id="39" name="Text 31"/>
          <p:cNvSpPr/>
          <p:nvPr/>
        </p:nvSpPr>
        <p:spPr>
          <a:xfrm>
            <a:off x="9890608" y="3886200"/>
            <a:ext cx="1508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Réponse</a:t>
            </a:r>
            <a:endParaRPr lang="en-US" sz="1400" dirty="0"/>
          </a:p>
        </p:txBody>
      </p:sp>
      <p:sp>
        <p:nvSpPr>
          <p:cNvPr id="40" name="Text 32"/>
          <p:cNvSpPr/>
          <p:nvPr/>
        </p:nvSpPr>
        <p:spPr>
          <a:xfrm>
            <a:off x="9890608" y="4251960"/>
            <a:ext cx="1508760" cy="502920"/>
          </a:xfrm>
          <a:prstGeom prst="rect">
            <a:avLst/>
          </a:prstGeom>
          <a:noFill/>
          <a:ln/>
        </p:spPr>
        <p:txBody>
          <a:bodyPr wrap="square" lIns="0" tIns="0" rIns="0" bIns="0" rtlCol="0" anchor="ctr"/>
          <a:lstStyle/>
          <a:p>
            <a:pPr marL="0" indent="0" algn="ctr">
              <a:buNone/>
            </a:pPr>
            <a:r>
              <a:rPr lang="en-US" sz="1100" dirty="0">
                <a:solidFill>
                  <a:srgbClr val="CBD5E1"/>
                </a:solidFill>
                <a:latin typeface="Calibri" pitchFamily="34" charset="0"/>
                <a:ea typeface="Calibri" pitchFamily="34" charset="-122"/>
                <a:cs typeface="Calibri" pitchFamily="34" charset="-120"/>
              </a:rPr>
              <a:t>Riche, métier,</a:t>
            </a:r>
            <a:endParaRPr lang="en-US" sz="1100" dirty="0"/>
          </a:p>
          <a:p>
            <a:pPr marL="0" indent="0" algn="ctr">
              <a:buNone/>
            </a:pPr>
            <a:r>
              <a:rPr lang="en-US" sz="1100" dirty="0">
                <a:solidFill>
                  <a:srgbClr val="CBD5E1"/>
                </a:solidFill>
                <a:latin typeface="Calibri" pitchFamily="34" charset="0"/>
                <a:ea typeface="Calibri" pitchFamily="34" charset="-122"/>
                <a:cs typeface="Calibri" pitchFamily="34" charset="-120"/>
              </a:rPr>
              <a:t>sourcée</a:t>
            </a:r>
            <a:endParaRPr lang="en-US" sz="1100" dirty="0"/>
          </a:p>
        </p:txBody>
      </p:sp>
      <p:sp>
        <p:nvSpPr>
          <p:cNvPr id="41" name="Shape 33"/>
          <p:cNvSpPr/>
          <p:nvPr/>
        </p:nvSpPr>
        <p:spPr>
          <a:xfrm>
            <a:off x="548640" y="5349240"/>
            <a:ext cx="11094415" cy="1188720"/>
          </a:xfrm>
          <a:prstGeom prst="rect">
            <a:avLst/>
          </a:prstGeom>
          <a:solidFill>
            <a:srgbClr val="1E293B"/>
          </a:solidFill>
          <a:ln w="12700">
            <a:solidFill>
              <a:srgbClr val="334155"/>
            </a:solidFill>
            <a:prstDash val="solid"/>
          </a:ln>
        </p:spPr>
        <p:txBody>
          <a:bodyPr/>
          <a:lstStyle/>
          <a:p>
            <a:endParaRPr lang="fr-FR"/>
          </a:p>
        </p:txBody>
      </p:sp>
      <p:sp>
        <p:nvSpPr>
          <p:cNvPr id="42" name="Text 34"/>
          <p:cNvSpPr/>
          <p:nvPr/>
        </p:nvSpPr>
        <p:spPr>
          <a:xfrm>
            <a:off x="777240" y="5532120"/>
            <a:ext cx="2743200" cy="274320"/>
          </a:xfrm>
          <a:prstGeom prst="rect">
            <a:avLst/>
          </a:prstGeom>
          <a:noFill/>
          <a:ln/>
        </p:spPr>
        <p:txBody>
          <a:bodyPr wrap="square" lIns="0" tIns="0" rIns="0" bIns="0" rtlCol="0" anchor="ctr"/>
          <a:lstStyle/>
          <a:p>
            <a:pPr marL="0" indent="0">
              <a:buNone/>
            </a:pPr>
            <a:r>
              <a:rPr lang="en-US" sz="1100" b="1" kern="0" spc="400" dirty="0">
                <a:solidFill>
                  <a:srgbClr val="06B6D4"/>
                </a:solidFill>
                <a:latin typeface="Calibri" pitchFamily="34" charset="0"/>
                <a:ea typeface="Calibri" pitchFamily="34" charset="-122"/>
                <a:cs typeface="Calibri" pitchFamily="34" charset="-120"/>
              </a:rPr>
              <a:t>LE RAG APPORTE :</a:t>
            </a:r>
            <a:endParaRPr lang="en-US" sz="1100" dirty="0"/>
          </a:p>
        </p:txBody>
      </p:sp>
      <p:sp>
        <p:nvSpPr>
          <p:cNvPr id="43" name="Text 35"/>
          <p:cNvSpPr/>
          <p:nvPr/>
        </p:nvSpPr>
        <p:spPr>
          <a:xfrm>
            <a:off x="777240" y="5852160"/>
            <a:ext cx="10637215" cy="640080"/>
          </a:xfrm>
          <a:prstGeom prst="rect">
            <a:avLst/>
          </a:prstGeom>
          <a:noFill/>
          <a:ln/>
        </p:spPr>
        <p:txBody>
          <a:bodyPr wrap="square" lIns="0" tIns="0" rIns="0" bIns="0"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Des réponses ancrées dans 43 chunks vectorisés issus de 5 sources officielles du syndic — règlement intérieur, procédures, contacts d'urgence, FAQ et catalogue des unités — pour éviter les hallucinations.</a:t>
            </a:r>
            <a:endParaRPr lang="en-US" sz="1300" dirty="0"/>
          </a:p>
        </p:txBody>
      </p:sp>
      <p:sp>
        <p:nvSpPr>
          <p:cNvPr id="44" name="Text 36"/>
          <p:cNvSpPr/>
          <p:nvPr/>
        </p:nvSpPr>
        <p:spPr>
          <a:xfrm>
            <a:off x="10911535" y="6446520"/>
            <a:ext cx="914400" cy="27432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12 / 24</a:t>
            </a:r>
            <a:endParaRPr lang="en-US" sz="1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0-#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0-#ppt_w/2"/>
                                          </p:val>
                                        </p:tav>
                                        <p:tav tm="100000">
                                          <p:val>
                                            <p:strVal val="#ppt_x"/>
                                          </p:val>
                                        </p:tav>
                                      </p:tavLst>
                                    </p:anim>
                                    <p:anim calcmode="lin" valueType="num">
                                      <p:cBhvr additive="base">
                                        <p:cTn id="16" dur="500" fill="hold"/>
                                        <p:tgtEl>
                                          <p:spTgt spid="8"/>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0-#ppt_w/2"/>
                                          </p:val>
                                        </p:tav>
                                        <p:tav tm="100000">
                                          <p:val>
                                            <p:strVal val="#ppt_x"/>
                                          </p:val>
                                        </p:tav>
                                      </p:tavLst>
                                    </p:anim>
                                    <p:anim calcmode="lin" valueType="num">
                                      <p:cBhvr additive="base">
                                        <p:cTn id="20" dur="500" fill="hold"/>
                                        <p:tgtEl>
                                          <p:spTgt spid="9"/>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500" fill="hold"/>
                                        <p:tgtEl>
                                          <p:spTgt spid="10"/>
                                        </p:tgtEl>
                                        <p:attrNameLst>
                                          <p:attrName>ppt_x</p:attrName>
                                        </p:attrNameLst>
                                      </p:cBhvr>
                                      <p:tavLst>
                                        <p:tav tm="0">
                                          <p:val>
                                            <p:strVal val="0-#ppt_w/2"/>
                                          </p:val>
                                        </p:tav>
                                        <p:tav tm="100000">
                                          <p:val>
                                            <p:strVal val="#ppt_x"/>
                                          </p:val>
                                        </p:tav>
                                      </p:tavLst>
                                    </p:anim>
                                    <p:anim calcmode="lin" valueType="num">
                                      <p:cBhvr additive="base">
                                        <p:cTn id="24" dur="500" fill="hold"/>
                                        <p:tgtEl>
                                          <p:spTgt spid="10"/>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0-#ppt_w/2"/>
                                          </p:val>
                                        </p:tav>
                                        <p:tav tm="100000">
                                          <p:val>
                                            <p:strVal val="#ppt_x"/>
                                          </p:val>
                                        </p:tav>
                                      </p:tavLst>
                                    </p:anim>
                                    <p:anim calcmode="lin" valueType="num">
                                      <p:cBhvr additive="base">
                                        <p:cTn id="28" dur="500" fill="hold"/>
                                        <p:tgtEl>
                                          <p:spTgt spid="11"/>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0-#ppt_w/2"/>
                                          </p:val>
                                        </p:tav>
                                        <p:tav tm="100000">
                                          <p:val>
                                            <p:strVal val="#ppt_x"/>
                                          </p:val>
                                        </p:tav>
                                      </p:tavLst>
                                    </p:anim>
                                    <p:anim calcmode="lin" valueType="num">
                                      <p:cBhvr additive="base">
                                        <p:cTn id="32" dur="500" fill="hold"/>
                                        <p:tgtEl>
                                          <p:spTgt spid="12"/>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 calcmode="lin" valueType="num">
                                      <p:cBhvr additive="base">
                                        <p:cTn id="35" dur="500" fill="hold"/>
                                        <p:tgtEl>
                                          <p:spTgt spid="13"/>
                                        </p:tgtEl>
                                        <p:attrNameLst>
                                          <p:attrName>ppt_x</p:attrName>
                                        </p:attrNameLst>
                                      </p:cBhvr>
                                      <p:tavLst>
                                        <p:tav tm="0">
                                          <p:val>
                                            <p:strVal val="0-#ppt_w/2"/>
                                          </p:val>
                                        </p:tav>
                                        <p:tav tm="100000">
                                          <p:val>
                                            <p:strVal val="#ppt_x"/>
                                          </p:val>
                                        </p:tav>
                                      </p:tavLst>
                                    </p:anim>
                                    <p:anim calcmode="lin" valueType="num">
                                      <p:cBhvr additive="base">
                                        <p:cTn id="36" dur="500" fill="hold"/>
                                        <p:tgtEl>
                                          <p:spTgt spid="13"/>
                                        </p:tgtEl>
                                        <p:attrNameLst>
                                          <p:attrName>ppt_y</p:attrName>
                                        </p:attrNameLst>
                                      </p:cBhvr>
                                      <p:tavLst>
                                        <p:tav tm="0">
                                          <p:val>
                                            <p:strVal val="#ppt_y"/>
                                          </p:val>
                                        </p:tav>
                                        <p:tav tm="100000">
                                          <p:val>
                                            <p:strVal val="#ppt_y"/>
                                          </p:val>
                                        </p:tav>
                                      </p:tavLst>
                                    </p:anim>
                                  </p:childTnLst>
                                </p:cTn>
                              </p:par>
                              <p:par>
                                <p:cTn id="37" presetID="2" presetClass="entr" presetSubtype="8"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additive="base">
                                        <p:cTn id="39" dur="500" fill="hold"/>
                                        <p:tgtEl>
                                          <p:spTgt spid="14"/>
                                        </p:tgtEl>
                                        <p:attrNameLst>
                                          <p:attrName>ppt_x</p:attrName>
                                        </p:attrNameLst>
                                      </p:cBhvr>
                                      <p:tavLst>
                                        <p:tav tm="0">
                                          <p:val>
                                            <p:strVal val="0-#ppt_w/2"/>
                                          </p:val>
                                        </p:tav>
                                        <p:tav tm="100000">
                                          <p:val>
                                            <p:strVal val="#ppt_x"/>
                                          </p:val>
                                        </p:tav>
                                      </p:tavLst>
                                    </p:anim>
                                    <p:anim calcmode="lin" valueType="num">
                                      <p:cBhvr additive="base">
                                        <p:cTn id="40" dur="500" fill="hold"/>
                                        <p:tgtEl>
                                          <p:spTgt spid="14"/>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500" fill="hold"/>
                                        <p:tgtEl>
                                          <p:spTgt spid="15"/>
                                        </p:tgtEl>
                                        <p:attrNameLst>
                                          <p:attrName>ppt_x</p:attrName>
                                        </p:attrNameLst>
                                      </p:cBhvr>
                                      <p:tavLst>
                                        <p:tav tm="0">
                                          <p:val>
                                            <p:strVal val="0-#ppt_w/2"/>
                                          </p:val>
                                        </p:tav>
                                        <p:tav tm="100000">
                                          <p:val>
                                            <p:strVal val="#ppt_x"/>
                                          </p:val>
                                        </p:tav>
                                      </p:tavLst>
                                    </p:anim>
                                    <p:anim calcmode="lin" valueType="num">
                                      <p:cBhvr additive="base">
                                        <p:cTn id="44" dur="500" fill="hold"/>
                                        <p:tgtEl>
                                          <p:spTgt spid="15"/>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0-#ppt_w/2"/>
                                          </p:val>
                                        </p:tav>
                                        <p:tav tm="100000">
                                          <p:val>
                                            <p:strVal val="#ppt_x"/>
                                          </p:val>
                                        </p:tav>
                                      </p:tavLst>
                                    </p:anim>
                                    <p:anim calcmode="lin" valueType="num">
                                      <p:cBhvr additive="base">
                                        <p:cTn id="48" dur="500" fill="hold"/>
                                        <p:tgtEl>
                                          <p:spTgt spid="16"/>
                                        </p:tgtEl>
                                        <p:attrNameLst>
                                          <p:attrName>ppt_y</p:attrName>
                                        </p:attrNameLst>
                                      </p:cBhvr>
                                      <p:tavLst>
                                        <p:tav tm="0">
                                          <p:val>
                                            <p:strVal val="#ppt_y"/>
                                          </p:val>
                                        </p:tav>
                                        <p:tav tm="100000">
                                          <p:val>
                                            <p:strVal val="#ppt_y"/>
                                          </p:val>
                                        </p:tav>
                                      </p:tavLst>
                                    </p:anim>
                                  </p:childTnLst>
                                </p:cTn>
                              </p:par>
                              <p:par>
                                <p:cTn id="49" presetID="2" presetClass="entr" presetSubtype="8"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 calcmode="lin" valueType="num">
                                      <p:cBhvr additive="base">
                                        <p:cTn id="51" dur="500" fill="hold"/>
                                        <p:tgtEl>
                                          <p:spTgt spid="17"/>
                                        </p:tgtEl>
                                        <p:attrNameLst>
                                          <p:attrName>ppt_x</p:attrName>
                                        </p:attrNameLst>
                                      </p:cBhvr>
                                      <p:tavLst>
                                        <p:tav tm="0">
                                          <p:val>
                                            <p:strVal val="0-#ppt_w/2"/>
                                          </p:val>
                                        </p:tav>
                                        <p:tav tm="100000">
                                          <p:val>
                                            <p:strVal val="#ppt_x"/>
                                          </p:val>
                                        </p:tav>
                                      </p:tavLst>
                                    </p:anim>
                                    <p:anim calcmode="lin" valueType="num">
                                      <p:cBhvr additive="base">
                                        <p:cTn id="52" dur="500" fill="hold"/>
                                        <p:tgtEl>
                                          <p:spTgt spid="17"/>
                                        </p:tgtEl>
                                        <p:attrNameLst>
                                          <p:attrName>ppt_y</p:attrName>
                                        </p:attrNameLst>
                                      </p:cBhvr>
                                      <p:tavLst>
                                        <p:tav tm="0">
                                          <p:val>
                                            <p:strVal val="#ppt_y"/>
                                          </p:val>
                                        </p:tav>
                                        <p:tav tm="100000">
                                          <p:val>
                                            <p:strVal val="#ppt_y"/>
                                          </p:val>
                                        </p:tav>
                                      </p:tavLst>
                                    </p:anim>
                                  </p:childTnLst>
                                </p:cTn>
                              </p:par>
                              <p:par>
                                <p:cTn id="53" presetID="2" presetClass="entr" presetSubtype="8"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 calcmode="lin" valueType="num">
                                      <p:cBhvr additive="base">
                                        <p:cTn id="55" dur="500" fill="hold"/>
                                        <p:tgtEl>
                                          <p:spTgt spid="18"/>
                                        </p:tgtEl>
                                        <p:attrNameLst>
                                          <p:attrName>ppt_x</p:attrName>
                                        </p:attrNameLst>
                                      </p:cBhvr>
                                      <p:tavLst>
                                        <p:tav tm="0">
                                          <p:val>
                                            <p:strVal val="0-#ppt_w/2"/>
                                          </p:val>
                                        </p:tav>
                                        <p:tav tm="100000">
                                          <p:val>
                                            <p:strVal val="#ppt_x"/>
                                          </p:val>
                                        </p:tav>
                                      </p:tavLst>
                                    </p:anim>
                                    <p:anim calcmode="lin" valueType="num">
                                      <p:cBhvr additive="base">
                                        <p:cTn id="56" dur="500" fill="hold"/>
                                        <p:tgtEl>
                                          <p:spTgt spid="18"/>
                                        </p:tgtEl>
                                        <p:attrNameLst>
                                          <p:attrName>ppt_y</p:attrName>
                                        </p:attrNameLst>
                                      </p:cBhvr>
                                      <p:tavLst>
                                        <p:tav tm="0">
                                          <p:val>
                                            <p:strVal val="#ppt_y"/>
                                          </p:val>
                                        </p:tav>
                                        <p:tav tm="100000">
                                          <p:val>
                                            <p:strVal val="#ppt_y"/>
                                          </p:val>
                                        </p:tav>
                                      </p:tavLst>
                                    </p:anim>
                                  </p:childTnLst>
                                </p:cTn>
                              </p:par>
                              <p:par>
                                <p:cTn id="57" presetID="2" presetClass="entr" presetSubtype="8" fill="hold" grpId="0" nodeType="withEffect">
                                  <p:stCondLst>
                                    <p:cond delay="0"/>
                                  </p:stCondLst>
                                  <p:childTnLst>
                                    <p:set>
                                      <p:cBhvr>
                                        <p:cTn id="58" dur="1" fill="hold">
                                          <p:stCondLst>
                                            <p:cond delay="0"/>
                                          </p:stCondLst>
                                        </p:cTn>
                                        <p:tgtEl>
                                          <p:spTgt spid="19"/>
                                        </p:tgtEl>
                                        <p:attrNameLst>
                                          <p:attrName>style.visibility</p:attrName>
                                        </p:attrNameLst>
                                      </p:cBhvr>
                                      <p:to>
                                        <p:strVal val="visible"/>
                                      </p:to>
                                    </p:set>
                                    <p:anim calcmode="lin" valueType="num">
                                      <p:cBhvr additive="base">
                                        <p:cTn id="59" dur="500" fill="hold"/>
                                        <p:tgtEl>
                                          <p:spTgt spid="19"/>
                                        </p:tgtEl>
                                        <p:attrNameLst>
                                          <p:attrName>ppt_x</p:attrName>
                                        </p:attrNameLst>
                                      </p:cBhvr>
                                      <p:tavLst>
                                        <p:tav tm="0">
                                          <p:val>
                                            <p:strVal val="0-#ppt_w/2"/>
                                          </p:val>
                                        </p:tav>
                                        <p:tav tm="100000">
                                          <p:val>
                                            <p:strVal val="#ppt_x"/>
                                          </p:val>
                                        </p:tav>
                                      </p:tavLst>
                                    </p:anim>
                                    <p:anim calcmode="lin" valueType="num">
                                      <p:cBhvr additive="base">
                                        <p:cTn id="60" dur="500" fill="hold"/>
                                        <p:tgtEl>
                                          <p:spTgt spid="19"/>
                                        </p:tgtEl>
                                        <p:attrNameLst>
                                          <p:attrName>ppt_y</p:attrName>
                                        </p:attrNameLst>
                                      </p:cBhvr>
                                      <p:tavLst>
                                        <p:tav tm="0">
                                          <p:val>
                                            <p:strVal val="#ppt_y"/>
                                          </p:val>
                                        </p:tav>
                                        <p:tav tm="100000">
                                          <p:val>
                                            <p:strVal val="#ppt_y"/>
                                          </p:val>
                                        </p:tav>
                                      </p:tavLst>
                                    </p:anim>
                                  </p:childTnLst>
                                </p:cTn>
                              </p:par>
                              <p:par>
                                <p:cTn id="61" presetID="2" presetClass="entr" presetSubtype="8" fill="hold" nodeType="withEffect">
                                  <p:stCondLst>
                                    <p:cond delay="0"/>
                                  </p:stCondLst>
                                  <p:childTnLst>
                                    <p:set>
                                      <p:cBhvr>
                                        <p:cTn id="62" dur="1" fill="hold">
                                          <p:stCondLst>
                                            <p:cond delay="0"/>
                                          </p:stCondLst>
                                        </p:cTn>
                                        <p:tgtEl>
                                          <p:spTgt spid="20"/>
                                        </p:tgtEl>
                                        <p:attrNameLst>
                                          <p:attrName>style.visibility</p:attrName>
                                        </p:attrNameLst>
                                      </p:cBhvr>
                                      <p:to>
                                        <p:strVal val="visible"/>
                                      </p:to>
                                    </p:set>
                                    <p:anim calcmode="lin" valueType="num">
                                      <p:cBhvr additive="base">
                                        <p:cTn id="63" dur="500" fill="hold"/>
                                        <p:tgtEl>
                                          <p:spTgt spid="20"/>
                                        </p:tgtEl>
                                        <p:attrNameLst>
                                          <p:attrName>ppt_x</p:attrName>
                                        </p:attrNameLst>
                                      </p:cBhvr>
                                      <p:tavLst>
                                        <p:tav tm="0">
                                          <p:val>
                                            <p:strVal val="0-#ppt_w/2"/>
                                          </p:val>
                                        </p:tav>
                                        <p:tav tm="100000">
                                          <p:val>
                                            <p:strVal val="#ppt_x"/>
                                          </p:val>
                                        </p:tav>
                                      </p:tavLst>
                                    </p:anim>
                                    <p:anim calcmode="lin" valueType="num">
                                      <p:cBhvr additive="base">
                                        <p:cTn id="64" dur="500" fill="hold"/>
                                        <p:tgtEl>
                                          <p:spTgt spid="20"/>
                                        </p:tgtEl>
                                        <p:attrNameLst>
                                          <p:attrName>ppt_y</p:attrName>
                                        </p:attrNameLst>
                                      </p:cBhvr>
                                      <p:tavLst>
                                        <p:tav tm="0">
                                          <p:val>
                                            <p:strVal val="#ppt_y"/>
                                          </p:val>
                                        </p:tav>
                                        <p:tav tm="100000">
                                          <p:val>
                                            <p:strVal val="#ppt_y"/>
                                          </p:val>
                                        </p:tav>
                                      </p:tavLst>
                                    </p:anim>
                                  </p:childTnLst>
                                </p:cTn>
                              </p:par>
                              <p:par>
                                <p:cTn id="65" presetID="2" presetClass="entr" presetSubtype="8" fill="hold" grpId="0" nodeType="withEffect">
                                  <p:stCondLst>
                                    <p:cond delay="0"/>
                                  </p:stCondLst>
                                  <p:childTnLst>
                                    <p:set>
                                      <p:cBhvr>
                                        <p:cTn id="66" dur="1" fill="hold">
                                          <p:stCondLst>
                                            <p:cond delay="0"/>
                                          </p:stCondLst>
                                        </p:cTn>
                                        <p:tgtEl>
                                          <p:spTgt spid="21"/>
                                        </p:tgtEl>
                                        <p:attrNameLst>
                                          <p:attrName>style.visibility</p:attrName>
                                        </p:attrNameLst>
                                      </p:cBhvr>
                                      <p:to>
                                        <p:strVal val="visible"/>
                                      </p:to>
                                    </p:set>
                                    <p:anim calcmode="lin" valueType="num">
                                      <p:cBhvr additive="base">
                                        <p:cTn id="67" dur="500" fill="hold"/>
                                        <p:tgtEl>
                                          <p:spTgt spid="21"/>
                                        </p:tgtEl>
                                        <p:attrNameLst>
                                          <p:attrName>ppt_x</p:attrName>
                                        </p:attrNameLst>
                                      </p:cBhvr>
                                      <p:tavLst>
                                        <p:tav tm="0">
                                          <p:val>
                                            <p:strVal val="0-#ppt_w/2"/>
                                          </p:val>
                                        </p:tav>
                                        <p:tav tm="100000">
                                          <p:val>
                                            <p:strVal val="#ppt_x"/>
                                          </p:val>
                                        </p:tav>
                                      </p:tavLst>
                                    </p:anim>
                                    <p:anim calcmode="lin" valueType="num">
                                      <p:cBhvr additive="base">
                                        <p:cTn id="68" dur="500" fill="hold"/>
                                        <p:tgtEl>
                                          <p:spTgt spid="21"/>
                                        </p:tgtEl>
                                        <p:attrNameLst>
                                          <p:attrName>ppt_y</p:attrName>
                                        </p:attrNameLst>
                                      </p:cBhvr>
                                      <p:tavLst>
                                        <p:tav tm="0">
                                          <p:val>
                                            <p:strVal val="#ppt_y"/>
                                          </p:val>
                                        </p:tav>
                                        <p:tav tm="100000">
                                          <p:val>
                                            <p:strVal val="#ppt_y"/>
                                          </p:val>
                                        </p:tav>
                                      </p:tavLst>
                                    </p:anim>
                                  </p:childTnLst>
                                </p:cTn>
                              </p:par>
                              <p:par>
                                <p:cTn id="69" presetID="2" presetClass="entr" presetSubtype="8" fill="hold" grpId="0" nodeType="withEffect">
                                  <p:stCondLst>
                                    <p:cond delay="0"/>
                                  </p:stCondLst>
                                  <p:childTnLst>
                                    <p:set>
                                      <p:cBhvr>
                                        <p:cTn id="70" dur="1" fill="hold">
                                          <p:stCondLst>
                                            <p:cond delay="0"/>
                                          </p:stCondLst>
                                        </p:cTn>
                                        <p:tgtEl>
                                          <p:spTgt spid="22"/>
                                        </p:tgtEl>
                                        <p:attrNameLst>
                                          <p:attrName>style.visibility</p:attrName>
                                        </p:attrNameLst>
                                      </p:cBhvr>
                                      <p:to>
                                        <p:strVal val="visible"/>
                                      </p:to>
                                    </p:set>
                                    <p:anim calcmode="lin" valueType="num">
                                      <p:cBhvr additive="base">
                                        <p:cTn id="71" dur="500" fill="hold"/>
                                        <p:tgtEl>
                                          <p:spTgt spid="22"/>
                                        </p:tgtEl>
                                        <p:attrNameLst>
                                          <p:attrName>ppt_x</p:attrName>
                                        </p:attrNameLst>
                                      </p:cBhvr>
                                      <p:tavLst>
                                        <p:tav tm="0">
                                          <p:val>
                                            <p:strVal val="0-#ppt_w/2"/>
                                          </p:val>
                                        </p:tav>
                                        <p:tav tm="100000">
                                          <p:val>
                                            <p:strVal val="#ppt_x"/>
                                          </p:val>
                                        </p:tav>
                                      </p:tavLst>
                                    </p:anim>
                                    <p:anim calcmode="lin" valueType="num">
                                      <p:cBhvr additive="base">
                                        <p:cTn id="72" dur="500" fill="hold"/>
                                        <p:tgtEl>
                                          <p:spTgt spid="22"/>
                                        </p:tgtEl>
                                        <p:attrNameLst>
                                          <p:attrName>ppt_y</p:attrName>
                                        </p:attrNameLst>
                                      </p:cBhvr>
                                      <p:tavLst>
                                        <p:tav tm="0">
                                          <p:val>
                                            <p:strVal val="#ppt_y"/>
                                          </p:val>
                                        </p:tav>
                                        <p:tav tm="100000">
                                          <p:val>
                                            <p:strVal val="#ppt_y"/>
                                          </p:val>
                                        </p:tav>
                                      </p:tavLst>
                                    </p:anim>
                                  </p:childTnLst>
                                </p:cTn>
                              </p:par>
                              <p:par>
                                <p:cTn id="73" presetID="2" presetClass="entr" presetSubtype="8" fill="hold" grpId="0" nodeType="withEffect">
                                  <p:stCondLst>
                                    <p:cond delay="0"/>
                                  </p:stCondLst>
                                  <p:childTnLst>
                                    <p:set>
                                      <p:cBhvr>
                                        <p:cTn id="74" dur="1" fill="hold">
                                          <p:stCondLst>
                                            <p:cond delay="0"/>
                                          </p:stCondLst>
                                        </p:cTn>
                                        <p:tgtEl>
                                          <p:spTgt spid="23"/>
                                        </p:tgtEl>
                                        <p:attrNameLst>
                                          <p:attrName>style.visibility</p:attrName>
                                        </p:attrNameLst>
                                      </p:cBhvr>
                                      <p:to>
                                        <p:strVal val="visible"/>
                                      </p:to>
                                    </p:set>
                                    <p:anim calcmode="lin" valueType="num">
                                      <p:cBhvr additive="base">
                                        <p:cTn id="75" dur="500" fill="hold"/>
                                        <p:tgtEl>
                                          <p:spTgt spid="23"/>
                                        </p:tgtEl>
                                        <p:attrNameLst>
                                          <p:attrName>ppt_x</p:attrName>
                                        </p:attrNameLst>
                                      </p:cBhvr>
                                      <p:tavLst>
                                        <p:tav tm="0">
                                          <p:val>
                                            <p:strVal val="0-#ppt_w/2"/>
                                          </p:val>
                                        </p:tav>
                                        <p:tav tm="100000">
                                          <p:val>
                                            <p:strVal val="#ppt_x"/>
                                          </p:val>
                                        </p:tav>
                                      </p:tavLst>
                                    </p:anim>
                                    <p:anim calcmode="lin" valueType="num">
                                      <p:cBhvr additive="base">
                                        <p:cTn id="76" dur="500" fill="hold"/>
                                        <p:tgtEl>
                                          <p:spTgt spid="23"/>
                                        </p:tgtEl>
                                        <p:attrNameLst>
                                          <p:attrName>ppt_y</p:attrName>
                                        </p:attrNameLst>
                                      </p:cBhvr>
                                      <p:tavLst>
                                        <p:tav tm="0">
                                          <p:val>
                                            <p:strVal val="#ppt_y"/>
                                          </p:val>
                                        </p:tav>
                                        <p:tav tm="100000">
                                          <p:val>
                                            <p:strVal val="#ppt_y"/>
                                          </p:val>
                                        </p:tav>
                                      </p:tavLst>
                                    </p:anim>
                                  </p:childTnLst>
                                </p:cTn>
                              </p:par>
                              <p:par>
                                <p:cTn id="77" presetID="2" presetClass="entr" presetSubtype="8" fill="hold" grpId="0" nodeType="withEffect">
                                  <p:stCondLst>
                                    <p:cond delay="0"/>
                                  </p:stCondLst>
                                  <p:childTnLst>
                                    <p:set>
                                      <p:cBhvr>
                                        <p:cTn id="78" dur="1" fill="hold">
                                          <p:stCondLst>
                                            <p:cond delay="0"/>
                                          </p:stCondLst>
                                        </p:cTn>
                                        <p:tgtEl>
                                          <p:spTgt spid="24"/>
                                        </p:tgtEl>
                                        <p:attrNameLst>
                                          <p:attrName>style.visibility</p:attrName>
                                        </p:attrNameLst>
                                      </p:cBhvr>
                                      <p:to>
                                        <p:strVal val="visible"/>
                                      </p:to>
                                    </p:set>
                                    <p:anim calcmode="lin" valueType="num">
                                      <p:cBhvr additive="base">
                                        <p:cTn id="79" dur="500" fill="hold"/>
                                        <p:tgtEl>
                                          <p:spTgt spid="24"/>
                                        </p:tgtEl>
                                        <p:attrNameLst>
                                          <p:attrName>ppt_x</p:attrName>
                                        </p:attrNameLst>
                                      </p:cBhvr>
                                      <p:tavLst>
                                        <p:tav tm="0">
                                          <p:val>
                                            <p:strVal val="0-#ppt_w/2"/>
                                          </p:val>
                                        </p:tav>
                                        <p:tav tm="100000">
                                          <p:val>
                                            <p:strVal val="#ppt_x"/>
                                          </p:val>
                                        </p:tav>
                                      </p:tavLst>
                                    </p:anim>
                                    <p:anim calcmode="lin" valueType="num">
                                      <p:cBhvr additive="base">
                                        <p:cTn id="80" dur="500" fill="hold"/>
                                        <p:tgtEl>
                                          <p:spTgt spid="24"/>
                                        </p:tgtEl>
                                        <p:attrNameLst>
                                          <p:attrName>ppt_y</p:attrName>
                                        </p:attrNameLst>
                                      </p:cBhvr>
                                      <p:tavLst>
                                        <p:tav tm="0">
                                          <p:val>
                                            <p:strVal val="#ppt_y"/>
                                          </p:val>
                                        </p:tav>
                                        <p:tav tm="100000">
                                          <p:val>
                                            <p:strVal val="#ppt_y"/>
                                          </p:val>
                                        </p:tav>
                                      </p:tavLst>
                                    </p:anim>
                                  </p:childTnLst>
                                </p:cTn>
                              </p:par>
                              <p:par>
                                <p:cTn id="81" presetID="2" presetClass="entr" presetSubtype="8" fill="hold" grpId="0" nodeType="withEffect">
                                  <p:stCondLst>
                                    <p:cond delay="0"/>
                                  </p:stCondLst>
                                  <p:childTnLst>
                                    <p:set>
                                      <p:cBhvr>
                                        <p:cTn id="82" dur="1" fill="hold">
                                          <p:stCondLst>
                                            <p:cond delay="0"/>
                                          </p:stCondLst>
                                        </p:cTn>
                                        <p:tgtEl>
                                          <p:spTgt spid="25"/>
                                        </p:tgtEl>
                                        <p:attrNameLst>
                                          <p:attrName>style.visibility</p:attrName>
                                        </p:attrNameLst>
                                      </p:cBhvr>
                                      <p:to>
                                        <p:strVal val="visible"/>
                                      </p:to>
                                    </p:set>
                                    <p:anim calcmode="lin" valueType="num">
                                      <p:cBhvr additive="base">
                                        <p:cTn id="83" dur="500" fill="hold"/>
                                        <p:tgtEl>
                                          <p:spTgt spid="25"/>
                                        </p:tgtEl>
                                        <p:attrNameLst>
                                          <p:attrName>ppt_x</p:attrName>
                                        </p:attrNameLst>
                                      </p:cBhvr>
                                      <p:tavLst>
                                        <p:tav tm="0">
                                          <p:val>
                                            <p:strVal val="0-#ppt_w/2"/>
                                          </p:val>
                                        </p:tav>
                                        <p:tav tm="100000">
                                          <p:val>
                                            <p:strVal val="#ppt_x"/>
                                          </p:val>
                                        </p:tav>
                                      </p:tavLst>
                                    </p:anim>
                                    <p:anim calcmode="lin" valueType="num">
                                      <p:cBhvr additive="base">
                                        <p:cTn id="84" dur="500" fill="hold"/>
                                        <p:tgtEl>
                                          <p:spTgt spid="25"/>
                                        </p:tgtEl>
                                        <p:attrNameLst>
                                          <p:attrName>ppt_y</p:attrName>
                                        </p:attrNameLst>
                                      </p:cBhvr>
                                      <p:tavLst>
                                        <p:tav tm="0">
                                          <p:val>
                                            <p:strVal val="#ppt_y"/>
                                          </p:val>
                                        </p:tav>
                                        <p:tav tm="100000">
                                          <p:val>
                                            <p:strVal val="#ppt_y"/>
                                          </p:val>
                                        </p:tav>
                                      </p:tavLst>
                                    </p:anim>
                                  </p:childTnLst>
                                </p:cTn>
                              </p:par>
                              <p:par>
                                <p:cTn id="85" presetID="2" presetClass="entr" presetSubtype="8" fill="hold" nodeType="withEffect">
                                  <p:stCondLst>
                                    <p:cond delay="0"/>
                                  </p:stCondLst>
                                  <p:childTnLst>
                                    <p:set>
                                      <p:cBhvr>
                                        <p:cTn id="86" dur="1" fill="hold">
                                          <p:stCondLst>
                                            <p:cond delay="0"/>
                                          </p:stCondLst>
                                        </p:cTn>
                                        <p:tgtEl>
                                          <p:spTgt spid="26"/>
                                        </p:tgtEl>
                                        <p:attrNameLst>
                                          <p:attrName>style.visibility</p:attrName>
                                        </p:attrNameLst>
                                      </p:cBhvr>
                                      <p:to>
                                        <p:strVal val="visible"/>
                                      </p:to>
                                    </p:set>
                                    <p:anim calcmode="lin" valueType="num">
                                      <p:cBhvr additive="base">
                                        <p:cTn id="87" dur="500" fill="hold"/>
                                        <p:tgtEl>
                                          <p:spTgt spid="26"/>
                                        </p:tgtEl>
                                        <p:attrNameLst>
                                          <p:attrName>ppt_x</p:attrName>
                                        </p:attrNameLst>
                                      </p:cBhvr>
                                      <p:tavLst>
                                        <p:tav tm="0">
                                          <p:val>
                                            <p:strVal val="0-#ppt_w/2"/>
                                          </p:val>
                                        </p:tav>
                                        <p:tav tm="100000">
                                          <p:val>
                                            <p:strVal val="#ppt_x"/>
                                          </p:val>
                                        </p:tav>
                                      </p:tavLst>
                                    </p:anim>
                                    <p:anim calcmode="lin" valueType="num">
                                      <p:cBhvr additive="base">
                                        <p:cTn id="88" dur="500" fill="hold"/>
                                        <p:tgtEl>
                                          <p:spTgt spid="26"/>
                                        </p:tgtEl>
                                        <p:attrNameLst>
                                          <p:attrName>ppt_y</p:attrName>
                                        </p:attrNameLst>
                                      </p:cBhvr>
                                      <p:tavLst>
                                        <p:tav tm="0">
                                          <p:val>
                                            <p:strVal val="#ppt_y"/>
                                          </p:val>
                                        </p:tav>
                                        <p:tav tm="100000">
                                          <p:val>
                                            <p:strVal val="#ppt_y"/>
                                          </p:val>
                                        </p:tav>
                                      </p:tavLst>
                                    </p:anim>
                                  </p:childTnLst>
                                </p:cTn>
                              </p:par>
                              <p:par>
                                <p:cTn id="89" presetID="2" presetClass="entr" presetSubtype="8" fill="hold" grpId="0" nodeType="withEffect">
                                  <p:stCondLst>
                                    <p:cond delay="0"/>
                                  </p:stCondLst>
                                  <p:childTnLst>
                                    <p:set>
                                      <p:cBhvr>
                                        <p:cTn id="90" dur="1" fill="hold">
                                          <p:stCondLst>
                                            <p:cond delay="0"/>
                                          </p:stCondLst>
                                        </p:cTn>
                                        <p:tgtEl>
                                          <p:spTgt spid="27"/>
                                        </p:tgtEl>
                                        <p:attrNameLst>
                                          <p:attrName>style.visibility</p:attrName>
                                        </p:attrNameLst>
                                      </p:cBhvr>
                                      <p:to>
                                        <p:strVal val="visible"/>
                                      </p:to>
                                    </p:set>
                                    <p:anim calcmode="lin" valueType="num">
                                      <p:cBhvr additive="base">
                                        <p:cTn id="91" dur="500" fill="hold"/>
                                        <p:tgtEl>
                                          <p:spTgt spid="27"/>
                                        </p:tgtEl>
                                        <p:attrNameLst>
                                          <p:attrName>ppt_x</p:attrName>
                                        </p:attrNameLst>
                                      </p:cBhvr>
                                      <p:tavLst>
                                        <p:tav tm="0">
                                          <p:val>
                                            <p:strVal val="0-#ppt_w/2"/>
                                          </p:val>
                                        </p:tav>
                                        <p:tav tm="100000">
                                          <p:val>
                                            <p:strVal val="#ppt_x"/>
                                          </p:val>
                                        </p:tav>
                                      </p:tavLst>
                                    </p:anim>
                                    <p:anim calcmode="lin" valueType="num">
                                      <p:cBhvr additive="base">
                                        <p:cTn id="92" dur="500" fill="hold"/>
                                        <p:tgtEl>
                                          <p:spTgt spid="27"/>
                                        </p:tgtEl>
                                        <p:attrNameLst>
                                          <p:attrName>ppt_y</p:attrName>
                                        </p:attrNameLst>
                                      </p:cBhvr>
                                      <p:tavLst>
                                        <p:tav tm="0">
                                          <p:val>
                                            <p:strVal val="#ppt_y"/>
                                          </p:val>
                                        </p:tav>
                                        <p:tav tm="100000">
                                          <p:val>
                                            <p:strVal val="#ppt_y"/>
                                          </p:val>
                                        </p:tav>
                                      </p:tavLst>
                                    </p:anim>
                                  </p:childTnLst>
                                </p:cTn>
                              </p:par>
                              <p:par>
                                <p:cTn id="93" presetID="2" presetClass="entr" presetSubtype="8" fill="hold" grpId="0" nodeType="withEffect">
                                  <p:stCondLst>
                                    <p:cond delay="0"/>
                                  </p:stCondLst>
                                  <p:childTnLst>
                                    <p:set>
                                      <p:cBhvr>
                                        <p:cTn id="94" dur="1" fill="hold">
                                          <p:stCondLst>
                                            <p:cond delay="0"/>
                                          </p:stCondLst>
                                        </p:cTn>
                                        <p:tgtEl>
                                          <p:spTgt spid="28"/>
                                        </p:tgtEl>
                                        <p:attrNameLst>
                                          <p:attrName>style.visibility</p:attrName>
                                        </p:attrNameLst>
                                      </p:cBhvr>
                                      <p:to>
                                        <p:strVal val="visible"/>
                                      </p:to>
                                    </p:set>
                                    <p:anim calcmode="lin" valueType="num">
                                      <p:cBhvr additive="base">
                                        <p:cTn id="95" dur="500" fill="hold"/>
                                        <p:tgtEl>
                                          <p:spTgt spid="28"/>
                                        </p:tgtEl>
                                        <p:attrNameLst>
                                          <p:attrName>ppt_x</p:attrName>
                                        </p:attrNameLst>
                                      </p:cBhvr>
                                      <p:tavLst>
                                        <p:tav tm="0">
                                          <p:val>
                                            <p:strVal val="0-#ppt_w/2"/>
                                          </p:val>
                                        </p:tav>
                                        <p:tav tm="100000">
                                          <p:val>
                                            <p:strVal val="#ppt_x"/>
                                          </p:val>
                                        </p:tav>
                                      </p:tavLst>
                                    </p:anim>
                                    <p:anim calcmode="lin" valueType="num">
                                      <p:cBhvr additive="base">
                                        <p:cTn id="96" dur="500" fill="hold"/>
                                        <p:tgtEl>
                                          <p:spTgt spid="28"/>
                                        </p:tgtEl>
                                        <p:attrNameLst>
                                          <p:attrName>ppt_y</p:attrName>
                                        </p:attrNameLst>
                                      </p:cBhvr>
                                      <p:tavLst>
                                        <p:tav tm="0">
                                          <p:val>
                                            <p:strVal val="#ppt_y"/>
                                          </p:val>
                                        </p:tav>
                                        <p:tav tm="100000">
                                          <p:val>
                                            <p:strVal val="#ppt_y"/>
                                          </p:val>
                                        </p:tav>
                                      </p:tavLst>
                                    </p:anim>
                                  </p:childTnLst>
                                </p:cTn>
                              </p:par>
                              <p:par>
                                <p:cTn id="97" presetID="2" presetClass="entr" presetSubtype="8" fill="hold" grpId="0" nodeType="withEffect">
                                  <p:stCondLst>
                                    <p:cond delay="0"/>
                                  </p:stCondLst>
                                  <p:childTnLst>
                                    <p:set>
                                      <p:cBhvr>
                                        <p:cTn id="98" dur="1" fill="hold">
                                          <p:stCondLst>
                                            <p:cond delay="0"/>
                                          </p:stCondLst>
                                        </p:cTn>
                                        <p:tgtEl>
                                          <p:spTgt spid="29"/>
                                        </p:tgtEl>
                                        <p:attrNameLst>
                                          <p:attrName>style.visibility</p:attrName>
                                        </p:attrNameLst>
                                      </p:cBhvr>
                                      <p:to>
                                        <p:strVal val="visible"/>
                                      </p:to>
                                    </p:set>
                                    <p:anim calcmode="lin" valueType="num">
                                      <p:cBhvr additive="base">
                                        <p:cTn id="99" dur="500" fill="hold"/>
                                        <p:tgtEl>
                                          <p:spTgt spid="29"/>
                                        </p:tgtEl>
                                        <p:attrNameLst>
                                          <p:attrName>ppt_x</p:attrName>
                                        </p:attrNameLst>
                                      </p:cBhvr>
                                      <p:tavLst>
                                        <p:tav tm="0">
                                          <p:val>
                                            <p:strVal val="0-#ppt_w/2"/>
                                          </p:val>
                                        </p:tav>
                                        <p:tav tm="100000">
                                          <p:val>
                                            <p:strVal val="#ppt_x"/>
                                          </p:val>
                                        </p:tav>
                                      </p:tavLst>
                                    </p:anim>
                                    <p:anim calcmode="lin" valueType="num">
                                      <p:cBhvr additive="base">
                                        <p:cTn id="100" dur="500" fill="hold"/>
                                        <p:tgtEl>
                                          <p:spTgt spid="29"/>
                                        </p:tgtEl>
                                        <p:attrNameLst>
                                          <p:attrName>ppt_y</p:attrName>
                                        </p:attrNameLst>
                                      </p:cBhvr>
                                      <p:tavLst>
                                        <p:tav tm="0">
                                          <p:val>
                                            <p:strVal val="#ppt_y"/>
                                          </p:val>
                                        </p:tav>
                                        <p:tav tm="100000">
                                          <p:val>
                                            <p:strVal val="#ppt_y"/>
                                          </p:val>
                                        </p:tav>
                                      </p:tavLst>
                                    </p:anim>
                                  </p:childTnLst>
                                </p:cTn>
                              </p:par>
                              <p:par>
                                <p:cTn id="101" presetID="2" presetClass="entr" presetSubtype="8" fill="hold" grpId="0" nodeType="withEffect">
                                  <p:stCondLst>
                                    <p:cond delay="0"/>
                                  </p:stCondLst>
                                  <p:childTnLst>
                                    <p:set>
                                      <p:cBhvr>
                                        <p:cTn id="102" dur="1" fill="hold">
                                          <p:stCondLst>
                                            <p:cond delay="0"/>
                                          </p:stCondLst>
                                        </p:cTn>
                                        <p:tgtEl>
                                          <p:spTgt spid="30"/>
                                        </p:tgtEl>
                                        <p:attrNameLst>
                                          <p:attrName>style.visibility</p:attrName>
                                        </p:attrNameLst>
                                      </p:cBhvr>
                                      <p:to>
                                        <p:strVal val="visible"/>
                                      </p:to>
                                    </p:set>
                                    <p:anim calcmode="lin" valueType="num">
                                      <p:cBhvr additive="base">
                                        <p:cTn id="103" dur="500" fill="hold"/>
                                        <p:tgtEl>
                                          <p:spTgt spid="30"/>
                                        </p:tgtEl>
                                        <p:attrNameLst>
                                          <p:attrName>ppt_x</p:attrName>
                                        </p:attrNameLst>
                                      </p:cBhvr>
                                      <p:tavLst>
                                        <p:tav tm="0">
                                          <p:val>
                                            <p:strVal val="0-#ppt_w/2"/>
                                          </p:val>
                                        </p:tav>
                                        <p:tav tm="100000">
                                          <p:val>
                                            <p:strVal val="#ppt_x"/>
                                          </p:val>
                                        </p:tav>
                                      </p:tavLst>
                                    </p:anim>
                                    <p:anim calcmode="lin" valueType="num">
                                      <p:cBhvr additive="base">
                                        <p:cTn id="104" dur="500" fill="hold"/>
                                        <p:tgtEl>
                                          <p:spTgt spid="30"/>
                                        </p:tgtEl>
                                        <p:attrNameLst>
                                          <p:attrName>ppt_y</p:attrName>
                                        </p:attrNameLst>
                                      </p:cBhvr>
                                      <p:tavLst>
                                        <p:tav tm="0">
                                          <p:val>
                                            <p:strVal val="#ppt_y"/>
                                          </p:val>
                                        </p:tav>
                                        <p:tav tm="100000">
                                          <p:val>
                                            <p:strVal val="#ppt_y"/>
                                          </p:val>
                                        </p:tav>
                                      </p:tavLst>
                                    </p:anim>
                                  </p:childTnLst>
                                </p:cTn>
                              </p:par>
                              <p:par>
                                <p:cTn id="105" presetID="2" presetClass="entr" presetSubtype="8" fill="hold" grpId="0" nodeType="withEffect">
                                  <p:stCondLst>
                                    <p:cond delay="0"/>
                                  </p:stCondLst>
                                  <p:childTnLst>
                                    <p:set>
                                      <p:cBhvr>
                                        <p:cTn id="106" dur="1" fill="hold">
                                          <p:stCondLst>
                                            <p:cond delay="0"/>
                                          </p:stCondLst>
                                        </p:cTn>
                                        <p:tgtEl>
                                          <p:spTgt spid="31"/>
                                        </p:tgtEl>
                                        <p:attrNameLst>
                                          <p:attrName>style.visibility</p:attrName>
                                        </p:attrNameLst>
                                      </p:cBhvr>
                                      <p:to>
                                        <p:strVal val="visible"/>
                                      </p:to>
                                    </p:set>
                                    <p:anim calcmode="lin" valueType="num">
                                      <p:cBhvr additive="base">
                                        <p:cTn id="107" dur="500" fill="hold"/>
                                        <p:tgtEl>
                                          <p:spTgt spid="31"/>
                                        </p:tgtEl>
                                        <p:attrNameLst>
                                          <p:attrName>ppt_x</p:attrName>
                                        </p:attrNameLst>
                                      </p:cBhvr>
                                      <p:tavLst>
                                        <p:tav tm="0">
                                          <p:val>
                                            <p:strVal val="0-#ppt_w/2"/>
                                          </p:val>
                                        </p:tav>
                                        <p:tav tm="100000">
                                          <p:val>
                                            <p:strVal val="#ppt_x"/>
                                          </p:val>
                                        </p:tav>
                                      </p:tavLst>
                                    </p:anim>
                                    <p:anim calcmode="lin" valueType="num">
                                      <p:cBhvr additive="base">
                                        <p:cTn id="108" dur="500" fill="hold"/>
                                        <p:tgtEl>
                                          <p:spTgt spid="31"/>
                                        </p:tgtEl>
                                        <p:attrNameLst>
                                          <p:attrName>ppt_y</p:attrName>
                                        </p:attrNameLst>
                                      </p:cBhvr>
                                      <p:tavLst>
                                        <p:tav tm="0">
                                          <p:val>
                                            <p:strVal val="#ppt_y"/>
                                          </p:val>
                                        </p:tav>
                                        <p:tav tm="100000">
                                          <p:val>
                                            <p:strVal val="#ppt_y"/>
                                          </p:val>
                                        </p:tav>
                                      </p:tavLst>
                                    </p:anim>
                                  </p:childTnLst>
                                </p:cTn>
                              </p:par>
                              <p:par>
                                <p:cTn id="109" presetID="2" presetClass="entr" presetSubtype="8" fill="hold" nodeType="withEffect">
                                  <p:stCondLst>
                                    <p:cond delay="0"/>
                                  </p:stCondLst>
                                  <p:childTnLst>
                                    <p:set>
                                      <p:cBhvr>
                                        <p:cTn id="110" dur="1" fill="hold">
                                          <p:stCondLst>
                                            <p:cond delay="0"/>
                                          </p:stCondLst>
                                        </p:cTn>
                                        <p:tgtEl>
                                          <p:spTgt spid="32"/>
                                        </p:tgtEl>
                                        <p:attrNameLst>
                                          <p:attrName>style.visibility</p:attrName>
                                        </p:attrNameLst>
                                      </p:cBhvr>
                                      <p:to>
                                        <p:strVal val="visible"/>
                                      </p:to>
                                    </p:set>
                                    <p:anim calcmode="lin" valueType="num">
                                      <p:cBhvr additive="base">
                                        <p:cTn id="111" dur="500" fill="hold"/>
                                        <p:tgtEl>
                                          <p:spTgt spid="32"/>
                                        </p:tgtEl>
                                        <p:attrNameLst>
                                          <p:attrName>ppt_x</p:attrName>
                                        </p:attrNameLst>
                                      </p:cBhvr>
                                      <p:tavLst>
                                        <p:tav tm="0">
                                          <p:val>
                                            <p:strVal val="0-#ppt_w/2"/>
                                          </p:val>
                                        </p:tav>
                                        <p:tav tm="100000">
                                          <p:val>
                                            <p:strVal val="#ppt_x"/>
                                          </p:val>
                                        </p:tav>
                                      </p:tavLst>
                                    </p:anim>
                                    <p:anim calcmode="lin" valueType="num">
                                      <p:cBhvr additive="base">
                                        <p:cTn id="112" dur="500" fill="hold"/>
                                        <p:tgtEl>
                                          <p:spTgt spid="32"/>
                                        </p:tgtEl>
                                        <p:attrNameLst>
                                          <p:attrName>ppt_y</p:attrName>
                                        </p:attrNameLst>
                                      </p:cBhvr>
                                      <p:tavLst>
                                        <p:tav tm="0">
                                          <p:val>
                                            <p:strVal val="#ppt_y"/>
                                          </p:val>
                                        </p:tav>
                                        <p:tav tm="100000">
                                          <p:val>
                                            <p:strVal val="#ppt_y"/>
                                          </p:val>
                                        </p:tav>
                                      </p:tavLst>
                                    </p:anim>
                                  </p:childTnLst>
                                </p:cTn>
                              </p:par>
                              <p:par>
                                <p:cTn id="113" presetID="2" presetClass="entr" presetSubtype="8" fill="hold" grpId="0" nodeType="withEffect">
                                  <p:stCondLst>
                                    <p:cond delay="0"/>
                                  </p:stCondLst>
                                  <p:childTnLst>
                                    <p:set>
                                      <p:cBhvr>
                                        <p:cTn id="114" dur="1" fill="hold">
                                          <p:stCondLst>
                                            <p:cond delay="0"/>
                                          </p:stCondLst>
                                        </p:cTn>
                                        <p:tgtEl>
                                          <p:spTgt spid="33"/>
                                        </p:tgtEl>
                                        <p:attrNameLst>
                                          <p:attrName>style.visibility</p:attrName>
                                        </p:attrNameLst>
                                      </p:cBhvr>
                                      <p:to>
                                        <p:strVal val="visible"/>
                                      </p:to>
                                    </p:set>
                                    <p:anim calcmode="lin" valueType="num">
                                      <p:cBhvr additive="base">
                                        <p:cTn id="115" dur="500" fill="hold"/>
                                        <p:tgtEl>
                                          <p:spTgt spid="33"/>
                                        </p:tgtEl>
                                        <p:attrNameLst>
                                          <p:attrName>ppt_x</p:attrName>
                                        </p:attrNameLst>
                                      </p:cBhvr>
                                      <p:tavLst>
                                        <p:tav tm="0">
                                          <p:val>
                                            <p:strVal val="0-#ppt_w/2"/>
                                          </p:val>
                                        </p:tav>
                                        <p:tav tm="100000">
                                          <p:val>
                                            <p:strVal val="#ppt_x"/>
                                          </p:val>
                                        </p:tav>
                                      </p:tavLst>
                                    </p:anim>
                                    <p:anim calcmode="lin" valueType="num">
                                      <p:cBhvr additive="base">
                                        <p:cTn id="116" dur="500" fill="hold"/>
                                        <p:tgtEl>
                                          <p:spTgt spid="33"/>
                                        </p:tgtEl>
                                        <p:attrNameLst>
                                          <p:attrName>ppt_y</p:attrName>
                                        </p:attrNameLst>
                                      </p:cBhvr>
                                      <p:tavLst>
                                        <p:tav tm="0">
                                          <p:val>
                                            <p:strVal val="#ppt_y"/>
                                          </p:val>
                                        </p:tav>
                                        <p:tav tm="100000">
                                          <p:val>
                                            <p:strVal val="#ppt_y"/>
                                          </p:val>
                                        </p:tav>
                                      </p:tavLst>
                                    </p:anim>
                                  </p:childTnLst>
                                </p:cTn>
                              </p:par>
                              <p:par>
                                <p:cTn id="117" presetID="2" presetClass="entr" presetSubtype="8" fill="hold" grpId="0" nodeType="withEffect">
                                  <p:stCondLst>
                                    <p:cond delay="0"/>
                                  </p:stCondLst>
                                  <p:childTnLst>
                                    <p:set>
                                      <p:cBhvr>
                                        <p:cTn id="118" dur="1" fill="hold">
                                          <p:stCondLst>
                                            <p:cond delay="0"/>
                                          </p:stCondLst>
                                        </p:cTn>
                                        <p:tgtEl>
                                          <p:spTgt spid="34"/>
                                        </p:tgtEl>
                                        <p:attrNameLst>
                                          <p:attrName>style.visibility</p:attrName>
                                        </p:attrNameLst>
                                      </p:cBhvr>
                                      <p:to>
                                        <p:strVal val="visible"/>
                                      </p:to>
                                    </p:set>
                                    <p:anim calcmode="lin" valueType="num">
                                      <p:cBhvr additive="base">
                                        <p:cTn id="119" dur="500" fill="hold"/>
                                        <p:tgtEl>
                                          <p:spTgt spid="34"/>
                                        </p:tgtEl>
                                        <p:attrNameLst>
                                          <p:attrName>ppt_x</p:attrName>
                                        </p:attrNameLst>
                                      </p:cBhvr>
                                      <p:tavLst>
                                        <p:tav tm="0">
                                          <p:val>
                                            <p:strVal val="0-#ppt_w/2"/>
                                          </p:val>
                                        </p:tav>
                                        <p:tav tm="100000">
                                          <p:val>
                                            <p:strVal val="#ppt_x"/>
                                          </p:val>
                                        </p:tav>
                                      </p:tavLst>
                                    </p:anim>
                                    <p:anim calcmode="lin" valueType="num">
                                      <p:cBhvr additive="base">
                                        <p:cTn id="120" dur="500" fill="hold"/>
                                        <p:tgtEl>
                                          <p:spTgt spid="34"/>
                                        </p:tgtEl>
                                        <p:attrNameLst>
                                          <p:attrName>ppt_y</p:attrName>
                                        </p:attrNameLst>
                                      </p:cBhvr>
                                      <p:tavLst>
                                        <p:tav tm="0">
                                          <p:val>
                                            <p:strVal val="#ppt_y"/>
                                          </p:val>
                                        </p:tav>
                                        <p:tav tm="100000">
                                          <p:val>
                                            <p:strVal val="#ppt_y"/>
                                          </p:val>
                                        </p:tav>
                                      </p:tavLst>
                                    </p:anim>
                                  </p:childTnLst>
                                </p:cTn>
                              </p:par>
                              <p:par>
                                <p:cTn id="121" presetID="2" presetClass="entr" presetSubtype="8" fill="hold" grpId="0" nodeType="withEffect">
                                  <p:stCondLst>
                                    <p:cond delay="0"/>
                                  </p:stCondLst>
                                  <p:childTnLst>
                                    <p:set>
                                      <p:cBhvr>
                                        <p:cTn id="122" dur="1" fill="hold">
                                          <p:stCondLst>
                                            <p:cond delay="0"/>
                                          </p:stCondLst>
                                        </p:cTn>
                                        <p:tgtEl>
                                          <p:spTgt spid="35"/>
                                        </p:tgtEl>
                                        <p:attrNameLst>
                                          <p:attrName>style.visibility</p:attrName>
                                        </p:attrNameLst>
                                      </p:cBhvr>
                                      <p:to>
                                        <p:strVal val="visible"/>
                                      </p:to>
                                    </p:set>
                                    <p:anim calcmode="lin" valueType="num">
                                      <p:cBhvr additive="base">
                                        <p:cTn id="123" dur="500" fill="hold"/>
                                        <p:tgtEl>
                                          <p:spTgt spid="35"/>
                                        </p:tgtEl>
                                        <p:attrNameLst>
                                          <p:attrName>ppt_x</p:attrName>
                                        </p:attrNameLst>
                                      </p:cBhvr>
                                      <p:tavLst>
                                        <p:tav tm="0">
                                          <p:val>
                                            <p:strVal val="0-#ppt_w/2"/>
                                          </p:val>
                                        </p:tav>
                                        <p:tav tm="100000">
                                          <p:val>
                                            <p:strVal val="#ppt_x"/>
                                          </p:val>
                                        </p:tav>
                                      </p:tavLst>
                                    </p:anim>
                                    <p:anim calcmode="lin" valueType="num">
                                      <p:cBhvr additive="base">
                                        <p:cTn id="124" dur="500" fill="hold"/>
                                        <p:tgtEl>
                                          <p:spTgt spid="35"/>
                                        </p:tgtEl>
                                        <p:attrNameLst>
                                          <p:attrName>ppt_y</p:attrName>
                                        </p:attrNameLst>
                                      </p:cBhvr>
                                      <p:tavLst>
                                        <p:tav tm="0">
                                          <p:val>
                                            <p:strVal val="#ppt_y"/>
                                          </p:val>
                                        </p:tav>
                                        <p:tav tm="100000">
                                          <p:val>
                                            <p:strVal val="#ppt_y"/>
                                          </p:val>
                                        </p:tav>
                                      </p:tavLst>
                                    </p:anim>
                                  </p:childTnLst>
                                </p:cTn>
                              </p:par>
                              <p:par>
                                <p:cTn id="125" presetID="2" presetClass="entr" presetSubtype="8" fill="hold" grpId="0" nodeType="withEffect">
                                  <p:stCondLst>
                                    <p:cond delay="0"/>
                                  </p:stCondLst>
                                  <p:childTnLst>
                                    <p:set>
                                      <p:cBhvr>
                                        <p:cTn id="126" dur="1" fill="hold">
                                          <p:stCondLst>
                                            <p:cond delay="0"/>
                                          </p:stCondLst>
                                        </p:cTn>
                                        <p:tgtEl>
                                          <p:spTgt spid="36"/>
                                        </p:tgtEl>
                                        <p:attrNameLst>
                                          <p:attrName>style.visibility</p:attrName>
                                        </p:attrNameLst>
                                      </p:cBhvr>
                                      <p:to>
                                        <p:strVal val="visible"/>
                                      </p:to>
                                    </p:set>
                                    <p:anim calcmode="lin" valueType="num">
                                      <p:cBhvr additive="base">
                                        <p:cTn id="127" dur="500" fill="hold"/>
                                        <p:tgtEl>
                                          <p:spTgt spid="36"/>
                                        </p:tgtEl>
                                        <p:attrNameLst>
                                          <p:attrName>ppt_x</p:attrName>
                                        </p:attrNameLst>
                                      </p:cBhvr>
                                      <p:tavLst>
                                        <p:tav tm="0">
                                          <p:val>
                                            <p:strVal val="0-#ppt_w/2"/>
                                          </p:val>
                                        </p:tav>
                                        <p:tav tm="100000">
                                          <p:val>
                                            <p:strVal val="#ppt_x"/>
                                          </p:val>
                                        </p:tav>
                                      </p:tavLst>
                                    </p:anim>
                                    <p:anim calcmode="lin" valueType="num">
                                      <p:cBhvr additive="base">
                                        <p:cTn id="128" dur="500" fill="hold"/>
                                        <p:tgtEl>
                                          <p:spTgt spid="36"/>
                                        </p:tgtEl>
                                        <p:attrNameLst>
                                          <p:attrName>ppt_y</p:attrName>
                                        </p:attrNameLst>
                                      </p:cBhvr>
                                      <p:tavLst>
                                        <p:tav tm="0">
                                          <p:val>
                                            <p:strVal val="#ppt_y"/>
                                          </p:val>
                                        </p:tav>
                                        <p:tav tm="100000">
                                          <p:val>
                                            <p:strVal val="#ppt_y"/>
                                          </p:val>
                                        </p:tav>
                                      </p:tavLst>
                                    </p:anim>
                                  </p:childTnLst>
                                </p:cTn>
                              </p:par>
                              <p:par>
                                <p:cTn id="129" presetID="2" presetClass="entr" presetSubtype="8" fill="hold" grpId="0" nodeType="withEffect">
                                  <p:stCondLst>
                                    <p:cond delay="0"/>
                                  </p:stCondLst>
                                  <p:childTnLst>
                                    <p:set>
                                      <p:cBhvr>
                                        <p:cTn id="130" dur="1" fill="hold">
                                          <p:stCondLst>
                                            <p:cond delay="0"/>
                                          </p:stCondLst>
                                        </p:cTn>
                                        <p:tgtEl>
                                          <p:spTgt spid="37"/>
                                        </p:tgtEl>
                                        <p:attrNameLst>
                                          <p:attrName>style.visibility</p:attrName>
                                        </p:attrNameLst>
                                      </p:cBhvr>
                                      <p:to>
                                        <p:strVal val="visible"/>
                                      </p:to>
                                    </p:set>
                                    <p:anim calcmode="lin" valueType="num">
                                      <p:cBhvr additive="base">
                                        <p:cTn id="131" dur="500" fill="hold"/>
                                        <p:tgtEl>
                                          <p:spTgt spid="37"/>
                                        </p:tgtEl>
                                        <p:attrNameLst>
                                          <p:attrName>ppt_x</p:attrName>
                                        </p:attrNameLst>
                                      </p:cBhvr>
                                      <p:tavLst>
                                        <p:tav tm="0">
                                          <p:val>
                                            <p:strVal val="0-#ppt_w/2"/>
                                          </p:val>
                                        </p:tav>
                                        <p:tav tm="100000">
                                          <p:val>
                                            <p:strVal val="#ppt_x"/>
                                          </p:val>
                                        </p:tav>
                                      </p:tavLst>
                                    </p:anim>
                                    <p:anim calcmode="lin" valueType="num">
                                      <p:cBhvr additive="base">
                                        <p:cTn id="132" dur="500" fill="hold"/>
                                        <p:tgtEl>
                                          <p:spTgt spid="37"/>
                                        </p:tgtEl>
                                        <p:attrNameLst>
                                          <p:attrName>ppt_y</p:attrName>
                                        </p:attrNameLst>
                                      </p:cBhvr>
                                      <p:tavLst>
                                        <p:tav tm="0">
                                          <p:val>
                                            <p:strVal val="#ppt_y"/>
                                          </p:val>
                                        </p:tav>
                                        <p:tav tm="100000">
                                          <p:val>
                                            <p:strVal val="#ppt_y"/>
                                          </p:val>
                                        </p:tav>
                                      </p:tavLst>
                                    </p:anim>
                                  </p:childTnLst>
                                </p:cTn>
                              </p:par>
                              <p:par>
                                <p:cTn id="133" presetID="2" presetClass="entr" presetSubtype="8" fill="hold" nodeType="withEffect">
                                  <p:stCondLst>
                                    <p:cond delay="0"/>
                                  </p:stCondLst>
                                  <p:childTnLst>
                                    <p:set>
                                      <p:cBhvr>
                                        <p:cTn id="134" dur="1" fill="hold">
                                          <p:stCondLst>
                                            <p:cond delay="0"/>
                                          </p:stCondLst>
                                        </p:cTn>
                                        <p:tgtEl>
                                          <p:spTgt spid="38"/>
                                        </p:tgtEl>
                                        <p:attrNameLst>
                                          <p:attrName>style.visibility</p:attrName>
                                        </p:attrNameLst>
                                      </p:cBhvr>
                                      <p:to>
                                        <p:strVal val="visible"/>
                                      </p:to>
                                    </p:set>
                                    <p:anim calcmode="lin" valueType="num">
                                      <p:cBhvr additive="base">
                                        <p:cTn id="135" dur="500" fill="hold"/>
                                        <p:tgtEl>
                                          <p:spTgt spid="38"/>
                                        </p:tgtEl>
                                        <p:attrNameLst>
                                          <p:attrName>ppt_x</p:attrName>
                                        </p:attrNameLst>
                                      </p:cBhvr>
                                      <p:tavLst>
                                        <p:tav tm="0">
                                          <p:val>
                                            <p:strVal val="0-#ppt_w/2"/>
                                          </p:val>
                                        </p:tav>
                                        <p:tav tm="100000">
                                          <p:val>
                                            <p:strVal val="#ppt_x"/>
                                          </p:val>
                                        </p:tav>
                                      </p:tavLst>
                                    </p:anim>
                                    <p:anim calcmode="lin" valueType="num">
                                      <p:cBhvr additive="base">
                                        <p:cTn id="136" dur="500" fill="hold"/>
                                        <p:tgtEl>
                                          <p:spTgt spid="38"/>
                                        </p:tgtEl>
                                        <p:attrNameLst>
                                          <p:attrName>ppt_y</p:attrName>
                                        </p:attrNameLst>
                                      </p:cBhvr>
                                      <p:tavLst>
                                        <p:tav tm="0">
                                          <p:val>
                                            <p:strVal val="#ppt_y"/>
                                          </p:val>
                                        </p:tav>
                                        <p:tav tm="100000">
                                          <p:val>
                                            <p:strVal val="#ppt_y"/>
                                          </p:val>
                                        </p:tav>
                                      </p:tavLst>
                                    </p:anim>
                                  </p:childTnLst>
                                </p:cTn>
                              </p:par>
                              <p:par>
                                <p:cTn id="137" presetID="2" presetClass="entr" presetSubtype="8" fill="hold" grpId="0" nodeType="withEffect">
                                  <p:stCondLst>
                                    <p:cond delay="0"/>
                                  </p:stCondLst>
                                  <p:childTnLst>
                                    <p:set>
                                      <p:cBhvr>
                                        <p:cTn id="138" dur="1" fill="hold">
                                          <p:stCondLst>
                                            <p:cond delay="0"/>
                                          </p:stCondLst>
                                        </p:cTn>
                                        <p:tgtEl>
                                          <p:spTgt spid="39"/>
                                        </p:tgtEl>
                                        <p:attrNameLst>
                                          <p:attrName>style.visibility</p:attrName>
                                        </p:attrNameLst>
                                      </p:cBhvr>
                                      <p:to>
                                        <p:strVal val="visible"/>
                                      </p:to>
                                    </p:set>
                                    <p:anim calcmode="lin" valueType="num">
                                      <p:cBhvr additive="base">
                                        <p:cTn id="139" dur="500" fill="hold"/>
                                        <p:tgtEl>
                                          <p:spTgt spid="39"/>
                                        </p:tgtEl>
                                        <p:attrNameLst>
                                          <p:attrName>ppt_x</p:attrName>
                                        </p:attrNameLst>
                                      </p:cBhvr>
                                      <p:tavLst>
                                        <p:tav tm="0">
                                          <p:val>
                                            <p:strVal val="0-#ppt_w/2"/>
                                          </p:val>
                                        </p:tav>
                                        <p:tav tm="100000">
                                          <p:val>
                                            <p:strVal val="#ppt_x"/>
                                          </p:val>
                                        </p:tav>
                                      </p:tavLst>
                                    </p:anim>
                                    <p:anim calcmode="lin" valueType="num">
                                      <p:cBhvr additive="base">
                                        <p:cTn id="140" dur="500" fill="hold"/>
                                        <p:tgtEl>
                                          <p:spTgt spid="39"/>
                                        </p:tgtEl>
                                        <p:attrNameLst>
                                          <p:attrName>ppt_y</p:attrName>
                                        </p:attrNameLst>
                                      </p:cBhvr>
                                      <p:tavLst>
                                        <p:tav tm="0">
                                          <p:val>
                                            <p:strVal val="#ppt_y"/>
                                          </p:val>
                                        </p:tav>
                                        <p:tav tm="100000">
                                          <p:val>
                                            <p:strVal val="#ppt_y"/>
                                          </p:val>
                                        </p:tav>
                                      </p:tavLst>
                                    </p:anim>
                                  </p:childTnLst>
                                </p:cTn>
                              </p:par>
                              <p:par>
                                <p:cTn id="141" presetID="2" presetClass="entr" presetSubtype="8" fill="hold" grpId="0" nodeType="withEffect">
                                  <p:stCondLst>
                                    <p:cond delay="0"/>
                                  </p:stCondLst>
                                  <p:childTnLst>
                                    <p:set>
                                      <p:cBhvr>
                                        <p:cTn id="142" dur="1" fill="hold">
                                          <p:stCondLst>
                                            <p:cond delay="0"/>
                                          </p:stCondLst>
                                        </p:cTn>
                                        <p:tgtEl>
                                          <p:spTgt spid="40"/>
                                        </p:tgtEl>
                                        <p:attrNameLst>
                                          <p:attrName>style.visibility</p:attrName>
                                        </p:attrNameLst>
                                      </p:cBhvr>
                                      <p:to>
                                        <p:strVal val="visible"/>
                                      </p:to>
                                    </p:set>
                                    <p:anim calcmode="lin" valueType="num">
                                      <p:cBhvr additive="base">
                                        <p:cTn id="143" dur="500" fill="hold"/>
                                        <p:tgtEl>
                                          <p:spTgt spid="40"/>
                                        </p:tgtEl>
                                        <p:attrNameLst>
                                          <p:attrName>ppt_x</p:attrName>
                                        </p:attrNameLst>
                                      </p:cBhvr>
                                      <p:tavLst>
                                        <p:tav tm="0">
                                          <p:val>
                                            <p:strVal val="0-#ppt_w/2"/>
                                          </p:val>
                                        </p:tav>
                                        <p:tav tm="100000">
                                          <p:val>
                                            <p:strVal val="#ppt_x"/>
                                          </p:val>
                                        </p:tav>
                                      </p:tavLst>
                                    </p:anim>
                                    <p:anim calcmode="lin" valueType="num">
                                      <p:cBhvr additive="base">
                                        <p:cTn id="144" dur="500" fill="hold"/>
                                        <p:tgtEl>
                                          <p:spTgt spid="40"/>
                                        </p:tgtEl>
                                        <p:attrNameLst>
                                          <p:attrName>ppt_y</p:attrName>
                                        </p:attrNameLst>
                                      </p:cBhvr>
                                      <p:tavLst>
                                        <p:tav tm="0">
                                          <p:val>
                                            <p:strVal val="#ppt_y"/>
                                          </p:val>
                                        </p:tav>
                                        <p:tav tm="100000">
                                          <p:val>
                                            <p:strVal val="#ppt_y"/>
                                          </p:val>
                                        </p:tav>
                                      </p:tavLst>
                                    </p:anim>
                                  </p:childTnLst>
                                </p:cTn>
                              </p:par>
                            </p:childTnLst>
                          </p:cTn>
                        </p:par>
                      </p:childTnLst>
                    </p:cTn>
                  </p:par>
                  <p:par>
                    <p:cTn id="145" fill="hold">
                      <p:stCondLst>
                        <p:cond delay="indefinite"/>
                      </p:stCondLst>
                      <p:childTnLst>
                        <p:par>
                          <p:cTn id="146" fill="hold">
                            <p:stCondLst>
                              <p:cond delay="0"/>
                            </p:stCondLst>
                            <p:childTnLst>
                              <p:par>
                                <p:cTn id="147" presetID="10" presetClass="entr" presetSubtype="0" fill="hold" grpId="0" nodeType="clickEffect">
                                  <p:stCondLst>
                                    <p:cond delay="0"/>
                                  </p:stCondLst>
                                  <p:childTnLst>
                                    <p:set>
                                      <p:cBhvr>
                                        <p:cTn id="148" dur="1" fill="hold">
                                          <p:stCondLst>
                                            <p:cond delay="0"/>
                                          </p:stCondLst>
                                        </p:cTn>
                                        <p:tgtEl>
                                          <p:spTgt spid="41"/>
                                        </p:tgtEl>
                                        <p:attrNameLst>
                                          <p:attrName>style.visibility</p:attrName>
                                        </p:attrNameLst>
                                      </p:cBhvr>
                                      <p:to>
                                        <p:strVal val="visible"/>
                                      </p:to>
                                    </p:set>
                                    <p:animEffect transition="in" filter="fade">
                                      <p:cBhvr>
                                        <p:cTn id="149" dur="500"/>
                                        <p:tgtEl>
                                          <p:spTgt spid="41"/>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42"/>
                                        </p:tgtEl>
                                        <p:attrNameLst>
                                          <p:attrName>style.visibility</p:attrName>
                                        </p:attrNameLst>
                                      </p:cBhvr>
                                      <p:to>
                                        <p:strVal val="visible"/>
                                      </p:to>
                                    </p:set>
                                    <p:animEffect transition="in" filter="fade">
                                      <p:cBhvr>
                                        <p:cTn id="152" dur="500"/>
                                        <p:tgtEl>
                                          <p:spTgt spid="42"/>
                                        </p:tgtEl>
                                      </p:cBhvr>
                                    </p:animEffect>
                                  </p:childTnLst>
                                </p:cTn>
                              </p:par>
                              <p:par>
                                <p:cTn id="153" presetID="10" presetClass="entr" presetSubtype="0" fill="hold" grpId="0" nodeType="withEffect">
                                  <p:stCondLst>
                                    <p:cond delay="0"/>
                                  </p:stCondLst>
                                  <p:childTnLst>
                                    <p:set>
                                      <p:cBhvr>
                                        <p:cTn id="154" dur="1" fill="hold">
                                          <p:stCondLst>
                                            <p:cond delay="0"/>
                                          </p:stCondLst>
                                        </p:cTn>
                                        <p:tgtEl>
                                          <p:spTgt spid="43"/>
                                        </p:tgtEl>
                                        <p:attrNameLst>
                                          <p:attrName>style.visibility</p:attrName>
                                        </p:attrNameLst>
                                      </p:cBhvr>
                                      <p:to>
                                        <p:strVal val="visible"/>
                                      </p:to>
                                    </p:set>
                                    <p:animEffect transition="in" filter="fade">
                                      <p:cBhvr>
                                        <p:cTn id="155" dur="500"/>
                                        <p:tgtEl>
                                          <p:spTgt spid="43"/>
                                        </p:tgtEl>
                                      </p:cBhvr>
                                    </p:animEffect>
                                  </p:childTnLst>
                                </p:cTn>
                              </p:par>
                              <p:par>
                                <p:cTn id="156" presetID="10" presetClass="entr" presetSubtype="0" fill="hold" grpId="0" nodeType="withEffect">
                                  <p:stCondLst>
                                    <p:cond delay="0"/>
                                  </p:stCondLst>
                                  <p:childTnLst>
                                    <p:set>
                                      <p:cBhvr>
                                        <p:cTn id="157" dur="1" fill="hold">
                                          <p:stCondLst>
                                            <p:cond delay="0"/>
                                          </p:stCondLst>
                                        </p:cTn>
                                        <p:tgtEl>
                                          <p:spTgt spid="44"/>
                                        </p:tgtEl>
                                        <p:attrNameLst>
                                          <p:attrName>style.visibility</p:attrName>
                                        </p:attrNameLst>
                                      </p:cBhvr>
                                      <p:to>
                                        <p:strVal val="visible"/>
                                      </p:to>
                                    </p:set>
                                    <p:animEffect transition="in" filter="fade">
                                      <p:cBhvr>
                                        <p:cTn id="158"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P spid="11" grpId="0" animBg="1"/>
      <p:bldP spid="12" grpId="0" animBg="1"/>
      <p:bldP spid="13" grpId="0" animBg="1"/>
      <p:bldP spid="15" grpId="0" animBg="1"/>
      <p:bldP spid="16" grpId="0" animBg="1"/>
      <p:bldP spid="17" grpId="0" animBg="1"/>
      <p:bldP spid="18" grpId="0" animBg="1"/>
      <p:bldP spid="19" grpId="0" animBg="1"/>
      <p:bldP spid="21" grpId="0" animBg="1"/>
      <p:bldP spid="22" grpId="0" animBg="1"/>
      <p:bldP spid="23" grpId="0" animBg="1"/>
      <p:bldP spid="24" grpId="0" animBg="1"/>
      <p:bldP spid="25" grpId="0" animBg="1"/>
      <p:bldP spid="27" grpId="0" animBg="1"/>
      <p:bldP spid="28" grpId="0" animBg="1"/>
      <p:bldP spid="29" grpId="0" animBg="1"/>
      <p:bldP spid="30" grpId="0" animBg="1"/>
      <p:bldP spid="31" grpId="0" animBg="1"/>
      <p:bldP spid="33" grpId="0" animBg="1"/>
      <p:bldP spid="34" grpId="0" animBg="1"/>
      <p:bldP spid="35" grpId="0" animBg="1"/>
      <p:bldP spid="36" grpId="0" animBg="1"/>
      <p:bldP spid="37" grpId="0" animBg="1"/>
      <p:bldP spid="39" grpId="0" animBg="1"/>
      <p:bldP spid="40" grpId="0" animBg="1"/>
      <p:bldP spid="41" grpId="0" animBg="1"/>
      <p:bldP spid="42" grpId="0" animBg="1"/>
      <p:bldP spid="43" grpId="0" animBg="1"/>
      <p:bldP spid="4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a:effectLst/>
      </p:bgPr>
    </p:bg>
    <p:spTree>
      <p:nvGrpSpPr>
        <p:cNvPr id="1" name=""/>
        <p:cNvGrpSpPr/>
        <p:nvPr/>
      </p:nvGrpSpPr>
      <p:grpSpPr>
        <a:xfrm>
          <a:off x="0" y="0"/>
          <a:ext cx="0" cy="0"/>
          <a:chOff x="0" y="0"/>
          <a:chExt cx="0" cy="0"/>
        </a:xfrm>
      </p:grpSpPr>
      <p:sp>
        <p:nvSpPr>
          <p:cNvPr id="43" name="Google Shape;105;p27">
            <a:extLst>
              <a:ext uri="{FF2B5EF4-FFF2-40B4-BE49-F238E27FC236}">
                <a16:creationId xmlns:a16="http://schemas.microsoft.com/office/drawing/2014/main" id="{B7AA512D-6277-9799-E05F-D89F742A7073}"/>
              </a:ext>
            </a:extLst>
          </p:cNvPr>
          <p:cNvSpPr/>
          <p:nvPr/>
        </p:nvSpPr>
        <p:spPr>
          <a:xfrm rot="5400000">
            <a:off x="-645328" y="646210"/>
            <a:ext cx="2201895" cy="881743"/>
          </a:xfrm>
          <a:prstGeom prst="triangle">
            <a:avLst>
              <a:gd name="adj" fmla="val 50411"/>
            </a:avLst>
          </a:prstGeom>
          <a:solidFill>
            <a:schemeClr val="accent1">
              <a:lumMod val="75000"/>
            </a:schemeClr>
          </a:solidFill>
          <a:ln/>
        </p:spPr>
        <p:style>
          <a:lnRef idx="2">
            <a:schemeClr val="accent1"/>
          </a:lnRef>
          <a:fillRef idx="1">
            <a:schemeClr val="lt1"/>
          </a:fillRef>
          <a:effectRef idx="0">
            <a:schemeClr val="accent1"/>
          </a:effectRef>
          <a:fontRef idx="minor">
            <a:schemeClr val="dk1"/>
          </a:fontRef>
        </p:style>
        <p:txBody>
          <a:bodyPr spcFirstLastPara="1" wrap="square" lIns="121900" tIns="121900" rIns="121900" bIns="121900" anchor="ctr" anchorCtr="0">
            <a:noAutofit/>
          </a:bodyPr>
          <a:lstStyle/>
          <a:p>
            <a:endParaRPr sz="2400"/>
          </a:p>
        </p:txBody>
      </p:sp>
      <p:sp>
        <p:nvSpPr>
          <p:cNvPr id="44" name="Google Shape;105;p27">
            <a:extLst>
              <a:ext uri="{FF2B5EF4-FFF2-40B4-BE49-F238E27FC236}">
                <a16:creationId xmlns:a16="http://schemas.microsoft.com/office/drawing/2014/main" id="{F85D45BC-6B44-4BD5-9679-BB12E589658E}"/>
              </a:ext>
            </a:extLst>
          </p:cNvPr>
          <p:cNvSpPr/>
          <p:nvPr/>
        </p:nvSpPr>
        <p:spPr>
          <a:xfrm rot="16200000">
            <a:off x="10664929" y="5330638"/>
            <a:ext cx="2201895" cy="881743"/>
          </a:xfrm>
          <a:prstGeom prst="triangle">
            <a:avLst>
              <a:gd name="adj" fmla="val 50411"/>
            </a:avLst>
          </a:prstGeom>
          <a:solidFill>
            <a:schemeClr val="accent1">
              <a:lumMod val="75000"/>
            </a:schemeClr>
          </a:solidFill>
          <a:ln>
            <a:solidFill>
              <a:schemeClr val="accent1"/>
            </a:solidFill>
          </a:ln>
        </p:spPr>
        <p:txBody>
          <a:bodyPr spcFirstLastPara="1" wrap="square" lIns="121900" tIns="121900" rIns="121900" bIns="121900" anchor="ctr" anchorCtr="0">
            <a:noAutofit/>
          </a:bodyPr>
          <a:lstStyle/>
          <a:p>
            <a:endParaRPr sz="2400"/>
          </a:p>
        </p:txBody>
      </p:sp>
      <p:sp>
        <p:nvSpPr>
          <p:cNvPr id="2" name="Shape 0"/>
          <p:cNvSpPr/>
          <p:nvPr/>
        </p:nvSpPr>
        <p:spPr>
          <a:xfrm>
            <a:off x="548640" y="502920"/>
            <a:ext cx="164592" cy="164592"/>
          </a:xfrm>
          <a:prstGeom prst="rect">
            <a:avLst/>
          </a:prstGeom>
          <a:solidFill>
            <a:srgbClr val="06B6D4"/>
          </a:solidFill>
          <a:ln w="12700">
            <a:solidFill>
              <a:srgbClr val="06B6D4"/>
            </a:solidFill>
            <a:prstDash val="solid"/>
          </a:ln>
        </p:spPr>
        <p:txBody>
          <a:bodyPr/>
          <a:lstStyle/>
          <a:p>
            <a:endParaRPr lang="fr-FR"/>
          </a:p>
        </p:txBody>
      </p:sp>
      <p:sp>
        <p:nvSpPr>
          <p:cNvPr id="3" name="Text 1"/>
          <p:cNvSpPr/>
          <p:nvPr/>
        </p:nvSpPr>
        <p:spPr>
          <a:xfrm>
            <a:off x="777240" y="411480"/>
            <a:ext cx="2011680" cy="320040"/>
          </a:xfrm>
          <a:prstGeom prst="rect">
            <a:avLst/>
          </a:prstGeom>
          <a:noFill/>
          <a:ln/>
        </p:spPr>
        <p:txBody>
          <a:bodyPr wrap="square" rtlCol="0" anchor="ctr"/>
          <a:lstStyle/>
          <a:p>
            <a:pPr marL="0" indent="0">
              <a:buNone/>
            </a:pPr>
            <a:r>
              <a:rPr lang="en-US" sz="1100" b="1" kern="0" spc="200" dirty="0">
                <a:solidFill>
                  <a:srgbClr val="0F172A"/>
                </a:solidFill>
                <a:latin typeface="Calibri" pitchFamily="34" charset="0"/>
                <a:ea typeface="Calibri" pitchFamily="34" charset="-122"/>
                <a:cs typeface="Calibri" pitchFamily="34" charset="-120"/>
              </a:rPr>
              <a:t>Syndic IA</a:t>
            </a:r>
            <a:endParaRPr lang="en-US" sz="1100" dirty="0"/>
          </a:p>
        </p:txBody>
      </p:sp>
      <p:sp>
        <p:nvSpPr>
          <p:cNvPr id="4" name="Text 2"/>
          <p:cNvSpPr/>
          <p:nvPr/>
        </p:nvSpPr>
        <p:spPr>
          <a:xfrm>
            <a:off x="548640" y="914400"/>
            <a:ext cx="5486400" cy="320040"/>
          </a:xfrm>
          <a:prstGeom prst="rect">
            <a:avLst/>
          </a:prstGeom>
          <a:noFill/>
          <a:ln/>
        </p:spPr>
        <p:txBody>
          <a:bodyPr wrap="square" rtlCol="0" anchor="ctr"/>
          <a:lstStyle/>
          <a:p>
            <a:pPr marL="0" indent="0">
              <a:buNone/>
            </a:pPr>
            <a:r>
              <a:rPr lang="en-US" sz="1200" b="1" kern="0" spc="400" dirty="0">
                <a:solidFill>
                  <a:srgbClr val="06B6D4"/>
                </a:solidFill>
                <a:latin typeface="Calibri" pitchFamily="34" charset="0"/>
                <a:ea typeface="Calibri" pitchFamily="34" charset="-122"/>
                <a:cs typeface="Calibri" pitchFamily="34" charset="-120"/>
              </a:rPr>
              <a:t>13 · IA</a:t>
            </a:r>
            <a:endParaRPr lang="en-US" sz="1200" dirty="0"/>
          </a:p>
        </p:txBody>
      </p:sp>
      <p:sp>
        <p:nvSpPr>
          <p:cNvPr id="5" name="Text 3"/>
          <p:cNvSpPr/>
          <p:nvPr/>
        </p:nvSpPr>
        <p:spPr>
          <a:xfrm>
            <a:off x="548640" y="1234440"/>
            <a:ext cx="10972800" cy="822960"/>
          </a:xfrm>
          <a:prstGeom prst="rect">
            <a:avLst/>
          </a:prstGeom>
          <a:noFill/>
          <a:ln/>
        </p:spPr>
        <p:txBody>
          <a:bodyPr wrap="square" lIns="0" tIns="0" rIns="0" bIns="0" rtlCol="0" anchor="ctr"/>
          <a:lstStyle/>
          <a:p>
            <a:pPr marL="0" indent="0">
              <a:buNone/>
            </a:pPr>
            <a:r>
              <a:rPr lang="en-US" sz="3600" b="1" dirty="0">
                <a:solidFill>
                  <a:srgbClr val="0F172A"/>
                </a:solidFill>
                <a:latin typeface="Georgia" pitchFamily="34" charset="0"/>
                <a:ea typeface="Georgia" pitchFamily="34" charset="-122"/>
                <a:cs typeface="Georgia" pitchFamily="34" charset="-120"/>
              </a:rPr>
              <a:t>Intelligence multimodale au cœur du système</a:t>
            </a:r>
            <a:endParaRPr lang="en-US" sz="3600" dirty="0"/>
          </a:p>
        </p:txBody>
      </p:sp>
      <p:sp>
        <p:nvSpPr>
          <p:cNvPr id="6" name="Shape 4"/>
          <p:cNvSpPr/>
          <p:nvPr/>
        </p:nvSpPr>
        <p:spPr>
          <a:xfrm>
            <a:off x="548640" y="2286000"/>
            <a:ext cx="3588410" cy="1874520"/>
          </a:xfrm>
          <a:prstGeom prst="rect">
            <a:avLst/>
          </a:prstGeom>
          <a:solidFill>
            <a:srgbClr val="FFFFFF"/>
          </a:solidFill>
          <a:ln w="12700">
            <a:solidFill>
              <a:srgbClr val="E2E8F0"/>
            </a:solidFill>
            <a:prstDash val="solid"/>
          </a:ln>
          <a:effectLst>
            <a:outerShdw blurRad="101600" dist="25400" dir="5400000" algn="bl" rotWithShape="0">
              <a:srgbClr val="0F172A">
                <a:alpha val="6000"/>
              </a:srgbClr>
            </a:outerShdw>
          </a:effectLst>
        </p:spPr>
        <p:txBody>
          <a:bodyPr/>
          <a:lstStyle/>
          <a:p>
            <a:endParaRPr lang="fr-FR"/>
          </a:p>
        </p:txBody>
      </p:sp>
      <p:sp>
        <p:nvSpPr>
          <p:cNvPr id="7" name="Shape 5"/>
          <p:cNvSpPr/>
          <p:nvPr/>
        </p:nvSpPr>
        <p:spPr>
          <a:xfrm>
            <a:off x="548640" y="2286000"/>
            <a:ext cx="91440" cy="1874520"/>
          </a:xfrm>
          <a:prstGeom prst="rect">
            <a:avLst/>
          </a:prstGeom>
          <a:solidFill>
            <a:srgbClr val="06B6D4"/>
          </a:solidFill>
          <a:ln w="12700">
            <a:solidFill>
              <a:srgbClr val="06B6D4"/>
            </a:solidFill>
            <a:prstDash val="solid"/>
          </a:ln>
        </p:spPr>
        <p:txBody>
          <a:bodyPr/>
          <a:lstStyle/>
          <a:p>
            <a:endParaRPr lang="fr-FR"/>
          </a:p>
        </p:txBody>
      </p:sp>
      <p:sp>
        <p:nvSpPr>
          <p:cNvPr id="8" name="Shape 6"/>
          <p:cNvSpPr/>
          <p:nvPr/>
        </p:nvSpPr>
        <p:spPr>
          <a:xfrm>
            <a:off x="3222650" y="2514600"/>
            <a:ext cx="640080" cy="640080"/>
          </a:xfrm>
          <a:prstGeom prst="ellipse">
            <a:avLst/>
          </a:prstGeom>
          <a:solidFill>
            <a:srgbClr val="06B6D4">
              <a:alpha val="15000"/>
            </a:srgbClr>
          </a:solidFill>
          <a:ln w="12700">
            <a:solidFill>
              <a:srgbClr val="06B6D4"/>
            </a:solidFill>
            <a:prstDash val="solid"/>
          </a:ln>
        </p:spPr>
        <p:txBody>
          <a:bodyPr/>
          <a:lstStyle/>
          <a:p>
            <a:endParaRPr lang="fr-FR"/>
          </a:p>
        </p:txBody>
      </p:sp>
      <p:pic>
        <p:nvPicPr>
          <p:cNvPr id="9" name="Image 0" descr="preencoded.png"/>
          <p:cNvPicPr>
            <a:picLocks noChangeAspect="1"/>
          </p:cNvPicPr>
          <p:nvPr/>
        </p:nvPicPr>
        <p:blipFill>
          <a:blip r:embed="rId3"/>
          <a:stretch>
            <a:fillRect/>
          </a:stretch>
        </p:blipFill>
        <p:spPr>
          <a:xfrm>
            <a:off x="3359810" y="2651760"/>
            <a:ext cx="365760" cy="365760"/>
          </a:xfrm>
          <a:prstGeom prst="rect">
            <a:avLst/>
          </a:prstGeom>
        </p:spPr>
      </p:pic>
      <p:sp>
        <p:nvSpPr>
          <p:cNvPr id="10" name="Text 7"/>
          <p:cNvSpPr/>
          <p:nvPr/>
        </p:nvSpPr>
        <p:spPr>
          <a:xfrm>
            <a:off x="822960" y="2651760"/>
            <a:ext cx="2216810" cy="457200"/>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Classification</a:t>
            </a:r>
            <a:endParaRPr lang="en-US" sz="1700" dirty="0"/>
          </a:p>
        </p:txBody>
      </p:sp>
      <p:sp>
        <p:nvSpPr>
          <p:cNvPr id="11" name="Text 8"/>
          <p:cNvSpPr/>
          <p:nvPr/>
        </p:nvSpPr>
        <p:spPr>
          <a:xfrm>
            <a:off x="822960" y="3291840"/>
            <a:ext cx="3131210" cy="77724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Catégorie · sous-catégorie · sentiment</a:t>
            </a:r>
            <a:endParaRPr lang="en-US" sz="1200" dirty="0"/>
          </a:p>
        </p:txBody>
      </p:sp>
      <p:sp>
        <p:nvSpPr>
          <p:cNvPr id="12" name="Shape 9"/>
          <p:cNvSpPr/>
          <p:nvPr/>
        </p:nvSpPr>
        <p:spPr>
          <a:xfrm>
            <a:off x="4301642" y="2286000"/>
            <a:ext cx="3588410" cy="1874520"/>
          </a:xfrm>
          <a:prstGeom prst="rect">
            <a:avLst/>
          </a:prstGeom>
          <a:solidFill>
            <a:srgbClr val="FFFFFF"/>
          </a:solidFill>
          <a:ln w="12700">
            <a:solidFill>
              <a:srgbClr val="E2E8F0"/>
            </a:solidFill>
            <a:prstDash val="solid"/>
          </a:ln>
          <a:effectLst>
            <a:outerShdw blurRad="101600" dist="25400" dir="5400000" algn="bl" rotWithShape="0">
              <a:srgbClr val="0F172A">
                <a:alpha val="6000"/>
              </a:srgbClr>
            </a:outerShdw>
          </a:effectLst>
        </p:spPr>
        <p:txBody>
          <a:bodyPr/>
          <a:lstStyle/>
          <a:p>
            <a:endParaRPr lang="fr-FR"/>
          </a:p>
        </p:txBody>
      </p:sp>
      <p:sp>
        <p:nvSpPr>
          <p:cNvPr id="13" name="Shape 10"/>
          <p:cNvSpPr/>
          <p:nvPr/>
        </p:nvSpPr>
        <p:spPr>
          <a:xfrm>
            <a:off x="4301642" y="2286000"/>
            <a:ext cx="91440" cy="1874520"/>
          </a:xfrm>
          <a:prstGeom prst="rect">
            <a:avLst/>
          </a:prstGeom>
          <a:solidFill>
            <a:srgbClr val="22C55E"/>
          </a:solidFill>
          <a:ln w="12700">
            <a:solidFill>
              <a:srgbClr val="22C55E"/>
            </a:solidFill>
            <a:prstDash val="solid"/>
          </a:ln>
        </p:spPr>
        <p:txBody>
          <a:bodyPr/>
          <a:lstStyle/>
          <a:p>
            <a:endParaRPr lang="fr-FR"/>
          </a:p>
        </p:txBody>
      </p:sp>
      <p:sp>
        <p:nvSpPr>
          <p:cNvPr id="14" name="Shape 11"/>
          <p:cNvSpPr/>
          <p:nvPr/>
        </p:nvSpPr>
        <p:spPr>
          <a:xfrm>
            <a:off x="6975653" y="2514600"/>
            <a:ext cx="640080" cy="640080"/>
          </a:xfrm>
          <a:prstGeom prst="ellipse">
            <a:avLst/>
          </a:prstGeom>
          <a:solidFill>
            <a:srgbClr val="22C55E">
              <a:alpha val="15000"/>
            </a:srgbClr>
          </a:solidFill>
          <a:ln w="12700">
            <a:solidFill>
              <a:srgbClr val="22C55E"/>
            </a:solidFill>
            <a:prstDash val="solid"/>
          </a:ln>
        </p:spPr>
        <p:txBody>
          <a:bodyPr/>
          <a:lstStyle/>
          <a:p>
            <a:endParaRPr lang="fr-FR"/>
          </a:p>
        </p:txBody>
      </p:sp>
      <p:pic>
        <p:nvPicPr>
          <p:cNvPr id="15" name="Image 1" descr="preencoded.png"/>
          <p:cNvPicPr>
            <a:picLocks noChangeAspect="1"/>
          </p:cNvPicPr>
          <p:nvPr/>
        </p:nvPicPr>
        <p:blipFill>
          <a:blip r:embed="rId4"/>
          <a:stretch>
            <a:fillRect/>
          </a:stretch>
        </p:blipFill>
        <p:spPr>
          <a:xfrm>
            <a:off x="7112813" y="2651760"/>
            <a:ext cx="365760" cy="365760"/>
          </a:xfrm>
          <a:prstGeom prst="rect">
            <a:avLst/>
          </a:prstGeom>
        </p:spPr>
      </p:pic>
      <p:sp>
        <p:nvSpPr>
          <p:cNvPr id="16" name="Text 12"/>
          <p:cNvSpPr/>
          <p:nvPr/>
        </p:nvSpPr>
        <p:spPr>
          <a:xfrm>
            <a:off x="4575962" y="2651760"/>
            <a:ext cx="2216810" cy="457200"/>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Génération de réponse</a:t>
            </a:r>
            <a:endParaRPr lang="en-US" sz="1700" dirty="0"/>
          </a:p>
        </p:txBody>
      </p:sp>
      <p:sp>
        <p:nvSpPr>
          <p:cNvPr id="17" name="Text 13"/>
          <p:cNvSpPr/>
          <p:nvPr/>
        </p:nvSpPr>
        <p:spPr>
          <a:xfrm>
            <a:off x="4575962" y="3291840"/>
            <a:ext cx="3131210" cy="77724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Réponse adaptée à la langue</a:t>
            </a:r>
            <a:endParaRPr lang="en-US" sz="1200" dirty="0"/>
          </a:p>
        </p:txBody>
      </p:sp>
      <p:sp>
        <p:nvSpPr>
          <p:cNvPr id="18" name="Shape 14"/>
          <p:cNvSpPr/>
          <p:nvPr/>
        </p:nvSpPr>
        <p:spPr>
          <a:xfrm>
            <a:off x="8054645" y="2286000"/>
            <a:ext cx="3588410" cy="1874520"/>
          </a:xfrm>
          <a:prstGeom prst="rect">
            <a:avLst/>
          </a:prstGeom>
          <a:solidFill>
            <a:srgbClr val="FFFFFF"/>
          </a:solidFill>
          <a:ln w="12700">
            <a:solidFill>
              <a:srgbClr val="E2E8F0"/>
            </a:solidFill>
            <a:prstDash val="solid"/>
          </a:ln>
          <a:effectLst>
            <a:outerShdw blurRad="101600" dist="25400" dir="5400000" algn="bl" rotWithShape="0">
              <a:srgbClr val="0F172A">
                <a:alpha val="6000"/>
              </a:srgbClr>
            </a:outerShdw>
          </a:effectLst>
        </p:spPr>
        <p:txBody>
          <a:bodyPr/>
          <a:lstStyle/>
          <a:p>
            <a:endParaRPr lang="fr-FR"/>
          </a:p>
        </p:txBody>
      </p:sp>
      <p:sp>
        <p:nvSpPr>
          <p:cNvPr id="19" name="Shape 15"/>
          <p:cNvSpPr/>
          <p:nvPr/>
        </p:nvSpPr>
        <p:spPr>
          <a:xfrm>
            <a:off x="8054645" y="2286000"/>
            <a:ext cx="91440" cy="1874520"/>
          </a:xfrm>
          <a:prstGeom prst="rect">
            <a:avLst/>
          </a:prstGeom>
          <a:solidFill>
            <a:srgbClr val="DC2626"/>
          </a:solidFill>
          <a:ln w="12700">
            <a:solidFill>
              <a:srgbClr val="DC2626"/>
            </a:solidFill>
            <a:prstDash val="solid"/>
          </a:ln>
        </p:spPr>
        <p:txBody>
          <a:bodyPr/>
          <a:lstStyle/>
          <a:p>
            <a:endParaRPr lang="fr-FR"/>
          </a:p>
        </p:txBody>
      </p:sp>
      <p:sp>
        <p:nvSpPr>
          <p:cNvPr id="20" name="Shape 16"/>
          <p:cNvSpPr/>
          <p:nvPr/>
        </p:nvSpPr>
        <p:spPr>
          <a:xfrm>
            <a:off x="10728655" y="2514600"/>
            <a:ext cx="640080" cy="640080"/>
          </a:xfrm>
          <a:prstGeom prst="ellipse">
            <a:avLst/>
          </a:prstGeom>
          <a:solidFill>
            <a:srgbClr val="DC2626">
              <a:alpha val="15000"/>
            </a:srgbClr>
          </a:solidFill>
          <a:ln w="12700">
            <a:solidFill>
              <a:srgbClr val="DC2626"/>
            </a:solidFill>
            <a:prstDash val="solid"/>
          </a:ln>
        </p:spPr>
        <p:txBody>
          <a:bodyPr/>
          <a:lstStyle/>
          <a:p>
            <a:endParaRPr lang="fr-FR"/>
          </a:p>
        </p:txBody>
      </p:sp>
      <p:pic>
        <p:nvPicPr>
          <p:cNvPr id="21" name="Image 2" descr="preencoded.png"/>
          <p:cNvPicPr>
            <a:picLocks noChangeAspect="1"/>
          </p:cNvPicPr>
          <p:nvPr/>
        </p:nvPicPr>
        <p:blipFill>
          <a:blip r:embed="rId5"/>
          <a:stretch>
            <a:fillRect/>
          </a:stretch>
        </p:blipFill>
        <p:spPr>
          <a:xfrm>
            <a:off x="10865815" y="2651760"/>
            <a:ext cx="365760" cy="365760"/>
          </a:xfrm>
          <a:prstGeom prst="rect">
            <a:avLst/>
          </a:prstGeom>
        </p:spPr>
      </p:pic>
      <p:sp>
        <p:nvSpPr>
          <p:cNvPr id="22" name="Text 17"/>
          <p:cNvSpPr/>
          <p:nvPr/>
        </p:nvSpPr>
        <p:spPr>
          <a:xfrm>
            <a:off x="8328965" y="2651760"/>
            <a:ext cx="2216810" cy="457200"/>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Détection d'urgence</a:t>
            </a:r>
            <a:endParaRPr lang="en-US" sz="1700" dirty="0"/>
          </a:p>
        </p:txBody>
      </p:sp>
      <p:sp>
        <p:nvSpPr>
          <p:cNvPr id="23" name="Text 18"/>
          <p:cNvSpPr/>
          <p:nvPr/>
        </p:nvSpPr>
        <p:spPr>
          <a:xfrm>
            <a:off x="8328965" y="3291840"/>
            <a:ext cx="3131210" cy="77724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Mots-clés sécurité, P0/P1</a:t>
            </a:r>
            <a:endParaRPr lang="en-US" sz="1200" dirty="0"/>
          </a:p>
        </p:txBody>
      </p:sp>
      <p:sp>
        <p:nvSpPr>
          <p:cNvPr id="24" name="Shape 19"/>
          <p:cNvSpPr/>
          <p:nvPr/>
        </p:nvSpPr>
        <p:spPr>
          <a:xfrm>
            <a:off x="548640" y="4361688"/>
            <a:ext cx="3588410" cy="1874520"/>
          </a:xfrm>
          <a:prstGeom prst="rect">
            <a:avLst/>
          </a:prstGeom>
          <a:solidFill>
            <a:srgbClr val="FFFFFF"/>
          </a:solidFill>
          <a:ln w="12700">
            <a:solidFill>
              <a:srgbClr val="E2E8F0"/>
            </a:solidFill>
            <a:prstDash val="solid"/>
          </a:ln>
          <a:effectLst>
            <a:outerShdw blurRad="101600" dist="25400" dir="5400000" algn="bl" rotWithShape="0">
              <a:srgbClr val="0F172A">
                <a:alpha val="6000"/>
              </a:srgbClr>
            </a:outerShdw>
          </a:effectLst>
        </p:spPr>
        <p:txBody>
          <a:bodyPr/>
          <a:lstStyle/>
          <a:p>
            <a:endParaRPr lang="fr-FR"/>
          </a:p>
        </p:txBody>
      </p:sp>
      <p:sp>
        <p:nvSpPr>
          <p:cNvPr id="25" name="Shape 20"/>
          <p:cNvSpPr/>
          <p:nvPr/>
        </p:nvSpPr>
        <p:spPr>
          <a:xfrm>
            <a:off x="548640" y="4361688"/>
            <a:ext cx="91440" cy="1874520"/>
          </a:xfrm>
          <a:prstGeom prst="rect">
            <a:avLst/>
          </a:prstGeom>
          <a:solidFill>
            <a:srgbClr val="F59E0B"/>
          </a:solidFill>
          <a:ln w="12700">
            <a:solidFill>
              <a:srgbClr val="F59E0B"/>
            </a:solidFill>
            <a:prstDash val="solid"/>
          </a:ln>
        </p:spPr>
        <p:txBody>
          <a:bodyPr/>
          <a:lstStyle/>
          <a:p>
            <a:endParaRPr lang="fr-FR"/>
          </a:p>
        </p:txBody>
      </p:sp>
      <p:sp>
        <p:nvSpPr>
          <p:cNvPr id="26" name="Shape 21"/>
          <p:cNvSpPr/>
          <p:nvPr/>
        </p:nvSpPr>
        <p:spPr>
          <a:xfrm>
            <a:off x="3222650" y="4590288"/>
            <a:ext cx="640080" cy="640080"/>
          </a:xfrm>
          <a:prstGeom prst="ellipse">
            <a:avLst/>
          </a:prstGeom>
          <a:solidFill>
            <a:srgbClr val="F59E0B">
              <a:alpha val="15000"/>
            </a:srgbClr>
          </a:solidFill>
          <a:ln w="12700">
            <a:solidFill>
              <a:srgbClr val="F59E0B"/>
            </a:solidFill>
            <a:prstDash val="solid"/>
          </a:ln>
        </p:spPr>
        <p:txBody>
          <a:bodyPr/>
          <a:lstStyle/>
          <a:p>
            <a:endParaRPr lang="fr-FR"/>
          </a:p>
        </p:txBody>
      </p:sp>
      <p:pic>
        <p:nvPicPr>
          <p:cNvPr id="27" name="Image 3" descr="preencoded.png"/>
          <p:cNvPicPr>
            <a:picLocks noChangeAspect="1"/>
          </p:cNvPicPr>
          <p:nvPr/>
        </p:nvPicPr>
        <p:blipFill>
          <a:blip r:embed="rId6"/>
          <a:stretch>
            <a:fillRect/>
          </a:stretch>
        </p:blipFill>
        <p:spPr>
          <a:xfrm>
            <a:off x="3359810" y="4727448"/>
            <a:ext cx="365760" cy="365760"/>
          </a:xfrm>
          <a:prstGeom prst="rect">
            <a:avLst/>
          </a:prstGeom>
        </p:spPr>
      </p:pic>
      <p:sp>
        <p:nvSpPr>
          <p:cNvPr id="28" name="Text 22"/>
          <p:cNvSpPr/>
          <p:nvPr/>
        </p:nvSpPr>
        <p:spPr>
          <a:xfrm>
            <a:off x="822960" y="4727448"/>
            <a:ext cx="2216810" cy="457200"/>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Audio Whisper</a:t>
            </a:r>
            <a:endParaRPr lang="en-US" sz="1700" dirty="0"/>
          </a:p>
        </p:txBody>
      </p:sp>
      <p:sp>
        <p:nvSpPr>
          <p:cNvPr id="29" name="Text 23"/>
          <p:cNvSpPr/>
          <p:nvPr/>
        </p:nvSpPr>
        <p:spPr>
          <a:xfrm>
            <a:off x="822960" y="5367528"/>
            <a:ext cx="3131210" cy="777240"/>
          </a:xfrm>
          <a:prstGeom prst="rect">
            <a:avLst/>
          </a:prstGeom>
          <a:noFill/>
          <a:ln/>
        </p:spPr>
        <p:txBody>
          <a:bodyPr wrap="square" lIns="0" tIns="0" rIns="0" bIns="0" rtlCol="0" anchor="ctr"/>
          <a:lstStyle/>
          <a:p>
            <a:pPr>
              <a:buSzPct val="100000"/>
            </a:pPr>
            <a:r>
              <a:rPr lang="en-US" sz="1200" dirty="0">
                <a:solidFill>
                  <a:srgbClr val="1E293B"/>
                </a:solidFill>
              </a:rPr>
              <a:t>Transcription via whisper-large-v3</a:t>
            </a:r>
            <a:endParaRPr lang="en-US" sz="1200" dirty="0"/>
          </a:p>
          <a:p>
            <a:pPr>
              <a:buSzPct val="100000"/>
            </a:pPr>
            <a:r>
              <a:rPr lang="en-US" sz="1200" dirty="0" err="1">
                <a:solidFill>
                  <a:srgbClr val="1E293B"/>
                </a:solidFill>
              </a:rPr>
              <a:t>Intégration</a:t>
            </a:r>
            <a:r>
              <a:rPr lang="en-US" sz="1200" dirty="0">
                <a:solidFill>
                  <a:srgbClr val="1E293B"/>
                </a:solidFill>
              </a:rPr>
              <a:t> au flux </a:t>
            </a:r>
            <a:r>
              <a:rPr lang="en-US" sz="1200" dirty="0" err="1">
                <a:solidFill>
                  <a:srgbClr val="1E293B"/>
                </a:solidFill>
              </a:rPr>
              <a:t>texte</a:t>
            </a:r>
            <a:r>
              <a:rPr lang="en-US" sz="1200" dirty="0">
                <a:solidFill>
                  <a:srgbClr val="1E293B"/>
                </a:solidFill>
              </a:rPr>
              <a:t> standard</a:t>
            </a:r>
            <a:endParaRPr lang="en-US" sz="1200" dirty="0"/>
          </a:p>
        </p:txBody>
      </p:sp>
      <p:sp>
        <p:nvSpPr>
          <p:cNvPr id="30" name="Shape 24"/>
          <p:cNvSpPr/>
          <p:nvPr/>
        </p:nvSpPr>
        <p:spPr>
          <a:xfrm>
            <a:off x="4301642" y="4361688"/>
            <a:ext cx="3588410" cy="1874520"/>
          </a:xfrm>
          <a:prstGeom prst="rect">
            <a:avLst/>
          </a:prstGeom>
          <a:solidFill>
            <a:srgbClr val="FFFFFF"/>
          </a:solidFill>
          <a:ln w="12700">
            <a:solidFill>
              <a:srgbClr val="E2E8F0"/>
            </a:solidFill>
            <a:prstDash val="solid"/>
          </a:ln>
          <a:effectLst>
            <a:outerShdw blurRad="101600" dist="25400" dir="5400000" algn="bl" rotWithShape="0">
              <a:srgbClr val="0F172A">
                <a:alpha val="6000"/>
              </a:srgbClr>
            </a:outerShdw>
          </a:effectLst>
        </p:spPr>
        <p:txBody>
          <a:bodyPr/>
          <a:lstStyle/>
          <a:p>
            <a:endParaRPr lang="fr-FR"/>
          </a:p>
        </p:txBody>
      </p:sp>
      <p:sp>
        <p:nvSpPr>
          <p:cNvPr id="31" name="Shape 25"/>
          <p:cNvSpPr/>
          <p:nvPr/>
        </p:nvSpPr>
        <p:spPr>
          <a:xfrm>
            <a:off x="4301642" y="4361688"/>
            <a:ext cx="91440" cy="1874520"/>
          </a:xfrm>
          <a:prstGeom prst="rect">
            <a:avLst/>
          </a:prstGeom>
          <a:solidFill>
            <a:srgbClr val="1E3A8A"/>
          </a:solidFill>
          <a:ln w="12700">
            <a:solidFill>
              <a:srgbClr val="1E3A8A"/>
            </a:solidFill>
            <a:prstDash val="solid"/>
          </a:ln>
        </p:spPr>
        <p:txBody>
          <a:bodyPr/>
          <a:lstStyle/>
          <a:p>
            <a:endParaRPr lang="fr-FR"/>
          </a:p>
        </p:txBody>
      </p:sp>
      <p:sp>
        <p:nvSpPr>
          <p:cNvPr id="32" name="Shape 26"/>
          <p:cNvSpPr/>
          <p:nvPr/>
        </p:nvSpPr>
        <p:spPr>
          <a:xfrm>
            <a:off x="6975653" y="4590288"/>
            <a:ext cx="640080" cy="640080"/>
          </a:xfrm>
          <a:prstGeom prst="ellipse">
            <a:avLst/>
          </a:prstGeom>
          <a:solidFill>
            <a:srgbClr val="1E3A8A">
              <a:alpha val="15000"/>
            </a:srgbClr>
          </a:solidFill>
          <a:ln w="12700">
            <a:solidFill>
              <a:srgbClr val="1E3A8A"/>
            </a:solidFill>
            <a:prstDash val="solid"/>
          </a:ln>
        </p:spPr>
        <p:txBody>
          <a:bodyPr/>
          <a:lstStyle/>
          <a:p>
            <a:endParaRPr lang="fr-FR"/>
          </a:p>
        </p:txBody>
      </p:sp>
      <p:pic>
        <p:nvPicPr>
          <p:cNvPr id="33" name="Image 4" descr="preencoded.png"/>
          <p:cNvPicPr>
            <a:picLocks noChangeAspect="1"/>
          </p:cNvPicPr>
          <p:nvPr/>
        </p:nvPicPr>
        <p:blipFill>
          <a:blip r:embed="rId7"/>
          <a:stretch>
            <a:fillRect/>
          </a:stretch>
        </p:blipFill>
        <p:spPr>
          <a:xfrm>
            <a:off x="7112813" y="4727448"/>
            <a:ext cx="365760" cy="365760"/>
          </a:xfrm>
          <a:prstGeom prst="rect">
            <a:avLst/>
          </a:prstGeom>
        </p:spPr>
      </p:pic>
      <p:sp>
        <p:nvSpPr>
          <p:cNvPr id="34" name="Text 27"/>
          <p:cNvSpPr/>
          <p:nvPr/>
        </p:nvSpPr>
        <p:spPr>
          <a:xfrm>
            <a:off x="4575962" y="4727448"/>
            <a:ext cx="2216810" cy="457200"/>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Analyse image</a:t>
            </a:r>
            <a:endParaRPr lang="en-US" sz="1700" dirty="0"/>
          </a:p>
        </p:txBody>
      </p:sp>
      <p:sp>
        <p:nvSpPr>
          <p:cNvPr id="35" name="Text 28"/>
          <p:cNvSpPr/>
          <p:nvPr/>
        </p:nvSpPr>
        <p:spPr>
          <a:xfrm>
            <a:off x="4575962" y="5367528"/>
            <a:ext cx="3131210" cy="777240"/>
          </a:xfrm>
          <a:prstGeom prst="rect">
            <a:avLst/>
          </a:prstGeom>
          <a:noFill/>
          <a:ln/>
        </p:spPr>
        <p:txBody>
          <a:bodyPr wrap="square" lIns="0" tIns="0" rIns="0" bIns="0" rtlCol="0" anchor="ctr"/>
          <a:lstStyle/>
          <a:p>
            <a:pPr>
              <a:buSzPct val="100000"/>
            </a:pPr>
            <a:r>
              <a:rPr lang="en-US" sz="1200" dirty="0" err="1">
                <a:solidFill>
                  <a:srgbClr val="1E293B"/>
                </a:solidFill>
              </a:rPr>
              <a:t>Téléchargement</a:t>
            </a:r>
            <a:r>
              <a:rPr lang="en-US" sz="1200" dirty="0">
                <a:solidFill>
                  <a:srgbClr val="1E293B"/>
                </a:solidFill>
              </a:rPr>
              <a:t> Twilio → base64</a:t>
            </a:r>
            <a:endParaRPr lang="en-US" sz="1200" dirty="0"/>
          </a:p>
          <a:p>
            <a:pPr>
              <a:buSzPct val="100000"/>
            </a:pPr>
            <a:r>
              <a:rPr lang="en-US" sz="1200" dirty="0" err="1">
                <a:solidFill>
                  <a:srgbClr val="1E293B"/>
                </a:solidFill>
              </a:rPr>
              <a:t>Analyse</a:t>
            </a:r>
            <a:r>
              <a:rPr lang="en-US" sz="1200" dirty="0">
                <a:solidFill>
                  <a:srgbClr val="1E293B"/>
                </a:solidFill>
              </a:rPr>
              <a:t> via VISION_MODEL </a:t>
            </a:r>
            <a:r>
              <a:rPr lang="en-US" sz="1200" dirty="0" err="1">
                <a:solidFill>
                  <a:srgbClr val="1E293B"/>
                </a:solidFill>
              </a:rPr>
              <a:t>configuré</a:t>
            </a:r>
            <a:endParaRPr lang="en-US" sz="1200" dirty="0">
              <a:solidFill>
                <a:srgbClr val="1E293B"/>
              </a:solidFill>
            </a:endParaRPr>
          </a:p>
        </p:txBody>
      </p:sp>
      <p:sp>
        <p:nvSpPr>
          <p:cNvPr id="36" name="Shape 29"/>
          <p:cNvSpPr/>
          <p:nvPr/>
        </p:nvSpPr>
        <p:spPr>
          <a:xfrm>
            <a:off x="8054645" y="4361688"/>
            <a:ext cx="3588410" cy="1874520"/>
          </a:xfrm>
          <a:prstGeom prst="rect">
            <a:avLst/>
          </a:prstGeom>
          <a:solidFill>
            <a:srgbClr val="FFFFFF"/>
          </a:solidFill>
          <a:ln w="12700">
            <a:solidFill>
              <a:srgbClr val="E2E8F0"/>
            </a:solidFill>
            <a:prstDash val="solid"/>
          </a:ln>
          <a:effectLst>
            <a:outerShdw blurRad="101600" dist="25400" dir="5400000" algn="bl" rotWithShape="0">
              <a:srgbClr val="0F172A">
                <a:alpha val="6000"/>
              </a:srgbClr>
            </a:outerShdw>
          </a:effectLst>
        </p:spPr>
        <p:txBody>
          <a:bodyPr/>
          <a:lstStyle/>
          <a:p>
            <a:endParaRPr lang="fr-FR"/>
          </a:p>
        </p:txBody>
      </p:sp>
      <p:sp>
        <p:nvSpPr>
          <p:cNvPr id="37" name="Shape 30"/>
          <p:cNvSpPr/>
          <p:nvPr/>
        </p:nvSpPr>
        <p:spPr>
          <a:xfrm>
            <a:off x="8054645" y="4361688"/>
            <a:ext cx="91440" cy="1874520"/>
          </a:xfrm>
          <a:prstGeom prst="rect">
            <a:avLst/>
          </a:prstGeom>
          <a:solidFill>
            <a:srgbClr val="06B6D4"/>
          </a:solidFill>
          <a:ln w="12700">
            <a:solidFill>
              <a:srgbClr val="06B6D4"/>
            </a:solidFill>
            <a:prstDash val="solid"/>
          </a:ln>
        </p:spPr>
        <p:txBody>
          <a:bodyPr/>
          <a:lstStyle/>
          <a:p>
            <a:endParaRPr lang="fr-FR"/>
          </a:p>
        </p:txBody>
      </p:sp>
      <p:sp>
        <p:nvSpPr>
          <p:cNvPr id="38" name="Shape 31"/>
          <p:cNvSpPr/>
          <p:nvPr/>
        </p:nvSpPr>
        <p:spPr>
          <a:xfrm>
            <a:off x="10728655" y="4590288"/>
            <a:ext cx="640080" cy="640080"/>
          </a:xfrm>
          <a:prstGeom prst="ellipse">
            <a:avLst/>
          </a:prstGeom>
          <a:solidFill>
            <a:srgbClr val="06B6D4">
              <a:alpha val="15000"/>
            </a:srgbClr>
          </a:solidFill>
          <a:ln w="12700">
            <a:solidFill>
              <a:srgbClr val="06B6D4"/>
            </a:solidFill>
            <a:prstDash val="solid"/>
          </a:ln>
        </p:spPr>
        <p:txBody>
          <a:bodyPr/>
          <a:lstStyle/>
          <a:p>
            <a:endParaRPr lang="fr-FR"/>
          </a:p>
        </p:txBody>
      </p:sp>
      <p:pic>
        <p:nvPicPr>
          <p:cNvPr id="39" name="Image 5" descr="preencoded.png"/>
          <p:cNvPicPr>
            <a:picLocks noChangeAspect="1"/>
          </p:cNvPicPr>
          <p:nvPr/>
        </p:nvPicPr>
        <p:blipFill>
          <a:blip r:embed="rId8"/>
          <a:stretch>
            <a:fillRect/>
          </a:stretch>
        </p:blipFill>
        <p:spPr>
          <a:xfrm>
            <a:off x="10865815" y="4727448"/>
            <a:ext cx="365760" cy="365760"/>
          </a:xfrm>
          <a:prstGeom prst="rect">
            <a:avLst/>
          </a:prstGeom>
        </p:spPr>
      </p:pic>
      <p:sp>
        <p:nvSpPr>
          <p:cNvPr id="40" name="Text 32"/>
          <p:cNvSpPr/>
          <p:nvPr/>
        </p:nvSpPr>
        <p:spPr>
          <a:xfrm>
            <a:off x="8328965" y="4727448"/>
            <a:ext cx="2216810" cy="457200"/>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Multilingue + Darija</a:t>
            </a:r>
            <a:endParaRPr lang="en-US" sz="1700" dirty="0"/>
          </a:p>
        </p:txBody>
      </p:sp>
      <p:sp>
        <p:nvSpPr>
          <p:cNvPr id="41" name="Text 33"/>
          <p:cNvSpPr/>
          <p:nvPr/>
        </p:nvSpPr>
        <p:spPr>
          <a:xfrm>
            <a:off x="8328965" y="5242515"/>
            <a:ext cx="3131210" cy="1005840"/>
          </a:xfrm>
          <a:prstGeom prst="rect">
            <a:avLst/>
          </a:prstGeom>
          <a:noFill/>
          <a:ln/>
        </p:spPr>
        <p:txBody>
          <a:bodyPr wrap="square" lIns="0" tIns="0" rIns="0" bIns="0" rtlCol="0" anchor="ctr"/>
          <a:lstStyle/>
          <a:p>
            <a:pPr>
              <a:buSzPct val="100000"/>
            </a:pPr>
            <a:r>
              <a:rPr lang="en-US" sz="1200" dirty="0">
                <a:solidFill>
                  <a:srgbClr val="1E293B"/>
                </a:solidFill>
              </a:rPr>
              <a:t>Arabe : </a:t>
            </a:r>
            <a:r>
              <a:rPr lang="en-US" sz="1200" dirty="0" err="1">
                <a:solidFill>
                  <a:srgbClr val="1E293B"/>
                </a:solidFill>
              </a:rPr>
              <a:t>détection</a:t>
            </a:r>
            <a:r>
              <a:rPr lang="en-US" sz="1200" dirty="0">
                <a:solidFill>
                  <a:srgbClr val="1E293B"/>
                </a:solidFill>
              </a:rPr>
              <a:t> de script </a:t>
            </a:r>
            <a:r>
              <a:rPr lang="en-US" sz="1200" dirty="0" err="1">
                <a:solidFill>
                  <a:srgbClr val="1E293B"/>
                </a:solidFill>
              </a:rPr>
              <a:t>unicode</a:t>
            </a:r>
            <a:endParaRPr lang="en-US" sz="1200" dirty="0"/>
          </a:p>
          <a:p>
            <a:pPr>
              <a:buSzPct val="100000"/>
            </a:pPr>
            <a:r>
              <a:rPr lang="en-US" sz="1200" dirty="0">
                <a:solidFill>
                  <a:srgbClr val="1E293B"/>
                </a:solidFill>
              </a:rPr>
              <a:t>Darija </a:t>
            </a:r>
            <a:r>
              <a:rPr lang="en-US" sz="1200" dirty="0" err="1">
                <a:solidFill>
                  <a:srgbClr val="1E293B"/>
                </a:solidFill>
              </a:rPr>
              <a:t>romanisée</a:t>
            </a:r>
            <a:endParaRPr lang="en-US" sz="1200" dirty="0"/>
          </a:p>
          <a:p>
            <a:pPr>
              <a:buSzPct val="100000"/>
            </a:pPr>
            <a:r>
              <a:rPr lang="en-US" sz="1200" dirty="0">
                <a:solidFill>
                  <a:srgbClr val="1E293B"/>
                </a:solidFill>
              </a:rPr>
              <a:t>Français / Anglais : via </a:t>
            </a:r>
            <a:r>
              <a:rPr lang="en-US" sz="1200" dirty="0" err="1">
                <a:solidFill>
                  <a:srgbClr val="1E293B"/>
                </a:solidFill>
              </a:rPr>
              <a:t>langdetect</a:t>
            </a:r>
            <a:endParaRPr lang="en-US" sz="1200" dirty="0"/>
          </a:p>
          <a:p>
            <a:pPr>
              <a:buSzPct val="100000"/>
            </a:pPr>
            <a:r>
              <a:rPr lang="en-US" sz="1200" dirty="0">
                <a:solidFill>
                  <a:srgbClr val="1E293B"/>
                </a:solidFill>
              </a:rPr>
              <a:t>Réponse </a:t>
            </a:r>
            <a:r>
              <a:rPr lang="en-US" sz="1200" dirty="0" err="1">
                <a:solidFill>
                  <a:srgbClr val="1E293B"/>
                </a:solidFill>
              </a:rPr>
              <a:t>générée</a:t>
            </a:r>
            <a:r>
              <a:rPr lang="en-US" sz="1200" dirty="0">
                <a:solidFill>
                  <a:srgbClr val="1E293B"/>
                </a:solidFill>
              </a:rPr>
              <a:t> dans la langue du </a:t>
            </a:r>
            <a:r>
              <a:rPr lang="en-US" sz="1200" dirty="0" err="1">
                <a:solidFill>
                  <a:srgbClr val="1E293B"/>
                </a:solidFill>
              </a:rPr>
              <a:t>résident</a:t>
            </a:r>
            <a:endParaRPr lang="en-US" sz="1200" dirty="0"/>
          </a:p>
        </p:txBody>
      </p:sp>
      <p:sp>
        <p:nvSpPr>
          <p:cNvPr id="42" name="Text 34"/>
          <p:cNvSpPr/>
          <p:nvPr/>
        </p:nvSpPr>
        <p:spPr>
          <a:xfrm>
            <a:off x="10911535" y="6446520"/>
            <a:ext cx="914400" cy="274320"/>
          </a:xfrm>
          <a:prstGeom prst="rect">
            <a:avLst/>
          </a:prstGeom>
          <a:noFill/>
          <a:ln/>
        </p:spPr>
        <p:txBody>
          <a:bodyPr wrap="square" rtlCol="0" anchor="ctr"/>
          <a:lstStyle/>
          <a:p>
            <a:pPr marL="0" indent="0" algn="r">
              <a:buNone/>
            </a:pPr>
            <a:r>
              <a:rPr lang="en-US" sz="1000" dirty="0">
                <a:solidFill>
                  <a:srgbClr val="475569"/>
                </a:solidFill>
                <a:latin typeface="Calibri" pitchFamily="34" charset="0"/>
                <a:ea typeface="Calibri" pitchFamily="34" charset="-122"/>
                <a:cs typeface="Calibri" pitchFamily="34" charset="-120"/>
              </a:rPr>
              <a:t>13 / 24</a:t>
            </a:r>
            <a:endParaRPr lang="en-US" sz="1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0-#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0-#ppt_w/2"/>
                                          </p:val>
                                        </p:tav>
                                        <p:tav tm="100000">
                                          <p:val>
                                            <p:strVal val="#ppt_x"/>
                                          </p:val>
                                        </p:tav>
                                      </p:tavLst>
                                    </p:anim>
                                    <p:anim calcmode="lin" valueType="num">
                                      <p:cBhvr additive="base">
                                        <p:cTn id="16" dur="500" fill="hold"/>
                                        <p:tgtEl>
                                          <p:spTgt spid="8"/>
                                        </p:tgtEl>
                                        <p:attrNameLst>
                                          <p:attrName>ppt_y</p:attrName>
                                        </p:attrNameLst>
                                      </p:cBhvr>
                                      <p:tavLst>
                                        <p:tav tm="0">
                                          <p:val>
                                            <p:strVal val="#ppt_y"/>
                                          </p:val>
                                        </p:tav>
                                        <p:tav tm="100000">
                                          <p:val>
                                            <p:strVal val="#ppt_y"/>
                                          </p:val>
                                        </p:tav>
                                      </p:tavLst>
                                    </p:anim>
                                  </p:childTnLst>
                                </p:cTn>
                              </p:par>
                              <p:par>
                                <p:cTn id="17" presetID="2" presetClass="entr" presetSubtype="8"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0-#ppt_w/2"/>
                                          </p:val>
                                        </p:tav>
                                        <p:tav tm="100000">
                                          <p:val>
                                            <p:strVal val="#ppt_x"/>
                                          </p:val>
                                        </p:tav>
                                      </p:tavLst>
                                    </p:anim>
                                    <p:anim calcmode="lin" valueType="num">
                                      <p:cBhvr additive="base">
                                        <p:cTn id="20" dur="500" fill="hold"/>
                                        <p:tgtEl>
                                          <p:spTgt spid="9"/>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500" fill="hold"/>
                                        <p:tgtEl>
                                          <p:spTgt spid="10"/>
                                        </p:tgtEl>
                                        <p:attrNameLst>
                                          <p:attrName>ppt_x</p:attrName>
                                        </p:attrNameLst>
                                      </p:cBhvr>
                                      <p:tavLst>
                                        <p:tav tm="0">
                                          <p:val>
                                            <p:strVal val="0-#ppt_w/2"/>
                                          </p:val>
                                        </p:tav>
                                        <p:tav tm="100000">
                                          <p:val>
                                            <p:strVal val="#ppt_x"/>
                                          </p:val>
                                        </p:tav>
                                      </p:tavLst>
                                    </p:anim>
                                    <p:anim calcmode="lin" valueType="num">
                                      <p:cBhvr additive="base">
                                        <p:cTn id="24" dur="500" fill="hold"/>
                                        <p:tgtEl>
                                          <p:spTgt spid="10"/>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0-#ppt_w/2"/>
                                          </p:val>
                                        </p:tav>
                                        <p:tav tm="100000">
                                          <p:val>
                                            <p:strVal val="#ppt_x"/>
                                          </p:val>
                                        </p:tav>
                                      </p:tavLst>
                                    </p:anim>
                                    <p:anim calcmode="lin" valueType="num">
                                      <p:cBhvr additive="base">
                                        <p:cTn id="28" dur="500" fill="hold"/>
                                        <p:tgtEl>
                                          <p:spTgt spid="11"/>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0-#ppt_w/2"/>
                                          </p:val>
                                        </p:tav>
                                        <p:tav tm="100000">
                                          <p:val>
                                            <p:strVal val="#ppt_x"/>
                                          </p:val>
                                        </p:tav>
                                      </p:tavLst>
                                    </p:anim>
                                    <p:anim calcmode="lin" valueType="num">
                                      <p:cBhvr additive="base">
                                        <p:cTn id="32" dur="500" fill="hold"/>
                                        <p:tgtEl>
                                          <p:spTgt spid="12"/>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 calcmode="lin" valueType="num">
                                      <p:cBhvr additive="base">
                                        <p:cTn id="35" dur="500" fill="hold"/>
                                        <p:tgtEl>
                                          <p:spTgt spid="13"/>
                                        </p:tgtEl>
                                        <p:attrNameLst>
                                          <p:attrName>ppt_x</p:attrName>
                                        </p:attrNameLst>
                                      </p:cBhvr>
                                      <p:tavLst>
                                        <p:tav tm="0">
                                          <p:val>
                                            <p:strVal val="0-#ppt_w/2"/>
                                          </p:val>
                                        </p:tav>
                                        <p:tav tm="100000">
                                          <p:val>
                                            <p:strVal val="#ppt_x"/>
                                          </p:val>
                                        </p:tav>
                                      </p:tavLst>
                                    </p:anim>
                                    <p:anim calcmode="lin" valueType="num">
                                      <p:cBhvr additive="base">
                                        <p:cTn id="36" dur="500" fill="hold"/>
                                        <p:tgtEl>
                                          <p:spTgt spid="13"/>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additive="base">
                                        <p:cTn id="39" dur="500" fill="hold"/>
                                        <p:tgtEl>
                                          <p:spTgt spid="14"/>
                                        </p:tgtEl>
                                        <p:attrNameLst>
                                          <p:attrName>ppt_x</p:attrName>
                                        </p:attrNameLst>
                                      </p:cBhvr>
                                      <p:tavLst>
                                        <p:tav tm="0">
                                          <p:val>
                                            <p:strVal val="0-#ppt_w/2"/>
                                          </p:val>
                                        </p:tav>
                                        <p:tav tm="100000">
                                          <p:val>
                                            <p:strVal val="#ppt_x"/>
                                          </p:val>
                                        </p:tav>
                                      </p:tavLst>
                                    </p:anim>
                                    <p:anim calcmode="lin" valueType="num">
                                      <p:cBhvr additive="base">
                                        <p:cTn id="40" dur="500" fill="hold"/>
                                        <p:tgtEl>
                                          <p:spTgt spid="14"/>
                                        </p:tgtEl>
                                        <p:attrNameLst>
                                          <p:attrName>ppt_y</p:attrName>
                                        </p:attrNameLst>
                                      </p:cBhvr>
                                      <p:tavLst>
                                        <p:tav tm="0">
                                          <p:val>
                                            <p:strVal val="#ppt_y"/>
                                          </p:val>
                                        </p:tav>
                                        <p:tav tm="100000">
                                          <p:val>
                                            <p:strVal val="#ppt_y"/>
                                          </p:val>
                                        </p:tav>
                                      </p:tavLst>
                                    </p:anim>
                                  </p:childTnLst>
                                </p:cTn>
                              </p:par>
                              <p:par>
                                <p:cTn id="41" presetID="2" presetClass="entr" presetSubtype="8" fill="hold" nodeType="with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500" fill="hold"/>
                                        <p:tgtEl>
                                          <p:spTgt spid="15"/>
                                        </p:tgtEl>
                                        <p:attrNameLst>
                                          <p:attrName>ppt_x</p:attrName>
                                        </p:attrNameLst>
                                      </p:cBhvr>
                                      <p:tavLst>
                                        <p:tav tm="0">
                                          <p:val>
                                            <p:strVal val="0-#ppt_w/2"/>
                                          </p:val>
                                        </p:tav>
                                        <p:tav tm="100000">
                                          <p:val>
                                            <p:strVal val="#ppt_x"/>
                                          </p:val>
                                        </p:tav>
                                      </p:tavLst>
                                    </p:anim>
                                    <p:anim calcmode="lin" valueType="num">
                                      <p:cBhvr additive="base">
                                        <p:cTn id="44" dur="500" fill="hold"/>
                                        <p:tgtEl>
                                          <p:spTgt spid="15"/>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0-#ppt_w/2"/>
                                          </p:val>
                                        </p:tav>
                                        <p:tav tm="100000">
                                          <p:val>
                                            <p:strVal val="#ppt_x"/>
                                          </p:val>
                                        </p:tav>
                                      </p:tavLst>
                                    </p:anim>
                                    <p:anim calcmode="lin" valueType="num">
                                      <p:cBhvr additive="base">
                                        <p:cTn id="48" dur="500" fill="hold"/>
                                        <p:tgtEl>
                                          <p:spTgt spid="16"/>
                                        </p:tgtEl>
                                        <p:attrNameLst>
                                          <p:attrName>ppt_y</p:attrName>
                                        </p:attrNameLst>
                                      </p:cBhvr>
                                      <p:tavLst>
                                        <p:tav tm="0">
                                          <p:val>
                                            <p:strVal val="#ppt_y"/>
                                          </p:val>
                                        </p:tav>
                                        <p:tav tm="100000">
                                          <p:val>
                                            <p:strVal val="#ppt_y"/>
                                          </p:val>
                                        </p:tav>
                                      </p:tavLst>
                                    </p:anim>
                                  </p:childTnLst>
                                </p:cTn>
                              </p:par>
                              <p:par>
                                <p:cTn id="49" presetID="2" presetClass="entr" presetSubtype="8"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 calcmode="lin" valueType="num">
                                      <p:cBhvr additive="base">
                                        <p:cTn id="51" dur="500" fill="hold"/>
                                        <p:tgtEl>
                                          <p:spTgt spid="17"/>
                                        </p:tgtEl>
                                        <p:attrNameLst>
                                          <p:attrName>ppt_x</p:attrName>
                                        </p:attrNameLst>
                                      </p:cBhvr>
                                      <p:tavLst>
                                        <p:tav tm="0">
                                          <p:val>
                                            <p:strVal val="0-#ppt_w/2"/>
                                          </p:val>
                                        </p:tav>
                                        <p:tav tm="100000">
                                          <p:val>
                                            <p:strVal val="#ppt_x"/>
                                          </p:val>
                                        </p:tav>
                                      </p:tavLst>
                                    </p:anim>
                                    <p:anim calcmode="lin" valueType="num">
                                      <p:cBhvr additive="base">
                                        <p:cTn id="52" dur="500" fill="hold"/>
                                        <p:tgtEl>
                                          <p:spTgt spid="17"/>
                                        </p:tgtEl>
                                        <p:attrNameLst>
                                          <p:attrName>ppt_y</p:attrName>
                                        </p:attrNameLst>
                                      </p:cBhvr>
                                      <p:tavLst>
                                        <p:tav tm="0">
                                          <p:val>
                                            <p:strVal val="#ppt_y"/>
                                          </p:val>
                                        </p:tav>
                                        <p:tav tm="100000">
                                          <p:val>
                                            <p:strVal val="#ppt_y"/>
                                          </p:val>
                                        </p:tav>
                                      </p:tavLst>
                                    </p:anim>
                                  </p:childTnLst>
                                </p:cTn>
                              </p:par>
                              <p:par>
                                <p:cTn id="53" presetID="2" presetClass="entr" presetSubtype="8"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 calcmode="lin" valueType="num">
                                      <p:cBhvr additive="base">
                                        <p:cTn id="55" dur="500" fill="hold"/>
                                        <p:tgtEl>
                                          <p:spTgt spid="18"/>
                                        </p:tgtEl>
                                        <p:attrNameLst>
                                          <p:attrName>ppt_x</p:attrName>
                                        </p:attrNameLst>
                                      </p:cBhvr>
                                      <p:tavLst>
                                        <p:tav tm="0">
                                          <p:val>
                                            <p:strVal val="0-#ppt_w/2"/>
                                          </p:val>
                                        </p:tav>
                                        <p:tav tm="100000">
                                          <p:val>
                                            <p:strVal val="#ppt_x"/>
                                          </p:val>
                                        </p:tav>
                                      </p:tavLst>
                                    </p:anim>
                                    <p:anim calcmode="lin" valueType="num">
                                      <p:cBhvr additive="base">
                                        <p:cTn id="56" dur="500" fill="hold"/>
                                        <p:tgtEl>
                                          <p:spTgt spid="18"/>
                                        </p:tgtEl>
                                        <p:attrNameLst>
                                          <p:attrName>ppt_y</p:attrName>
                                        </p:attrNameLst>
                                      </p:cBhvr>
                                      <p:tavLst>
                                        <p:tav tm="0">
                                          <p:val>
                                            <p:strVal val="#ppt_y"/>
                                          </p:val>
                                        </p:tav>
                                        <p:tav tm="100000">
                                          <p:val>
                                            <p:strVal val="#ppt_y"/>
                                          </p:val>
                                        </p:tav>
                                      </p:tavLst>
                                    </p:anim>
                                  </p:childTnLst>
                                </p:cTn>
                              </p:par>
                              <p:par>
                                <p:cTn id="57" presetID="2" presetClass="entr" presetSubtype="8" fill="hold" grpId="0" nodeType="withEffect">
                                  <p:stCondLst>
                                    <p:cond delay="0"/>
                                  </p:stCondLst>
                                  <p:childTnLst>
                                    <p:set>
                                      <p:cBhvr>
                                        <p:cTn id="58" dur="1" fill="hold">
                                          <p:stCondLst>
                                            <p:cond delay="0"/>
                                          </p:stCondLst>
                                        </p:cTn>
                                        <p:tgtEl>
                                          <p:spTgt spid="19"/>
                                        </p:tgtEl>
                                        <p:attrNameLst>
                                          <p:attrName>style.visibility</p:attrName>
                                        </p:attrNameLst>
                                      </p:cBhvr>
                                      <p:to>
                                        <p:strVal val="visible"/>
                                      </p:to>
                                    </p:set>
                                    <p:anim calcmode="lin" valueType="num">
                                      <p:cBhvr additive="base">
                                        <p:cTn id="59" dur="500" fill="hold"/>
                                        <p:tgtEl>
                                          <p:spTgt spid="19"/>
                                        </p:tgtEl>
                                        <p:attrNameLst>
                                          <p:attrName>ppt_x</p:attrName>
                                        </p:attrNameLst>
                                      </p:cBhvr>
                                      <p:tavLst>
                                        <p:tav tm="0">
                                          <p:val>
                                            <p:strVal val="0-#ppt_w/2"/>
                                          </p:val>
                                        </p:tav>
                                        <p:tav tm="100000">
                                          <p:val>
                                            <p:strVal val="#ppt_x"/>
                                          </p:val>
                                        </p:tav>
                                      </p:tavLst>
                                    </p:anim>
                                    <p:anim calcmode="lin" valueType="num">
                                      <p:cBhvr additive="base">
                                        <p:cTn id="60" dur="500" fill="hold"/>
                                        <p:tgtEl>
                                          <p:spTgt spid="19"/>
                                        </p:tgtEl>
                                        <p:attrNameLst>
                                          <p:attrName>ppt_y</p:attrName>
                                        </p:attrNameLst>
                                      </p:cBhvr>
                                      <p:tavLst>
                                        <p:tav tm="0">
                                          <p:val>
                                            <p:strVal val="#ppt_y"/>
                                          </p:val>
                                        </p:tav>
                                        <p:tav tm="100000">
                                          <p:val>
                                            <p:strVal val="#ppt_y"/>
                                          </p:val>
                                        </p:tav>
                                      </p:tavLst>
                                    </p:anim>
                                  </p:childTnLst>
                                </p:cTn>
                              </p:par>
                              <p:par>
                                <p:cTn id="61" presetID="2" presetClass="entr" presetSubtype="8" fill="hold" grpId="0" nodeType="withEffect">
                                  <p:stCondLst>
                                    <p:cond delay="0"/>
                                  </p:stCondLst>
                                  <p:childTnLst>
                                    <p:set>
                                      <p:cBhvr>
                                        <p:cTn id="62" dur="1" fill="hold">
                                          <p:stCondLst>
                                            <p:cond delay="0"/>
                                          </p:stCondLst>
                                        </p:cTn>
                                        <p:tgtEl>
                                          <p:spTgt spid="20"/>
                                        </p:tgtEl>
                                        <p:attrNameLst>
                                          <p:attrName>style.visibility</p:attrName>
                                        </p:attrNameLst>
                                      </p:cBhvr>
                                      <p:to>
                                        <p:strVal val="visible"/>
                                      </p:to>
                                    </p:set>
                                    <p:anim calcmode="lin" valueType="num">
                                      <p:cBhvr additive="base">
                                        <p:cTn id="63" dur="500" fill="hold"/>
                                        <p:tgtEl>
                                          <p:spTgt spid="20"/>
                                        </p:tgtEl>
                                        <p:attrNameLst>
                                          <p:attrName>ppt_x</p:attrName>
                                        </p:attrNameLst>
                                      </p:cBhvr>
                                      <p:tavLst>
                                        <p:tav tm="0">
                                          <p:val>
                                            <p:strVal val="0-#ppt_w/2"/>
                                          </p:val>
                                        </p:tav>
                                        <p:tav tm="100000">
                                          <p:val>
                                            <p:strVal val="#ppt_x"/>
                                          </p:val>
                                        </p:tav>
                                      </p:tavLst>
                                    </p:anim>
                                    <p:anim calcmode="lin" valueType="num">
                                      <p:cBhvr additive="base">
                                        <p:cTn id="64" dur="500" fill="hold"/>
                                        <p:tgtEl>
                                          <p:spTgt spid="20"/>
                                        </p:tgtEl>
                                        <p:attrNameLst>
                                          <p:attrName>ppt_y</p:attrName>
                                        </p:attrNameLst>
                                      </p:cBhvr>
                                      <p:tavLst>
                                        <p:tav tm="0">
                                          <p:val>
                                            <p:strVal val="#ppt_y"/>
                                          </p:val>
                                        </p:tav>
                                        <p:tav tm="100000">
                                          <p:val>
                                            <p:strVal val="#ppt_y"/>
                                          </p:val>
                                        </p:tav>
                                      </p:tavLst>
                                    </p:anim>
                                  </p:childTnLst>
                                </p:cTn>
                              </p:par>
                              <p:par>
                                <p:cTn id="65" presetID="2" presetClass="entr" presetSubtype="8" fill="hold" nodeType="withEffect">
                                  <p:stCondLst>
                                    <p:cond delay="0"/>
                                  </p:stCondLst>
                                  <p:childTnLst>
                                    <p:set>
                                      <p:cBhvr>
                                        <p:cTn id="66" dur="1" fill="hold">
                                          <p:stCondLst>
                                            <p:cond delay="0"/>
                                          </p:stCondLst>
                                        </p:cTn>
                                        <p:tgtEl>
                                          <p:spTgt spid="21"/>
                                        </p:tgtEl>
                                        <p:attrNameLst>
                                          <p:attrName>style.visibility</p:attrName>
                                        </p:attrNameLst>
                                      </p:cBhvr>
                                      <p:to>
                                        <p:strVal val="visible"/>
                                      </p:to>
                                    </p:set>
                                    <p:anim calcmode="lin" valueType="num">
                                      <p:cBhvr additive="base">
                                        <p:cTn id="67" dur="500" fill="hold"/>
                                        <p:tgtEl>
                                          <p:spTgt spid="21"/>
                                        </p:tgtEl>
                                        <p:attrNameLst>
                                          <p:attrName>ppt_x</p:attrName>
                                        </p:attrNameLst>
                                      </p:cBhvr>
                                      <p:tavLst>
                                        <p:tav tm="0">
                                          <p:val>
                                            <p:strVal val="0-#ppt_w/2"/>
                                          </p:val>
                                        </p:tav>
                                        <p:tav tm="100000">
                                          <p:val>
                                            <p:strVal val="#ppt_x"/>
                                          </p:val>
                                        </p:tav>
                                      </p:tavLst>
                                    </p:anim>
                                    <p:anim calcmode="lin" valueType="num">
                                      <p:cBhvr additive="base">
                                        <p:cTn id="68" dur="500" fill="hold"/>
                                        <p:tgtEl>
                                          <p:spTgt spid="21"/>
                                        </p:tgtEl>
                                        <p:attrNameLst>
                                          <p:attrName>ppt_y</p:attrName>
                                        </p:attrNameLst>
                                      </p:cBhvr>
                                      <p:tavLst>
                                        <p:tav tm="0">
                                          <p:val>
                                            <p:strVal val="#ppt_y"/>
                                          </p:val>
                                        </p:tav>
                                        <p:tav tm="100000">
                                          <p:val>
                                            <p:strVal val="#ppt_y"/>
                                          </p:val>
                                        </p:tav>
                                      </p:tavLst>
                                    </p:anim>
                                  </p:childTnLst>
                                </p:cTn>
                              </p:par>
                              <p:par>
                                <p:cTn id="69" presetID="2" presetClass="entr" presetSubtype="8" fill="hold" grpId="0" nodeType="withEffect">
                                  <p:stCondLst>
                                    <p:cond delay="0"/>
                                  </p:stCondLst>
                                  <p:childTnLst>
                                    <p:set>
                                      <p:cBhvr>
                                        <p:cTn id="70" dur="1" fill="hold">
                                          <p:stCondLst>
                                            <p:cond delay="0"/>
                                          </p:stCondLst>
                                        </p:cTn>
                                        <p:tgtEl>
                                          <p:spTgt spid="22"/>
                                        </p:tgtEl>
                                        <p:attrNameLst>
                                          <p:attrName>style.visibility</p:attrName>
                                        </p:attrNameLst>
                                      </p:cBhvr>
                                      <p:to>
                                        <p:strVal val="visible"/>
                                      </p:to>
                                    </p:set>
                                    <p:anim calcmode="lin" valueType="num">
                                      <p:cBhvr additive="base">
                                        <p:cTn id="71" dur="500" fill="hold"/>
                                        <p:tgtEl>
                                          <p:spTgt spid="22"/>
                                        </p:tgtEl>
                                        <p:attrNameLst>
                                          <p:attrName>ppt_x</p:attrName>
                                        </p:attrNameLst>
                                      </p:cBhvr>
                                      <p:tavLst>
                                        <p:tav tm="0">
                                          <p:val>
                                            <p:strVal val="0-#ppt_w/2"/>
                                          </p:val>
                                        </p:tav>
                                        <p:tav tm="100000">
                                          <p:val>
                                            <p:strVal val="#ppt_x"/>
                                          </p:val>
                                        </p:tav>
                                      </p:tavLst>
                                    </p:anim>
                                    <p:anim calcmode="lin" valueType="num">
                                      <p:cBhvr additive="base">
                                        <p:cTn id="72" dur="500" fill="hold"/>
                                        <p:tgtEl>
                                          <p:spTgt spid="22"/>
                                        </p:tgtEl>
                                        <p:attrNameLst>
                                          <p:attrName>ppt_y</p:attrName>
                                        </p:attrNameLst>
                                      </p:cBhvr>
                                      <p:tavLst>
                                        <p:tav tm="0">
                                          <p:val>
                                            <p:strVal val="#ppt_y"/>
                                          </p:val>
                                        </p:tav>
                                        <p:tav tm="100000">
                                          <p:val>
                                            <p:strVal val="#ppt_y"/>
                                          </p:val>
                                        </p:tav>
                                      </p:tavLst>
                                    </p:anim>
                                  </p:childTnLst>
                                </p:cTn>
                              </p:par>
                              <p:par>
                                <p:cTn id="73" presetID="2" presetClass="entr" presetSubtype="8" fill="hold" grpId="0" nodeType="withEffect">
                                  <p:stCondLst>
                                    <p:cond delay="0"/>
                                  </p:stCondLst>
                                  <p:childTnLst>
                                    <p:set>
                                      <p:cBhvr>
                                        <p:cTn id="74" dur="1" fill="hold">
                                          <p:stCondLst>
                                            <p:cond delay="0"/>
                                          </p:stCondLst>
                                        </p:cTn>
                                        <p:tgtEl>
                                          <p:spTgt spid="23"/>
                                        </p:tgtEl>
                                        <p:attrNameLst>
                                          <p:attrName>style.visibility</p:attrName>
                                        </p:attrNameLst>
                                      </p:cBhvr>
                                      <p:to>
                                        <p:strVal val="visible"/>
                                      </p:to>
                                    </p:set>
                                    <p:anim calcmode="lin" valueType="num">
                                      <p:cBhvr additive="base">
                                        <p:cTn id="75" dur="500" fill="hold"/>
                                        <p:tgtEl>
                                          <p:spTgt spid="23"/>
                                        </p:tgtEl>
                                        <p:attrNameLst>
                                          <p:attrName>ppt_x</p:attrName>
                                        </p:attrNameLst>
                                      </p:cBhvr>
                                      <p:tavLst>
                                        <p:tav tm="0">
                                          <p:val>
                                            <p:strVal val="0-#ppt_w/2"/>
                                          </p:val>
                                        </p:tav>
                                        <p:tav tm="100000">
                                          <p:val>
                                            <p:strVal val="#ppt_x"/>
                                          </p:val>
                                        </p:tav>
                                      </p:tavLst>
                                    </p:anim>
                                    <p:anim calcmode="lin" valueType="num">
                                      <p:cBhvr additive="base">
                                        <p:cTn id="76"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2" presetClass="entr" presetSubtype="8" fill="hold" grpId="0" nodeType="clickEffect">
                                  <p:stCondLst>
                                    <p:cond delay="0"/>
                                  </p:stCondLst>
                                  <p:childTnLst>
                                    <p:set>
                                      <p:cBhvr>
                                        <p:cTn id="80" dur="1" fill="hold">
                                          <p:stCondLst>
                                            <p:cond delay="0"/>
                                          </p:stCondLst>
                                        </p:cTn>
                                        <p:tgtEl>
                                          <p:spTgt spid="24"/>
                                        </p:tgtEl>
                                        <p:attrNameLst>
                                          <p:attrName>style.visibility</p:attrName>
                                        </p:attrNameLst>
                                      </p:cBhvr>
                                      <p:to>
                                        <p:strVal val="visible"/>
                                      </p:to>
                                    </p:set>
                                    <p:anim calcmode="lin" valueType="num">
                                      <p:cBhvr additive="base">
                                        <p:cTn id="81" dur="500" fill="hold"/>
                                        <p:tgtEl>
                                          <p:spTgt spid="24"/>
                                        </p:tgtEl>
                                        <p:attrNameLst>
                                          <p:attrName>ppt_x</p:attrName>
                                        </p:attrNameLst>
                                      </p:cBhvr>
                                      <p:tavLst>
                                        <p:tav tm="0">
                                          <p:val>
                                            <p:strVal val="0-#ppt_w/2"/>
                                          </p:val>
                                        </p:tav>
                                        <p:tav tm="100000">
                                          <p:val>
                                            <p:strVal val="#ppt_x"/>
                                          </p:val>
                                        </p:tav>
                                      </p:tavLst>
                                    </p:anim>
                                    <p:anim calcmode="lin" valueType="num">
                                      <p:cBhvr additive="base">
                                        <p:cTn id="82" dur="500" fill="hold"/>
                                        <p:tgtEl>
                                          <p:spTgt spid="24"/>
                                        </p:tgtEl>
                                        <p:attrNameLst>
                                          <p:attrName>ppt_y</p:attrName>
                                        </p:attrNameLst>
                                      </p:cBhvr>
                                      <p:tavLst>
                                        <p:tav tm="0">
                                          <p:val>
                                            <p:strVal val="#ppt_y"/>
                                          </p:val>
                                        </p:tav>
                                        <p:tav tm="100000">
                                          <p:val>
                                            <p:strVal val="#ppt_y"/>
                                          </p:val>
                                        </p:tav>
                                      </p:tavLst>
                                    </p:anim>
                                  </p:childTnLst>
                                </p:cTn>
                              </p:par>
                              <p:par>
                                <p:cTn id="83" presetID="2" presetClass="entr" presetSubtype="8" fill="hold" grpId="0" nodeType="withEffect">
                                  <p:stCondLst>
                                    <p:cond delay="0"/>
                                  </p:stCondLst>
                                  <p:childTnLst>
                                    <p:set>
                                      <p:cBhvr>
                                        <p:cTn id="84" dur="1" fill="hold">
                                          <p:stCondLst>
                                            <p:cond delay="0"/>
                                          </p:stCondLst>
                                        </p:cTn>
                                        <p:tgtEl>
                                          <p:spTgt spid="25"/>
                                        </p:tgtEl>
                                        <p:attrNameLst>
                                          <p:attrName>style.visibility</p:attrName>
                                        </p:attrNameLst>
                                      </p:cBhvr>
                                      <p:to>
                                        <p:strVal val="visible"/>
                                      </p:to>
                                    </p:set>
                                    <p:anim calcmode="lin" valueType="num">
                                      <p:cBhvr additive="base">
                                        <p:cTn id="85" dur="500" fill="hold"/>
                                        <p:tgtEl>
                                          <p:spTgt spid="25"/>
                                        </p:tgtEl>
                                        <p:attrNameLst>
                                          <p:attrName>ppt_x</p:attrName>
                                        </p:attrNameLst>
                                      </p:cBhvr>
                                      <p:tavLst>
                                        <p:tav tm="0">
                                          <p:val>
                                            <p:strVal val="0-#ppt_w/2"/>
                                          </p:val>
                                        </p:tav>
                                        <p:tav tm="100000">
                                          <p:val>
                                            <p:strVal val="#ppt_x"/>
                                          </p:val>
                                        </p:tav>
                                      </p:tavLst>
                                    </p:anim>
                                    <p:anim calcmode="lin" valueType="num">
                                      <p:cBhvr additive="base">
                                        <p:cTn id="86" dur="500" fill="hold"/>
                                        <p:tgtEl>
                                          <p:spTgt spid="25"/>
                                        </p:tgtEl>
                                        <p:attrNameLst>
                                          <p:attrName>ppt_y</p:attrName>
                                        </p:attrNameLst>
                                      </p:cBhvr>
                                      <p:tavLst>
                                        <p:tav tm="0">
                                          <p:val>
                                            <p:strVal val="#ppt_y"/>
                                          </p:val>
                                        </p:tav>
                                        <p:tav tm="100000">
                                          <p:val>
                                            <p:strVal val="#ppt_y"/>
                                          </p:val>
                                        </p:tav>
                                      </p:tavLst>
                                    </p:anim>
                                  </p:childTnLst>
                                </p:cTn>
                              </p:par>
                              <p:par>
                                <p:cTn id="87" presetID="2" presetClass="entr" presetSubtype="8" fill="hold" grpId="0" nodeType="withEffect">
                                  <p:stCondLst>
                                    <p:cond delay="0"/>
                                  </p:stCondLst>
                                  <p:childTnLst>
                                    <p:set>
                                      <p:cBhvr>
                                        <p:cTn id="88" dur="1" fill="hold">
                                          <p:stCondLst>
                                            <p:cond delay="0"/>
                                          </p:stCondLst>
                                        </p:cTn>
                                        <p:tgtEl>
                                          <p:spTgt spid="26"/>
                                        </p:tgtEl>
                                        <p:attrNameLst>
                                          <p:attrName>style.visibility</p:attrName>
                                        </p:attrNameLst>
                                      </p:cBhvr>
                                      <p:to>
                                        <p:strVal val="visible"/>
                                      </p:to>
                                    </p:set>
                                    <p:anim calcmode="lin" valueType="num">
                                      <p:cBhvr additive="base">
                                        <p:cTn id="89" dur="500" fill="hold"/>
                                        <p:tgtEl>
                                          <p:spTgt spid="26"/>
                                        </p:tgtEl>
                                        <p:attrNameLst>
                                          <p:attrName>ppt_x</p:attrName>
                                        </p:attrNameLst>
                                      </p:cBhvr>
                                      <p:tavLst>
                                        <p:tav tm="0">
                                          <p:val>
                                            <p:strVal val="0-#ppt_w/2"/>
                                          </p:val>
                                        </p:tav>
                                        <p:tav tm="100000">
                                          <p:val>
                                            <p:strVal val="#ppt_x"/>
                                          </p:val>
                                        </p:tav>
                                      </p:tavLst>
                                    </p:anim>
                                    <p:anim calcmode="lin" valueType="num">
                                      <p:cBhvr additive="base">
                                        <p:cTn id="90" dur="500" fill="hold"/>
                                        <p:tgtEl>
                                          <p:spTgt spid="26"/>
                                        </p:tgtEl>
                                        <p:attrNameLst>
                                          <p:attrName>ppt_y</p:attrName>
                                        </p:attrNameLst>
                                      </p:cBhvr>
                                      <p:tavLst>
                                        <p:tav tm="0">
                                          <p:val>
                                            <p:strVal val="#ppt_y"/>
                                          </p:val>
                                        </p:tav>
                                        <p:tav tm="100000">
                                          <p:val>
                                            <p:strVal val="#ppt_y"/>
                                          </p:val>
                                        </p:tav>
                                      </p:tavLst>
                                    </p:anim>
                                  </p:childTnLst>
                                </p:cTn>
                              </p:par>
                              <p:par>
                                <p:cTn id="91" presetID="2" presetClass="entr" presetSubtype="8" fill="hold" nodeType="withEffect">
                                  <p:stCondLst>
                                    <p:cond delay="0"/>
                                  </p:stCondLst>
                                  <p:childTnLst>
                                    <p:set>
                                      <p:cBhvr>
                                        <p:cTn id="92" dur="1" fill="hold">
                                          <p:stCondLst>
                                            <p:cond delay="0"/>
                                          </p:stCondLst>
                                        </p:cTn>
                                        <p:tgtEl>
                                          <p:spTgt spid="27"/>
                                        </p:tgtEl>
                                        <p:attrNameLst>
                                          <p:attrName>style.visibility</p:attrName>
                                        </p:attrNameLst>
                                      </p:cBhvr>
                                      <p:to>
                                        <p:strVal val="visible"/>
                                      </p:to>
                                    </p:set>
                                    <p:anim calcmode="lin" valueType="num">
                                      <p:cBhvr additive="base">
                                        <p:cTn id="93" dur="500" fill="hold"/>
                                        <p:tgtEl>
                                          <p:spTgt spid="27"/>
                                        </p:tgtEl>
                                        <p:attrNameLst>
                                          <p:attrName>ppt_x</p:attrName>
                                        </p:attrNameLst>
                                      </p:cBhvr>
                                      <p:tavLst>
                                        <p:tav tm="0">
                                          <p:val>
                                            <p:strVal val="0-#ppt_w/2"/>
                                          </p:val>
                                        </p:tav>
                                        <p:tav tm="100000">
                                          <p:val>
                                            <p:strVal val="#ppt_x"/>
                                          </p:val>
                                        </p:tav>
                                      </p:tavLst>
                                    </p:anim>
                                    <p:anim calcmode="lin" valueType="num">
                                      <p:cBhvr additive="base">
                                        <p:cTn id="94" dur="500" fill="hold"/>
                                        <p:tgtEl>
                                          <p:spTgt spid="27"/>
                                        </p:tgtEl>
                                        <p:attrNameLst>
                                          <p:attrName>ppt_y</p:attrName>
                                        </p:attrNameLst>
                                      </p:cBhvr>
                                      <p:tavLst>
                                        <p:tav tm="0">
                                          <p:val>
                                            <p:strVal val="#ppt_y"/>
                                          </p:val>
                                        </p:tav>
                                        <p:tav tm="100000">
                                          <p:val>
                                            <p:strVal val="#ppt_y"/>
                                          </p:val>
                                        </p:tav>
                                      </p:tavLst>
                                    </p:anim>
                                  </p:childTnLst>
                                </p:cTn>
                              </p:par>
                              <p:par>
                                <p:cTn id="95" presetID="2" presetClass="entr" presetSubtype="8" fill="hold" grpId="0" nodeType="withEffect">
                                  <p:stCondLst>
                                    <p:cond delay="0"/>
                                  </p:stCondLst>
                                  <p:childTnLst>
                                    <p:set>
                                      <p:cBhvr>
                                        <p:cTn id="96" dur="1" fill="hold">
                                          <p:stCondLst>
                                            <p:cond delay="0"/>
                                          </p:stCondLst>
                                        </p:cTn>
                                        <p:tgtEl>
                                          <p:spTgt spid="28"/>
                                        </p:tgtEl>
                                        <p:attrNameLst>
                                          <p:attrName>style.visibility</p:attrName>
                                        </p:attrNameLst>
                                      </p:cBhvr>
                                      <p:to>
                                        <p:strVal val="visible"/>
                                      </p:to>
                                    </p:set>
                                    <p:anim calcmode="lin" valueType="num">
                                      <p:cBhvr additive="base">
                                        <p:cTn id="97" dur="500" fill="hold"/>
                                        <p:tgtEl>
                                          <p:spTgt spid="28"/>
                                        </p:tgtEl>
                                        <p:attrNameLst>
                                          <p:attrName>ppt_x</p:attrName>
                                        </p:attrNameLst>
                                      </p:cBhvr>
                                      <p:tavLst>
                                        <p:tav tm="0">
                                          <p:val>
                                            <p:strVal val="0-#ppt_w/2"/>
                                          </p:val>
                                        </p:tav>
                                        <p:tav tm="100000">
                                          <p:val>
                                            <p:strVal val="#ppt_x"/>
                                          </p:val>
                                        </p:tav>
                                      </p:tavLst>
                                    </p:anim>
                                    <p:anim calcmode="lin" valueType="num">
                                      <p:cBhvr additive="base">
                                        <p:cTn id="98" dur="500" fill="hold"/>
                                        <p:tgtEl>
                                          <p:spTgt spid="28"/>
                                        </p:tgtEl>
                                        <p:attrNameLst>
                                          <p:attrName>ppt_y</p:attrName>
                                        </p:attrNameLst>
                                      </p:cBhvr>
                                      <p:tavLst>
                                        <p:tav tm="0">
                                          <p:val>
                                            <p:strVal val="#ppt_y"/>
                                          </p:val>
                                        </p:tav>
                                        <p:tav tm="100000">
                                          <p:val>
                                            <p:strVal val="#ppt_y"/>
                                          </p:val>
                                        </p:tav>
                                      </p:tavLst>
                                    </p:anim>
                                  </p:childTnLst>
                                </p:cTn>
                              </p:par>
                              <p:par>
                                <p:cTn id="99" presetID="2" presetClass="entr" presetSubtype="8" fill="hold" grpId="0" nodeType="withEffect">
                                  <p:stCondLst>
                                    <p:cond delay="0"/>
                                  </p:stCondLst>
                                  <p:childTnLst>
                                    <p:set>
                                      <p:cBhvr>
                                        <p:cTn id="100" dur="1" fill="hold">
                                          <p:stCondLst>
                                            <p:cond delay="0"/>
                                          </p:stCondLst>
                                        </p:cTn>
                                        <p:tgtEl>
                                          <p:spTgt spid="29"/>
                                        </p:tgtEl>
                                        <p:attrNameLst>
                                          <p:attrName>style.visibility</p:attrName>
                                        </p:attrNameLst>
                                      </p:cBhvr>
                                      <p:to>
                                        <p:strVal val="visible"/>
                                      </p:to>
                                    </p:set>
                                    <p:anim calcmode="lin" valueType="num">
                                      <p:cBhvr additive="base">
                                        <p:cTn id="101" dur="500" fill="hold"/>
                                        <p:tgtEl>
                                          <p:spTgt spid="29"/>
                                        </p:tgtEl>
                                        <p:attrNameLst>
                                          <p:attrName>ppt_x</p:attrName>
                                        </p:attrNameLst>
                                      </p:cBhvr>
                                      <p:tavLst>
                                        <p:tav tm="0">
                                          <p:val>
                                            <p:strVal val="0-#ppt_w/2"/>
                                          </p:val>
                                        </p:tav>
                                        <p:tav tm="100000">
                                          <p:val>
                                            <p:strVal val="#ppt_x"/>
                                          </p:val>
                                        </p:tav>
                                      </p:tavLst>
                                    </p:anim>
                                    <p:anim calcmode="lin" valueType="num">
                                      <p:cBhvr additive="base">
                                        <p:cTn id="102" dur="500" fill="hold"/>
                                        <p:tgtEl>
                                          <p:spTgt spid="29"/>
                                        </p:tgtEl>
                                        <p:attrNameLst>
                                          <p:attrName>ppt_y</p:attrName>
                                        </p:attrNameLst>
                                      </p:cBhvr>
                                      <p:tavLst>
                                        <p:tav tm="0">
                                          <p:val>
                                            <p:strVal val="#ppt_y"/>
                                          </p:val>
                                        </p:tav>
                                        <p:tav tm="100000">
                                          <p:val>
                                            <p:strVal val="#ppt_y"/>
                                          </p:val>
                                        </p:tav>
                                      </p:tavLst>
                                    </p:anim>
                                  </p:childTnLst>
                                </p:cTn>
                              </p:par>
                              <p:par>
                                <p:cTn id="103" presetID="2" presetClass="entr" presetSubtype="8" fill="hold" grpId="0" nodeType="withEffect">
                                  <p:stCondLst>
                                    <p:cond delay="0"/>
                                  </p:stCondLst>
                                  <p:childTnLst>
                                    <p:set>
                                      <p:cBhvr>
                                        <p:cTn id="104" dur="1" fill="hold">
                                          <p:stCondLst>
                                            <p:cond delay="0"/>
                                          </p:stCondLst>
                                        </p:cTn>
                                        <p:tgtEl>
                                          <p:spTgt spid="30"/>
                                        </p:tgtEl>
                                        <p:attrNameLst>
                                          <p:attrName>style.visibility</p:attrName>
                                        </p:attrNameLst>
                                      </p:cBhvr>
                                      <p:to>
                                        <p:strVal val="visible"/>
                                      </p:to>
                                    </p:set>
                                    <p:anim calcmode="lin" valueType="num">
                                      <p:cBhvr additive="base">
                                        <p:cTn id="105" dur="500" fill="hold"/>
                                        <p:tgtEl>
                                          <p:spTgt spid="30"/>
                                        </p:tgtEl>
                                        <p:attrNameLst>
                                          <p:attrName>ppt_x</p:attrName>
                                        </p:attrNameLst>
                                      </p:cBhvr>
                                      <p:tavLst>
                                        <p:tav tm="0">
                                          <p:val>
                                            <p:strVal val="0-#ppt_w/2"/>
                                          </p:val>
                                        </p:tav>
                                        <p:tav tm="100000">
                                          <p:val>
                                            <p:strVal val="#ppt_x"/>
                                          </p:val>
                                        </p:tav>
                                      </p:tavLst>
                                    </p:anim>
                                    <p:anim calcmode="lin" valueType="num">
                                      <p:cBhvr additive="base">
                                        <p:cTn id="106" dur="500" fill="hold"/>
                                        <p:tgtEl>
                                          <p:spTgt spid="30"/>
                                        </p:tgtEl>
                                        <p:attrNameLst>
                                          <p:attrName>ppt_y</p:attrName>
                                        </p:attrNameLst>
                                      </p:cBhvr>
                                      <p:tavLst>
                                        <p:tav tm="0">
                                          <p:val>
                                            <p:strVal val="#ppt_y"/>
                                          </p:val>
                                        </p:tav>
                                        <p:tav tm="100000">
                                          <p:val>
                                            <p:strVal val="#ppt_y"/>
                                          </p:val>
                                        </p:tav>
                                      </p:tavLst>
                                    </p:anim>
                                  </p:childTnLst>
                                </p:cTn>
                              </p:par>
                              <p:par>
                                <p:cTn id="107" presetID="2" presetClass="entr" presetSubtype="8" fill="hold" grpId="0" nodeType="withEffect">
                                  <p:stCondLst>
                                    <p:cond delay="0"/>
                                  </p:stCondLst>
                                  <p:childTnLst>
                                    <p:set>
                                      <p:cBhvr>
                                        <p:cTn id="108" dur="1" fill="hold">
                                          <p:stCondLst>
                                            <p:cond delay="0"/>
                                          </p:stCondLst>
                                        </p:cTn>
                                        <p:tgtEl>
                                          <p:spTgt spid="31"/>
                                        </p:tgtEl>
                                        <p:attrNameLst>
                                          <p:attrName>style.visibility</p:attrName>
                                        </p:attrNameLst>
                                      </p:cBhvr>
                                      <p:to>
                                        <p:strVal val="visible"/>
                                      </p:to>
                                    </p:set>
                                    <p:anim calcmode="lin" valueType="num">
                                      <p:cBhvr additive="base">
                                        <p:cTn id="109" dur="500" fill="hold"/>
                                        <p:tgtEl>
                                          <p:spTgt spid="31"/>
                                        </p:tgtEl>
                                        <p:attrNameLst>
                                          <p:attrName>ppt_x</p:attrName>
                                        </p:attrNameLst>
                                      </p:cBhvr>
                                      <p:tavLst>
                                        <p:tav tm="0">
                                          <p:val>
                                            <p:strVal val="0-#ppt_w/2"/>
                                          </p:val>
                                        </p:tav>
                                        <p:tav tm="100000">
                                          <p:val>
                                            <p:strVal val="#ppt_x"/>
                                          </p:val>
                                        </p:tav>
                                      </p:tavLst>
                                    </p:anim>
                                    <p:anim calcmode="lin" valueType="num">
                                      <p:cBhvr additive="base">
                                        <p:cTn id="110" dur="500" fill="hold"/>
                                        <p:tgtEl>
                                          <p:spTgt spid="31"/>
                                        </p:tgtEl>
                                        <p:attrNameLst>
                                          <p:attrName>ppt_y</p:attrName>
                                        </p:attrNameLst>
                                      </p:cBhvr>
                                      <p:tavLst>
                                        <p:tav tm="0">
                                          <p:val>
                                            <p:strVal val="#ppt_y"/>
                                          </p:val>
                                        </p:tav>
                                        <p:tav tm="100000">
                                          <p:val>
                                            <p:strVal val="#ppt_y"/>
                                          </p:val>
                                        </p:tav>
                                      </p:tavLst>
                                    </p:anim>
                                  </p:childTnLst>
                                </p:cTn>
                              </p:par>
                              <p:par>
                                <p:cTn id="111" presetID="2" presetClass="entr" presetSubtype="8" fill="hold" grpId="0" nodeType="withEffect">
                                  <p:stCondLst>
                                    <p:cond delay="0"/>
                                  </p:stCondLst>
                                  <p:childTnLst>
                                    <p:set>
                                      <p:cBhvr>
                                        <p:cTn id="112" dur="1" fill="hold">
                                          <p:stCondLst>
                                            <p:cond delay="0"/>
                                          </p:stCondLst>
                                        </p:cTn>
                                        <p:tgtEl>
                                          <p:spTgt spid="32"/>
                                        </p:tgtEl>
                                        <p:attrNameLst>
                                          <p:attrName>style.visibility</p:attrName>
                                        </p:attrNameLst>
                                      </p:cBhvr>
                                      <p:to>
                                        <p:strVal val="visible"/>
                                      </p:to>
                                    </p:set>
                                    <p:anim calcmode="lin" valueType="num">
                                      <p:cBhvr additive="base">
                                        <p:cTn id="113" dur="500" fill="hold"/>
                                        <p:tgtEl>
                                          <p:spTgt spid="32"/>
                                        </p:tgtEl>
                                        <p:attrNameLst>
                                          <p:attrName>ppt_x</p:attrName>
                                        </p:attrNameLst>
                                      </p:cBhvr>
                                      <p:tavLst>
                                        <p:tav tm="0">
                                          <p:val>
                                            <p:strVal val="0-#ppt_w/2"/>
                                          </p:val>
                                        </p:tav>
                                        <p:tav tm="100000">
                                          <p:val>
                                            <p:strVal val="#ppt_x"/>
                                          </p:val>
                                        </p:tav>
                                      </p:tavLst>
                                    </p:anim>
                                    <p:anim calcmode="lin" valueType="num">
                                      <p:cBhvr additive="base">
                                        <p:cTn id="114" dur="500" fill="hold"/>
                                        <p:tgtEl>
                                          <p:spTgt spid="32"/>
                                        </p:tgtEl>
                                        <p:attrNameLst>
                                          <p:attrName>ppt_y</p:attrName>
                                        </p:attrNameLst>
                                      </p:cBhvr>
                                      <p:tavLst>
                                        <p:tav tm="0">
                                          <p:val>
                                            <p:strVal val="#ppt_y"/>
                                          </p:val>
                                        </p:tav>
                                        <p:tav tm="100000">
                                          <p:val>
                                            <p:strVal val="#ppt_y"/>
                                          </p:val>
                                        </p:tav>
                                      </p:tavLst>
                                    </p:anim>
                                  </p:childTnLst>
                                </p:cTn>
                              </p:par>
                              <p:par>
                                <p:cTn id="115" presetID="2" presetClass="entr" presetSubtype="8" fill="hold" nodeType="withEffect">
                                  <p:stCondLst>
                                    <p:cond delay="0"/>
                                  </p:stCondLst>
                                  <p:childTnLst>
                                    <p:set>
                                      <p:cBhvr>
                                        <p:cTn id="116" dur="1" fill="hold">
                                          <p:stCondLst>
                                            <p:cond delay="0"/>
                                          </p:stCondLst>
                                        </p:cTn>
                                        <p:tgtEl>
                                          <p:spTgt spid="33"/>
                                        </p:tgtEl>
                                        <p:attrNameLst>
                                          <p:attrName>style.visibility</p:attrName>
                                        </p:attrNameLst>
                                      </p:cBhvr>
                                      <p:to>
                                        <p:strVal val="visible"/>
                                      </p:to>
                                    </p:set>
                                    <p:anim calcmode="lin" valueType="num">
                                      <p:cBhvr additive="base">
                                        <p:cTn id="117" dur="500" fill="hold"/>
                                        <p:tgtEl>
                                          <p:spTgt spid="33"/>
                                        </p:tgtEl>
                                        <p:attrNameLst>
                                          <p:attrName>ppt_x</p:attrName>
                                        </p:attrNameLst>
                                      </p:cBhvr>
                                      <p:tavLst>
                                        <p:tav tm="0">
                                          <p:val>
                                            <p:strVal val="0-#ppt_w/2"/>
                                          </p:val>
                                        </p:tav>
                                        <p:tav tm="100000">
                                          <p:val>
                                            <p:strVal val="#ppt_x"/>
                                          </p:val>
                                        </p:tav>
                                      </p:tavLst>
                                    </p:anim>
                                    <p:anim calcmode="lin" valueType="num">
                                      <p:cBhvr additive="base">
                                        <p:cTn id="118" dur="500" fill="hold"/>
                                        <p:tgtEl>
                                          <p:spTgt spid="33"/>
                                        </p:tgtEl>
                                        <p:attrNameLst>
                                          <p:attrName>ppt_y</p:attrName>
                                        </p:attrNameLst>
                                      </p:cBhvr>
                                      <p:tavLst>
                                        <p:tav tm="0">
                                          <p:val>
                                            <p:strVal val="#ppt_y"/>
                                          </p:val>
                                        </p:tav>
                                        <p:tav tm="100000">
                                          <p:val>
                                            <p:strVal val="#ppt_y"/>
                                          </p:val>
                                        </p:tav>
                                      </p:tavLst>
                                    </p:anim>
                                  </p:childTnLst>
                                </p:cTn>
                              </p:par>
                              <p:par>
                                <p:cTn id="119" presetID="2" presetClass="entr" presetSubtype="8" fill="hold" grpId="0" nodeType="withEffect">
                                  <p:stCondLst>
                                    <p:cond delay="0"/>
                                  </p:stCondLst>
                                  <p:childTnLst>
                                    <p:set>
                                      <p:cBhvr>
                                        <p:cTn id="120" dur="1" fill="hold">
                                          <p:stCondLst>
                                            <p:cond delay="0"/>
                                          </p:stCondLst>
                                        </p:cTn>
                                        <p:tgtEl>
                                          <p:spTgt spid="34"/>
                                        </p:tgtEl>
                                        <p:attrNameLst>
                                          <p:attrName>style.visibility</p:attrName>
                                        </p:attrNameLst>
                                      </p:cBhvr>
                                      <p:to>
                                        <p:strVal val="visible"/>
                                      </p:to>
                                    </p:set>
                                    <p:anim calcmode="lin" valueType="num">
                                      <p:cBhvr additive="base">
                                        <p:cTn id="121" dur="500" fill="hold"/>
                                        <p:tgtEl>
                                          <p:spTgt spid="34"/>
                                        </p:tgtEl>
                                        <p:attrNameLst>
                                          <p:attrName>ppt_x</p:attrName>
                                        </p:attrNameLst>
                                      </p:cBhvr>
                                      <p:tavLst>
                                        <p:tav tm="0">
                                          <p:val>
                                            <p:strVal val="0-#ppt_w/2"/>
                                          </p:val>
                                        </p:tav>
                                        <p:tav tm="100000">
                                          <p:val>
                                            <p:strVal val="#ppt_x"/>
                                          </p:val>
                                        </p:tav>
                                      </p:tavLst>
                                    </p:anim>
                                    <p:anim calcmode="lin" valueType="num">
                                      <p:cBhvr additive="base">
                                        <p:cTn id="122" dur="500" fill="hold"/>
                                        <p:tgtEl>
                                          <p:spTgt spid="34"/>
                                        </p:tgtEl>
                                        <p:attrNameLst>
                                          <p:attrName>ppt_y</p:attrName>
                                        </p:attrNameLst>
                                      </p:cBhvr>
                                      <p:tavLst>
                                        <p:tav tm="0">
                                          <p:val>
                                            <p:strVal val="#ppt_y"/>
                                          </p:val>
                                        </p:tav>
                                        <p:tav tm="100000">
                                          <p:val>
                                            <p:strVal val="#ppt_y"/>
                                          </p:val>
                                        </p:tav>
                                      </p:tavLst>
                                    </p:anim>
                                  </p:childTnLst>
                                </p:cTn>
                              </p:par>
                              <p:par>
                                <p:cTn id="123" presetID="2" presetClass="entr" presetSubtype="8" fill="hold" grpId="0" nodeType="withEffect">
                                  <p:stCondLst>
                                    <p:cond delay="0"/>
                                  </p:stCondLst>
                                  <p:childTnLst>
                                    <p:set>
                                      <p:cBhvr>
                                        <p:cTn id="124" dur="1" fill="hold">
                                          <p:stCondLst>
                                            <p:cond delay="0"/>
                                          </p:stCondLst>
                                        </p:cTn>
                                        <p:tgtEl>
                                          <p:spTgt spid="35"/>
                                        </p:tgtEl>
                                        <p:attrNameLst>
                                          <p:attrName>style.visibility</p:attrName>
                                        </p:attrNameLst>
                                      </p:cBhvr>
                                      <p:to>
                                        <p:strVal val="visible"/>
                                      </p:to>
                                    </p:set>
                                    <p:anim calcmode="lin" valueType="num">
                                      <p:cBhvr additive="base">
                                        <p:cTn id="125" dur="500" fill="hold"/>
                                        <p:tgtEl>
                                          <p:spTgt spid="35"/>
                                        </p:tgtEl>
                                        <p:attrNameLst>
                                          <p:attrName>ppt_x</p:attrName>
                                        </p:attrNameLst>
                                      </p:cBhvr>
                                      <p:tavLst>
                                        <p:tav tm="0">
                                          <p:val>
                                            <p:strVal val="0-#ppt_w/2"/>
                                          </p:val>
                                        </p:tav>
                                        <p:tav tm="100000">
                                          <p:val>
                                            <p:strVal val="#ppt_x"/>
                                          </p:val>
                                        </p:tav>
                                      </p:tavLst>
                                    </p:anim>
                                    <p:anim calcmode="lin" valueType="num">
                                      <p:cBhvr additive="base">
                                        <p:cTn id="126" dur="500" fill="hold"/>
                                        <p:tgtEl>
                                          <p:spTgt spid="35"/>
                                        </p:tgtEl>
                                        <p:attrNameLst>
                                          <p:attrName>ppt_y</p:attrName>
                                        </p:attrNameLst>
                                      </p:cBhvr>
                                      <p:tavLst>
                                        <p:tav tm="0">
                                          <p:val>
                                            <p:strVal val="#ppt_y"/>
                                          </p:val>
                                        </p:tav>
                                        <p:tav tm="100000">
                                          <p:val>
                                            <p:strVal val="#ppt_y"/>
                                          </p:val>
                                        </p:tav>
                                      </p:tavLst>
                                    </p:anim>
                                  </p:childTnLst>
                                </p:cTn>
                              </p:par>
                              <p:par>
                                <p:cTn id="127" presetID="2" presetClass="entr" presetSubtype="8" fill="hold" grpId="0" nodeType="withEffect">
                                  <p:stCondLst>
                                    <p:cond delay="0"/>
                                  </p:stCondLst>
                                  <p:childTnLst>
                                    <p:set>
                                      <p:cBhvr>
                                        <p:cTn id="128" dur="1" fill="hold">
                                          <p:stCondLst>
                                            <p:cond delay="0"/>
                                          </p:stCondLst>
                                        </p:cTn>
                                        <p:tgtEl>
                                          <p:spTgt spid="36"/>
                                        </p:tgtEl>
                                        <p:attrNameLst>
                                          <p:attrName>style.visibility</p:attrName>
                                        </p:attrNameLst>
                                      </p:cBhvr>
                                      <p:to>
                                        <p:strVal val="visible"/>
                                      </p:to>
                                    </p:set>
                                    <p:anim calcmode="lin" valueType="num">
                                      <p:cBhvr additive="base">
                                        <p:cTn id="129" dur="500" fill="hold"/>
                                        <p:tgtEl>
                                          <p:spTgt spid="36"/>
                                        </p:tgtEl>
                                        <p:attrNameLst>
                                          <p:attrName>ppt_x</p:attrName>
                                        </p:attrNameLst>
                                      </p:cBhvr>
                                      <p:tavLst>
                                        <p:tav tm="0">
                                          <p:val>
                                            <p:strVal val="0-#ppt_w/2"/>
                                          </p:val>
                                        </p:tav>
                                        <p:tav tm="100000">
                                          <p:val>
                                            <p:strVal val="#ppt_x"/>
                                          </p:val>
                                        </p:tav>
                                      </p:tavLst>
                                    </p:anim>
                                    <p:anim calcmode="lin" valueType="num">
                                      <p:cBhvr additive="base">
                                        <p:cTn id="130" dur="500" fill="hold"/>
                                        <p:tgtEl>
                                          <p:spTgt spid="36"/>
                                        </p:tgtEl>
                                        <p:attrNameLst>
                                          <p:attrName>ppt_y</p:attrName>
                                        </p:attrNameLst>
                                      </p:cBhvr>
                                      <p:tavLst>
                                        <p:tav tm="0">
                                          <p:val>
                                            <p:strVal val="#ppt_y"/>
                                          </p:val>
                                        </p:tav>
                                        <p:tav tm="100000">
                                          <p:val>
                                            <p:strVal val="#ppt_y"/>
                                          </p:val>
                                        </p:tav>
                                      </p:tavLst>
                                    </p:anim>
                                  </p:childTnLst>
                                </p:cTn>
                              </p:par>
                              <p:par>
                                <p:cTn id="131" presetID="2" presetClass="entr" presetSubtype="8" fill="hold" grpId="0" nodeType="withEffect">
                                  <p:stCondLst>
                                    <p:cond delay="0"/>
                                  </p:stCondLst>
                                  <p:childTnLst>
                                    <p:set>
                                      <p:cBhvr>
                                        <p:cTn id="132" dur="1" fill="hold">
                                          <p:stCondLst>
                                            <p:cond delay="0"/>
                                          </p:stCondLst>
                                        </p:cTn>
                                        <p:tgtEl>
                                          <p:spTgt spid="37"/>
                                        </p:tgtEl>
                                        <p:attrNameLst>
                                          <p:attrName>style.visibility</p:attrName>
                                        </p:attrNameLst>
                                      </p:cBhvr>
                                      <p:to>
                                        <p:strVal val="visible"/>
                                      </p:to>
                                    </p:set>
                                    <p:anim calcmode="lin" valueType="num">
                                      <p:cBhvr additive="base">
                                        <p:cTn id="133" dur="500" fill="hold"/>
                                        <p:tgtEl>
                                          <p:spTgt spid="37"/>
                                        </p:tgtEl>
                                        <p:attrNameLst>
                                          <p:attrName>ppt_x</p:attrName>
                                        </p:attrNameLst>
                                      </p:cBhvr>
                                      <p:tavLst>
                                        <p:tav tm="0">
                                          <p:val>
                                            <p:strVal val="0-#ppt_w/2"/>
                                          </p:val>
                                        </p:tav>
                                        <p:tav tm="100000">
                                          <p:val>
                                            <p:strVal val="#ppt_x"/>
                                          </p:val>
                                        </p:tav>
                                      </p:tavLst>
                                    </p:anim>
                                    <p:anim calcmode="lin" valueType="num">
                                      <p:cBhvr additive="base">
                                        <p:cTn id="134" dur="500" fill="hold"/>
                                        <p:tgtEl>
                                          <p:spTgt spid="37"/>
                                        </p:tgtEl>
                                        <p:attrNameLst>
                                          <p:attrName>ppt_y</p:attrName>
                                        </p:attrNameLst>
                                      </p:cBhvr>
                                      <p:tavLst>
                                        <p:tav tm="0">
                                          <p:val>
                                            <p:strVal val="#ppt_y"/>
                                          </p:val>
                                        </p:tav>
                                        <p:tav tm="100000">
                                          <p:val>
                                            <p:strVal val="#ppt_y"/>
                                          </p:val>
                                        </p:tav>
                                      </p:tavLst>
                                    </p:anim>
                                  </p:childTnLst>
                                </p:cTn>
                              </p:par>
                              <p:par>
                                <p:cTn id="135" presetID="2" presetClass="entr" presetSubtype="8" fill="hold" grpId="0" nodeType="withEffect">
                                  <p:stCondLst>
                                    <p:cond delay="0"/>
                                  </p:stCondLst>
                                  <p:childTnLst>
                                    <p:set>
                                      <p:cBhvr>
                                        <p:cTn id="136" dur="1" fill="hold">
                                          <p:stCondLst>
                                            <p:cond delay="0"/>
                                          </p:stCondLst>
                                        </p:cTn>
                                        <p:tgtEl>
                                          <p:spTgt spid="38"/>
                                        </p:tgtEl>
                                        <p:attrNameLst>
                                          <p:attrName>style.visibility</p:attrName>
                                        </p:attrNameLst>
                                      </p:cBhvr>
                                      <p:to>
                                        <p:strVal val="visible"/>
                                      </p:to>
                                    </p:set>
                                    <p:anim calcmode="lin" valueType="num">
                                      <p:cBhvr additive="base">
                                        <p:cTn id="137" dur="500" fill="hold"/>
                                        <p:tgtEl>
                                          <p:spTgt spid="38"/>
                                        </p:tgtEl>
                                        <p:attrNameLst>
                                          <p:attrName>ppt_x</p:attrName>
                                        </p:attrNameLst>
                                      </p:cBhvr>
                                      <p:tavLst>
                                        <p:tav tm="0">
                                          <p:val>
                                            <p:strVal val="0-#ppt_w/2"/>
                                          </p:val>
                                        </p:tav>
                                        <p:tav tm="100000">
                                          <p:val>
                                            <p:strVal val="#ppt_x"/>
                                          </p:val>
                                        </p:tav>
                                      </p:tavLst>
                                    </p:anim>
                                    <p:anim calcmode="lin" valueType="num">
                                      <p:cBhvr additive="base">
                                        <p:cTn id="138" dur="500" fill="hold"/>
                                        <p:tgtEl>
                                          <p:spTgt spid="38"/>
                                        </p:tgtEl>
                                        <p:attrNameLst>
                                          <p:attrName>ppt_y</p:attrName>
                                        </p:attrNameLst>
                                      </p:cBhvr>
                                      <p:tavLst>
                                        <p:tav tm="0">
                                          <p:val>
                                            <p:strVal val="#ppt_y"/>
                                          </p:val>
                                        </p:tav>
                                        <p:tav tm="100000">
                                          <p:val>
                                            <p:strVal val="#ppt_y"/>
                                          </p:val>
                                        </p:tav>
                                      </p:tavLst>
                                    </p:anim>
                                  </p:childTnLst>
                                </p:cTn>
                              </p:par>
                              <p:par>
                                <p:cTn id="139" presetID="2" presetClass="entr" presetSubtype="8" fill="hold" nodeType="withEffect">
                                  <p:stCondLst>
                                    <p:cond delay="0"/>
                                  </p:stCondLst>
                                  <p:childTnLst>
                                    <p:set>
                                      <p:cBhvr>
                                        <p:cTn id="140" dur="1" fill="hold">
                                          <p:stCondLst>
                                            <p:cond delay="0"/>
                                          </p:stCondLst>
                                        </p:cTn>
                                        <p:tgtEl>
                                          <p:spTgt spid="39"/>
                                        </p:tgtEl>
                                        <p:attrNameLst>
                                          <p:attrName>style.visibility</p:attrName>
                                        </p:attrNameLst>
                                      </p:cBhvr>
                                      <p:to>
                                        <p:strVal val="visible"/>
                                      </p:to>
                                    </p:set>
                                    <p:anim calcmode="lin" valueType="num">
                                      <p:cBhvr additive="base">
                                        <p:cTn id="141" dur="500" fill="hold"/>
                                        <p:tgtEl>
                                          <p:spTgt spid="39"/>
                                        </p:tgtEl>
                                        <p:attrNameLst>
                                          <p:attrName>ppt_x</p:attrName>
                                        </p:attrNameLst>
                                      </p:cBhvr>
                                      <p:tavLst>
                                        <p:tav tm="0">
                                          <p:val>
                                            <p:strVal val="0-#ppt_w/2"/>
                                          </p:val>
                                        </p:tav>
                                        <p:tav tm="100000">
                                          <p:val>
                                            <p:strVal val="#ppt_x"/>
                                          </p:val>
                                        </p:tav>
                                      </p:tavLst>
                                    </p:anim>
                                    <p:anim calcmode="lin" valueType="num">
                                      <p:cBhvr additive="base">
                                        <p:cTn id="142" dur="500" fill="hold"/>
                                        <p:tgtEl>
                                          <p:spTgt spid="39"/>
                                        </p:tgtEl>
                                        <p:attrNameLst>
                                          <p:attrName>ppt_y</p:attrName>
                                        </p:attrNameLst>
                                      </p:cBhvr>
                                      <p:tavLst>
                                        <p:tav tm="0">
                                          <p:val>
                                            <p:strVal val="#ppt_y"/>
                                          </p:val>
                                        </p:tav>
                                        <p:tav tm="100000">
                                          <p:val>
                                            <p:strVal val="#ppt_y"/>
                                          </p:val>
                                        </p:tav>
                                      </p:tavLst>
                                    </p:anim>
                                  </p:childTnLst>
                                </p:cTn>
                              </p:par>
                              <p:par>
                                <p:cTn id="143" presetID="2" presetClass="entr" presetSubtype="8" fill="hold" grpId="0" nodeType="withEffect">
                                  <p:stCondLst>
                                    <p:cond delay="0"/>
                                  </p:stCondLst>
                                  <p:childTnLst>
                                    <p:set>
                                      <p:cBhvr>
                                        <p:cTn id="144" dur="1" fill="hold">
                                          <p:stCondLst>
                                            <p:cond delay="0"/>
                                          </p:stCondLst>
                                        </p:cTn>
                                        <p:tgtEl>
                                          <p:spTgt spid="40"/>
                                        </p:tgtEl>
                                        <p:attrNameLst>
                                          <p:attrName>style.visibility</p:attrName>
                                        </p:attrNameLst>
                                      </p:cBhvr>
                                      <p:to>
                                        <p:strVal val="visible"/>
                                      </p:to>
                                    </p:set>
                                    <p:anim calcmode="lin" valueType="num">
                                      <p:cBhvr additive="base">
                                        <p:cTn id="145" dur="500" fill="hold"/>
                                        <p:tgtEl>
                                          <p:spTgt spid="40"/>
                                        </p:tgtEl>
                                        <p:attrNameLst>
                                          <p:attrName>ppt_x</p:attrName>
                                        </p:attrNameLst>
                                      </p:cBhvr>
                                      <p:tavLst>
                                        <p:tav tm="0">
                                          <p:val>
                                            <p:strVal val="0-#ppt_w/2"/>
                                          </p:val>
                                        </p:tav>
                                        <p:tav tm="100000">
                                          <p:val>
                                            <p:strVal val="#ppt_x"/>
                                          </p:val>
                                        </p:tav>
                                      </p:tavLst>
                                    </p:anim>
                                    <p:anim calcmode="lin" valueType="num">
                                      <p:cBhvr additive="base">
                                        <p:cTn id="146" dur="500" fill="hold"/>
                                        <p:tgtEl>
                                          <p:spTgt spid="40"/>
                                        </p:tgtEl>
                                        <p:attrNameLst>
                                          <p:attrName>ppt_y</p:attrName>
                                        </p:attrNameLst>
                                      </p:cBhvr>
                                      <p:tavLst>
                                        <p:tav tm="0">
                                          <p:val>
                                            <p:strVal val="#ppt_y"/>
                                          </p:val>
                                        </p:tav>
                                        <p:tav tm="100000">
                                          <p:val>
                                            <p:strVal val="#ppt_y"/>
                                          </p:val>
                                        </p:tav>
                                      </p:tavLst>
                                    </p:anim>
                                  </p:childTnLst>
                                </p:cTn>
                              </p:par>
                              <p:par>
                                <p:cTn id="147" presetID="2" presetClass="entr" presetSubtype="8" fill="hold" grpId="0" nodeType="withEffect">
                                  <p:stCondLst>
                                    <p:cond delay="0"/>
                                  </p:stCondLst>
                                  <p:childTnLst>
                                    <p:set>
                                      <p:cBhvr>
                                        <p:cTn id="148" dur="1" fill="hold">
                                          <p:stCondLst>
                                            <p:cond delay="0"/>
                                          </p:stCondLst>
                                        </p:cTn>
                                        <p:tgtEl>
                                          <p:spTgt spid="41"/>
                                        </p:tgtEl>
                                        <p:attrNameLst>
                                          <p:attrName>style.visibility</p:attrName>
                                        </p:attrNameLst>
                                      </p:cBhvr>
                                      <p:to>
                                        <p:strVal val="visible"/>
                                      </p:to>
                                    </p:set>
                                    <p:anim calcmode="lin" valueType="num">
                                      <p:cBhvr additive="base">
                                        <p:cTn id="149" dur="500" fill="hold"/>
                                        <p:tgtEl>
                                          <p:spTgt spid="41"/>
                                        </p:tgtEl>
                                        <p:attrNameLst>
                                          <p:attrName>ppt_x</p:attrName>
                                        </p:attrNameLst>
                                      </p:cBhvr>
                                      <p:tavLst>
                                        <p:tav tm="0">
                                          <p:val>
                                            <p:strVal val="0-#ppt_w/2"/>
                                          </p:val>
                                        </p:tav>
                                        <p:tav tm="100000">
                                          <p:val>
                                            <p:strVal val="#ppt_x"/>
                                          </p:val>
                                        </p:tav>
                                      </p:tavLst>
                                    </p:anim>
                                    <p:anim calcmode="lin" valueType="num">
                                      <p:cBhvr additive="base">
                                        <p:cTn id="150" dur="500" fill="hold"/>
                                        <p:tgtEl>
                                          <p:spTgt spid="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0" grpId="0" animBg="1"/>
      <p:bldP spid="11" grpId="0" animBg="1"/>
      <p:bldP spid="12" grpId="0" animBg="1"/>
      <p:bldP spid="13" grpId="0" animBg="1"/>
      <p:bldP spid="14" grpId="0" animBg="1"/>
      <p:bldP spid="16" grpId="0" animBg="1"/>
      <p:bldP spid="17" grpId="0" animBg="1"/>
      <p:bldP spid="18" grpId="0" animBg="1"/>
      <p:bldP spid="19" grpId="0" animBg="1"/>
      <p:bldP spid="20" grpId="0" animBg="1"/>
      <p:bldP spid="22" grpId="0" animBg="1"/>
      <p:bldP spid="23" grpId="0" animBg="1"/>
      <p:bldP spid="24" grpId="0" animBg="1"/>
      <p:bldP spid="25" grpId="0" animBg="1"/>
      <p:bldP spid="26" grpId="0" animBg="1"/>
      <p:bldP spid="28" grpId="0" animBg="1"/>
      <p:bldP spid="29" grpId="0" animBg="1"/>
      <p:bldP spid="30" grpId="0" animBg="1"/>
      <p:bldP spid="31" grpId="0" animBg="1"/>
      <p:bldP spid="32" grpId="0" animBg="1"/>
      <p:bldP spid="34" grpId="0" animBg="1"/>
      <p:bldP spid="35" grpId="0" animBg="1"/>
      <p:bldP spid="36" grpId="0" animBg="1"/>
      <p:bldP spid="37" grpId="0" animBg="1"/>
      <p:bldP spid="38" grpId="0" animBg="1"/>
      <p:bldP spid="40" grpId="0" animBg="1"/>
      <p:bldP spid="4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43" name="Google Shape;105;p27">
            <a:extLst>
              <a:ext uri="{FF2B5EF4-FFF2-40B4-BE49-F238E27FC236}">
                <a16:creationId xmlns:a16="http://schemas.microsoft.com/office/drawing/2014/main" id="{60777110-CFBB-12EB-0AC7-52CAF5793B5A}"/>
              </a:ext>
            </a:extLst>
          </p:cNvPr>
          <p:cNvSpPr/>
          <p:nvPr/>
        </p:nvSpPr>
        <p:spPr>
          <a:xfrm rot="5400000">
            <a:off x="-660076" y="646210"/>
            <a:ext cx="2201895" cy="881743"/>
          </a:xfrm>
          <a:prstGeom prst="triangle">
            <a:avLst>
              <a:gd name="adj" fmla="val 50411"/>
            </a:avLst>
          </a:prstGeom>
          <a:solidFill>
            <a:schemeClr val="accent1">
              <a:lumMod val="75000"/>
            </a:schemeClr>
          </a:solidFill>
          <a:ln/>
        </p:spPr>
        <p:style>
          <a:lnRef idx="2">
            <a:schemeClr val="accent1"/>
          </a:lnRef>
          <a:fillRef idx="1">
            <a:schemeClr val="lt1"/>
          </a:fillRef>
          <a:effectRef idx="0">
            <a:schemeClr val="accent1"/>
          </a:effectRef>
          <a:fontRef idx="minor">
            <a:schemeClr val="dk1"/>
          </a:fontRef>
        </p:style>
        <p:txBody>
          <a:bodyPr spcFirstLastPara="1" wrap="square" lIns="121900" tIns="121900" rIns="121900" bIns="121900" anchor="ctr" anchorCtr="0">
            <a:noAutofit/>
          </a:bodyPr>
          <a:lstStyle/>
          <a:p>
            <a:endParaRPr sz="2400"/>
          </a:p>
        </p:txBody>
      </p:sp>
      <p:sp>
        <p:nvSpPr>
          <p:cNvPr id="44" name="Google Shape;105;p27">
            <a:extLst>
              <a:ext uri="{FF2B5EF4-FFF2-40B4-BE49-F238E27FC236}">
                <a16:creationId xmlns:a16="http://schemas.microsoft.com/office/drawing/2014/main" id="{90045404-5031-0F15-E059-16F40C246ACD}"/>
              </a:ext>
            </a:extLst>
          </p:cNvPr>
          <p:cNvSpPr/>
          <p:nvPr/>
        </p:nvSpPr>
        <p:spPr>
          <a:xfrm rot="16200000">
            <a:off x="10650181" y="5330638"/>
            <a:ext cx="2201895" cy="881743"/>
          </a:xfrm>
          <a:prstGeom prst="triangle">
            <a:avLst>
              <a:gd name="adj" fmla="val 50411"/>
            </a:avLst>
          </a:prstGeom>
          <a:solidFill>
            <a:schemeClr val="accent1">
              <a:lumMod val="75000"/>
            </a:schemeClr>
          </a:solidFill>
          <a:ln>
            <a:solidFill>
              <a:schemeClr val="accent1"/>
            </a:solidFill>
          </a:ln>
        </p:spPr>
        <p:txBody>
          <a:bodyPr spcFirstLastPara="1" wrap="square" lIns="121900" tIns="121900" rIns="121900" bIns="121900" anchor="ctr" anchorCtr="0">
            <a:noAutofit/>
          </a:bodyPr>
          <a:lstStyle/>
          <a:p>
            <a:endParaRPr sz="2400"/>
          </a:p>
        </p:txBody>
      </p:sp>
      <p:sp>
        <p:nvSpPr>
          <p:cNvPr id="2" name="Shape 0"/>
          <p:cNvSpPr/>
          <p:nvPr/>
        </p:nvSpPr>
        <p:spPr>
          <a:xfrm>
            <a:off x="548640" y="502920"/>
            <a:ext cx="164592" cy="164592"/>
          </a:xfrm>
          <a:prstGeom prst="rect">
            <a:avLst/>
          </a:prstGeom>
          <a:solidFill>
            <a:srgbClr val="06B6D4"/>
          </a:solidFill>
          <a:ln w="12700">
            <a:solidFill>
              <a:srgbClr val="06B6D4"/>
            </a:solidFill>
            <a:prstDash val="solid"/>
          </a:ln>
        </p:spPr>
        <p:txBody>
          <a:bodyPr/>
          <a:lstStyle/>
          <a:p>
            <a:endParaRPr lang="fr-FR"/>
          </a:p>
        </p:txBody>
      </p:sp>
      <p:sp>
        <p:nvSpPr>
          <p:cNvPr id="3" name="Text 1"/>
          <p:cNvSpPr/>
          <p:nvPr/>
        </p:nvSpPr>
        <p:spPr>
          <a:xfrm>
            <a:off x="777240" y="411480"/>
            <a:ext cx="2011680" cy="320040"/>
          </a:xfrm>
          <a:prstGeom prst="rect">
            <a:avLst/>
          </a:prstGeom>
          <a:noFill/>
          <a:ln/>
        </p:spPr>
        <p:txBody>
          <a:bodyPr wrap="square" rtlCol="0" anchor="ctr"/>
          <a:lstStyle/>
          <a:p>
            <a:pPr marL="0" indent="0">
              <a:buNone/>
            </a:pPr>
            <a:r>
              <a:rPr lang="en-US" sz="1100" b="1" kern="0" spc="200" dirty="0">
                <a:solidFill>
                  <a:srgbClr val="0F172A"/>
                </a:solidFill>
                <a:latin typeface="Calibri" pitchFamily="34" charset="0"/>
                <a:ea typeface="Calibri" pitchFamily="34" charset="-122"/>
                <a:cs typeface="Calibri" pitchFamily="34" charset="-120"/>
              </a:rPr>
              <a:t>Syndic IA</a:t>
            </a:r>
            <a:endParaRPr lang="en-US" sz="1100" dirty="0"/>
          </a:p>
        </p:txBody>
      </p:sp>
      <p:sp>
        <p:nvSpPr>
          <p:cNvPr id="4" name="Text 2"/>
          <p:cNvSpPr/>
          <p:nvPr/>
        </p:nvSpPr>
        <p:spPr>
          <a:xfrm>
            <a:off x="548640" y="914400"/>
            <a:ext cx="5486400" cy="320040"/>
          </a:xfrm>
          <a:prstGeom prst="rect">
            <a:avLst/>
          </a:prstGeom>
          <a:noFill/>
          <a:ln/>
        </p:spPr>
        <p:txBody>
          <a:bodyPr wrap="square" rtlCol="0" anchor="ctr"/>
          <a:lstStyle/>
          <a:p>
            <a:pPr marL="0" indent="0">
              <a:buNone/>
            </a:pPr>
            <a:r>
              <a:rPr lang="en-US" sz="1200" b="1" kern="0" spc="400" dirty="0">
                <a:solidFill>
                  <a:srgbClr val="06B6D4"/>
                </a:solidFill>
                <a:latin typeface="Calibri" pitchFamily="34" charset="0"/>
                <a:ea typeface="Calibri" pitchFamily="34" charset="-122"/>
                <a:cs typeface="Calibri" pitchFamily="34" charset="-120"/>
              </a:rPr>
              <a:t>14 · AGENT FACEBOOK</a:t>
            </a:r>
            <a:endParaRPr lang="en-US" sz="1200" dirty="0"/>
          </a:p>
        </p:txBody>
      </p:sp>
      <p:sp>
        <p:nvSpPr>
          <p:cNvPr id="5" name="Text 3"/>
          <p:cNvSpPr/>
          <p:nvPr/>
        </p:nvSpPr>
        <p:spPr>
          <a:xfrm>
            <a:off x="548640" y="1234440"/>
            <a:ext cx="10972800" cy="822960"/>
          </a:xfrm>
          <a:prstGeom prst="rect">
            <a:avLst/>
          </a:prstGeom>
          <a:noFill/>
          <a:ln/>
        </p:spPr>
        <p:txBody>
          <a:bodyPr wrap="square" lIns="0" tIns="0" rIns="0" bIns="0" rtlCol="0" anchor="ctr"/>
          <a:lstStyle/>
          <a:p>
            <a:pPr marL="0" indent="0">
              <a:buNone/>
            </a:pPr>
            <a:r>
              <a:rPr lang="en-US" sz="3600" b="1" dirty="0">
                <a:solidFill>
                  <a:srgbClr val="0F172A"/>
                </a:solidFill>
                <a:latin typeface="Georgia" pitchFamily="34" charset="0"/>
                <a:ea typeface="Georgia" pitchFamily="34" charset="-122"/>
                <a:cs typeface="Georgia" pitchFamily="34" charset="-120"/>
              </a:rPr>
              <a:t>La publication immobilière, automatisée</a:t>
            </a:r>
            <a:endParaRPr lang="en-US" sz="3600" dirty="0"/>
          </a:p>
        </p:txBody>
      </p:sp>
      <p:sp>
        <p:nvSpPr>
          <p:cNvPr id="6" name="Shape 4"/>
          <p:cNvSpPr/>
          <p:nvPr/>
        </p:nvSpPr>
        <p:spPr>
          <a:xfrm>
            <a:off x="548640" y="2331720"/>
            <a:ext cx="3703320" cy="2011680"/>
          </a:xfrm>
          <a:prstGeom prst="rect">
            <a:avLst/>
          </a:prstGeom>
          <a:solidFill>
            <a:srgbClr val="FFFFFF"/>
          </a:solidFill>
          <a:ln w="12700">
            <a:solidFill>
              <a:srgbClr val="E2E8F0"/>
            </a:solidFill>
            <a:prstDash val="solid"/>
          </a:ln>
          <a:effectLst>
            <a:outerShdw blurRad="127000" dist="38100" dir="5400000" algn="bl" rotWithShape="0">
              <a:srgbClr val="0F172A">
                <a:alpha val="8000"/>
              </a:srgbClr>
            </a:outerShdw>
          </a:effectLst>
        </p:spPr>
        <p:txBody>
          <a:bodyPr/>
          <a:lstStyle/>
          <a:p>
            <a:endParaRPr lang="fr-FR"/>
          </a:p>
        </p:txBody>
      </p:sp>
      <p:sp>
        <p:nvSpPr>
          <p:cNvPr id="7" name="Shape 5"/>
          <p:cNvSpPr/>
          <p:nvPr/>
        </p:nvSpPr>
        <p:spPr>
          <a:xfrm>
            <a:off x="822960" y="2606040"/>
            <a:ext cx="777240" cy="777240"/>
          </a:xfrm>
          <a:prstGeom prst="roundRect">
            <a:avLst>
              <a:gd name="adj" fmla="val 21176"/>
            </a:avLst>
          </a:prstGeom>
          <a:solidFill>
            <a:srgbClr val="1E3A8A"/>
          </a:solidFill>
          <a:ln w="12700">
            <a:solidFill>
              <a:srgbClr val="1E3A8A"/>
            </a:solidFill>
            <a:prstDash val="solid"/>
          </a:ln>
        </p:spPr>
        <p:txBody>
          <a:bodyPr/>
          <a:lstStyle/>
          <a:p>
            <a:endParaRPr lang="fr-FR"/>
          </a:p>
        </p:txBody>
      </p:sp>
      <p:pic>
        <p:nvPicPr>
          <p:cNvPr id="8" name="Image 0" descr="preencoded.png"/>
          <p:cNvPicPr>
            <a:picLocks noChangeAspect="1"/>
          </p:cNvPicPr>
          <p:nvPr/>
        </p:nvPicPr>
        <p:blipFill>
          <a:blip r:embed="rId3"/>
          <a:stretch>
            <a:fillRect/>
          </a:stretch>
        </p:blipFill>
        <p:spPr>
          <a:xfrm>
            <a:off x="969264" y="2752344"/>
            <a:ext cx="484632" cy="484632"/>
          </a:xfrm>
          <a:prstGeom prst="rect">
            <a:avLst/>
          </a:prstGeom>
        </p:spPr>
      </p:pic>
      <p:sp>
        <p:nvSpPr>
          <p:cNvPr id="9" name="Text 6"/>
          <p:cNvSpPr/>
          <p:nvPr/>
        </p:nvSpPr>
        <p:spPr>
          <a:xfrm>
            <a:off x="1737360" y="2606040"/>
            <a:ext cx="2286000" cy="274320"/>
          </a:xfrm>
          <a:prstGeom prst="rect">
            <a:avLst/>
          </a:prstGeom>
          <a:noFill/>
          <a:ln/>
        </p:spPr>
        <p:txBody>
          <a:bodyPr wrap="square" lIns="0" tIns="0" rIns="0" bIns="0" rtlCol="0" anchor="ctr"/>
          <a:lstStyle/>
          <a:p>
            <a:pPr marL="0" indent="0">
              <a:buNone/>
            </a:pPr>
            <a:r>
              <a:rPr lang="en-US" sz="1000" b="1" kern="0" spc="400" dirty="0">
                <a:solidFill>
                  <a:srgbClr val="06B6D4"/>
                </a:solidFill>
                <a:latin typeface="Calibri" pitchFamily="34" charset="0"/>
                <a:ea typeface="Calibri" pitchFamily="34" charset="-122"/>
                <a:cs typeface="Calibri" pitchFamily="34" charset="-120"/>
              </a:rPr>
              <a:t>Étape 1</a:t>
            </a:r>
            <a:endParaRPr lang="en-US" sz="1000" dirty="0"/>
          </a:p>
        </p:txBody>
      </p:sp>
      <p:sp>
        <p:nvSpPr>
          <p:cNvPr id="10" name="Text 7"/>
          <p:cNvSpPr/>
          <p:nvPr/>
        </p:nvSpPr>
        <p:spPr>
          <a:xfrm>
            <a:off x="1737360" y="2880360"/>
            <a:ext cx="2331720" cy="502920"/>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Détecter les unités vacantes</a:t>
            </a:r>
            <a:endParaRPr lang="en-US" sz="1700" dirty="0"/>
          </a:p>
        </p:txBody>
      </p:sp>
      <p:sp>
        <p:nvSpPr>
          <p:cNvPr id="11" name="Text 8"/>
          <p:cNvSpPr/>
          <p:nvPr/>
        </p:nvSpPr>
        <p:spPr>
          <a:xfrm>
            <a:off x="822960" y="3566160"/>
            <a:ext cx="3154680" cy="64008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Croisement PostgreSQL × JSON pour repérer les appartements libres.</a:t>
            </a:r>
            <a:endParaRPr lang="en-US" sz="1200" dirty="0"/>
          </a:p>
        </p:txBody>
      </p:sp>
      <p:sp>
        <p:nvSpPr>
          <p:cNvPr id="12" name="Shape 9"/>
          <p:cNvSpPr/>
          <p:nvPr/>
        </p:nvSpPr>
        <p:spPr>
          <a:xfrm>
            <a:off x="4398264" y="2331720"/>
            <a:ext cx="3703320" cy="2011680"/>
          </a:xfrm>
          <a:prstGeom prst="rect">
            <a:avLst/>
          </a:prstGeom>
          <a:solidFill>
            <a:srgbClr val="FFFFFF"/>
          </a:solidFill>
          <a:ln w="12700">
            <a:solidFill>
              <a:srgbClr val="E2E8F0"/>
            </a:solidFill>
            <a:prstDash val="solid"/>
          </a:ln>
          <a:effectLst>
            <a:outerShdw blurRad="127000" dist="38100" dir="5400000" algn="bl" rotWithShape="0">
              <a:srgbClr val="0F172A">
                <a:alpha val="8000"/>
              </a:srgbClr>
            </a:outerShdw>
          </a:effectLst>
        </p:spPr>
        <p:txBody>
          <a:bodyPr/>
          <a:lstStyle/>
          <a:p>
            <a:endParaRPr lang="fr-FR"/>
          </a:p>
        </p:txBody>
      </p:sp>
      <p:sp>
        <p:nvSpPr>
          <p:cNvPr id="13" name="Shape 10"/>
          <p:cNvSpPr/>
          <p:nvPr/>
        </p:nvSpPr>
        <p:spPr>
          <a:xfrm>
            <a:off x="4672584" y="2606040"/>
            <a:ext cx="777240" cy="777240"/>
          </a:xfrm>
          <a:prstGeom prst="roundRect">
            <a:avLst>
              <a:gd name="adj" fmla="val 21176"/>
            </a:avLst>
          </a:prstGeom>
          <a:solidFill>
            <a:srgbClr val="1E3A8A"/>
          </a:solidFill>
          <a:ln w="12700">
            <a:solidFill>
              <a:srgbClr val="1E3A8A"/>
            </a:solidFill>
            <a:prstDash val="solid"/>
          </a:ln>
        </p:spPr>
        <p:txBody>
          <a:bodyPr/>
          <a:lstStyle/>
          <a:p>
            <a:endParaRPr lang="fr-FR"/>
          </a:p>
        </p:txBody>
      </p:sp>
      <p:pic>
        <p:nvPicPr>
          <p:cNvPr id="14" name="Image 1" descr="preencoded.png"/>
          <p:cNvPicPr>
            <a:picLocks noChangeAspect="1"/>
          </p:cNvPicPr>
          <p:nvPr/>
        </p:nvPicPr>
        <p:blipFill>
          <a:blip r:embed="rId4"/>
          <a:stretch>
            <a:fillRect/>
          </a:stretch>
        </p:blipFill>
        <p:spPr>
          <a:xfrm>
            <a:off x="4818888" y="2752344"/>
            <a:ext cx="484632" cy="484632"/>
          </a:xfrm>
          <a:prstGeom prst="rect">
            <a:avLst/>
          </a:prstGeom>
        </p:spPr>
      </p:pic>
      <p:sp>
        <p:nvSpPr>
          <p:cNvPr id="15" name="Text 11"/>
          <p:cNvSpPr/>
          <p:nvPr/>
        </p:nvSpPr>
        <p:spPr>
          <a:xfrm>
            <a:off x="5586984" y="2606040"/>
            <a:ext cx="2286000" cy="274320"/>
          </a:xfrm>
          <a:prstGeom prst="rect">
            <a:avLst/>
          </a:prstGeom>
          <a:noFill/>
          <a:ln/>
        </p:spPr>
        <p:txBody>
          <a:bodyPr wrap="square" lIns="0" tIns="0" rIns="0" bIns="0" rtlCol="0" anchor="ctr"/>
          <a:lstStyle/>
          <a:p>
            <a:pPr marL="0" indent="0">
              <a:buNone/>
            </a:pPr>
            <a:r>
              <a:rPr lang="en-US" sz="1000" b="1" kern="0" spc="400" dirty="0">
                <a:solidFill>
                  <a:srgbClr val="06B6D4"/>
                </a:solidFill>
                <a:latin typeface="Calibri" pitchFamily="34" charset="0"/>
                <a:ea typeface="Calibri" pitchFamily="34" charset="-122"/>
                <a:cs typeface="Calibri" pitchFamily="34" charset="-120"/>
              </a:rPr>
              <a:t>Étape 2</a:t>
            </a:r>
            <a:endParaRPr lang="en-US" sz="1000" dirty="0"/>
          </a:p>
        </p:txBody>
      </p:sp>
      <p:sp>
        <p:nvSpPr>
          <p:cNvPr id="16" name="Text 12"/>
          <p:cNvSpPr/>
          <p:nvPr/>
        </p:nvSpPr>
        <p:spPr>
          <a:xfrm>
            <a:off x="5586984" y="2880360"/>
            <a:ext cx="2331720" cy="502920"/>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Générer le visuel</a:t>
            </a:r>
            <a:endParaRPr lang="en-US" sz="1700" dirty="0"/>
          </a:p>
        </p:txBody>
      </p:sp>
      <p:sp>
        <p:nvSpPr>
          <p:cNvPr id="17" name="Text 13"/>
          <p:cNvSpPr/>
          <p:nvPr/>
        </p:nvSpPr>
        <p:spPr>
          <a:xfrm>
            <a:off x="4672584" y="3566160"/>
            <a:ext cx="3154680" cy="64008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Collage Pillow multi-photos ou poster fallback stylisé.</a:t>
            </a:r>
            <a:endParaRPr lang="en-US" sz="1200" dirty="0"/>
          </a:p>
        </p:txBody>
      </p:sp>
      <p:sp>
        <p:nvSpPr>
          <p:cNvPr id="18" name="Shape 14"/>
          <p:cNvSpPr/>
          <p:nvPr/>
        </p:nvSpPr>
        <p:spPr>
          <a:xfrm>
            <a:off x="8247888" y="2331720"/>
            <a:ext cx="3703320" cy="2011680"/>
          </a:xfrm>
          <a:prstGeom prst="rect">
            <a:avLst/>
          </a:prstGeom>
          <a:solidFill>
            <a:srgbClr val="FFFFFF"/>
          </a:solidFill>
          <a:ln w="12700">
            <a:solidFill>
              <a:srgbClr val="E2E8F0"/>
            </a:solidFill>
            <a:prstDash val="solid"/>
          </a:ln>
          <a:effectLst>
            <a:outerShdw blurRad="127000" dist="38100" dir="5400000" algn="bl" rotWithShape="0">
              <a:srgbClr val="0F172A">
                <a:alpha val="8000"/>
              </a:srgbClr>
            </a:outerShdw>
          </a:effectLst>
        </p:spPr>
        <p:txBody>
          <a:bodyPr/>
          <a:lstStyle/>
          <a:p>
            <a:endParaRPr lang="fr-FR"/>
          </a:p>
        </p:txBody>
      </p:sp>
      <p:sp>
        <p:nvSpPr>
          <p:cNvPr id="19" name="Shape 15"/>
          <p:cNvSpPr/>
          <p:nvPr/>
        </p:nvSpPr>
        <p:spPr>
          <a:xfrm>
            <a:off x="8522208" y="2606040"/>
            <a:ext cx="777240" cy="777240"/>
          </a:xfrm>
          <a:prstGeom prst="roundRect">
            <a:avLst>
              <a:gd name="adj" fmla="val 21176"/>
            </a:avLst>
          </a:prstGeom>
          <a:solidFill>
            <a:srgbClr val="1E3A8A"/>
          </a:solidFill>
          <a:ln w="12700">
            <a:solidFill>
              <a:srgbClr val="1E3A8A"/>
            </a:solidFill>
            <a:prstDash val="solid"/>
          </a:ln>
        </p:spPr>
        <p:txBody>
          <a:bodyPr/>
          <a:lstStyle/>
          <a:p>
            <a:endParaRPr lang="fr-FR"/>
          </a:p>
        </p:txBody>
      </p:sp>
      <p:pic>
        <p:nvPicPr>
          <p:cNvPr id="20" name="Image 2" descr="preencoded.png"/>
          <p:cNvPicPr>
            <a:picLocks noChangeAspect="1"/>
          </p:cNvPicPr>
          <p:nvPr/>
        </p:nvPicPr>
        <p:blipFill>
          <a:blip r:embed="rId5"/>
          <a:stretch>
            <a:fillRect/>
          </a:stretch>
        </p:blipFill>
        <p:spPr>
          <a:xfrm>
            <a:off x="8668512" y="2752344"/>
            <a:ext cx="484632" cy="484632"/>
          </a:xfrm>
          <a:prstGeom prst="rect">
            <a:avLst/>
          </a:prstGeom>
        </p:spPr>
      </p:pic>
      <p:sp>
        <p:nvSpPr>
          <p:cNvPr id="21" name="Text 16"/>
          <p:cNvSpPr/>
          <p:nvPr/>
        </p:nvSpPr>
        <p:spPr>
          <a:xfrm>
            <a:off x="9436608" y="2606040"/>
            <a:ext cx="2286000" cy="274320"/>
          </a:xfrm>
          <a:prstGeom prst="rect">
            <a:avLst/>
          </a:prstGeom>
          <a:noFill/>
          <a:ln/>
        </p:spPr>
        <p:txBody>
          <a:bodyPr wrap="square" lIns="0" tIns="0" rIns="0" bIns="0" rtlCol="0" anchor="ctr"/>
          <a:lstStyle/>
          <a:p>
            <a:pPr marL="0" indent="0">
              <a:buNone/>
            </a:pPr>
            <a:r>
              <a:rPr lang="en-US" sz="1000" b="1" kern="0" spc="400" dirty="0">
                <a:solidFill>
                  <a:srgbClr val="06B6D4"/>
                </a:solidFill>
                <a:latin typeface="Calibri" pitchFamily="34" charset="0"/>
                <a:ea typeface="Calibri" pitchFamily="34" charset="-122"/>
                <a:cs typeface="Calibri" pitchFamily="34" charset="-120"/>
              </a:rPr>
              <a:t>Étape 3</a:t>
            </a:r>
            <a:endParaRPr lang="en-US" sz="1000" dirty="0"/>
          </a:p>
        </p:txBody>
      </p:sp>
      <p:sp>
        <p:nvSpPr>
          <p:cNvPr id="22" name="Text 17"/>
          <p:cNvSpPr/>
          <p:nvPr/>
        </p:nvSpPr>
        <p:spPr>
          <a:xfrm>
            <a:off x="9436608" y="2880360"/>
            <a:ext cx="2331720" cy="502920"/>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Rédiger par IA</a:t>
            </a:r>
            <a:endParaRPr lang="en-US" sz="1700" dirty="0"/>
          </a:p>
        </p:txBody>
      </p:sp>
      <p:sp>
        <p:nvSpPr>
          <p:cNvPr id="23" name="Text 18"/>
          <p:cNvSpPr/>
          <p:nvPr/>
        </p:nvSpPr>
        <p:spPr>
          <a:xfrm>
            <a:off x="8522208" y="3566160"/>
            <a:ext cx="3154680" cy="64008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Groq LLM : annonce 250-350 mots, bilingue, hashtags.</a:t>
            </a:r>
            <a:endParaRPr lang="en-US" sz="1200" dirty="0"/>
          </a:p>
        </p:txBody>
      </p:sp>
      <p:sp>
        <p:nvSpPr>
          <p:cNvPr id="24" name="Shape 19"/>
          <p:cNvSpPr/>
          <p:nvPr/>
        </p:nvSpPr>
        <p:spPr>
          <a:xfrm>
            <a:off x="548640" y="4572000"/>
            <a:ext cx="3703320" cy="2011680"/>
          </a:xfrm>
          <a:prstGeom prst="rect">
            <a:avLst/>
          </a:prstGeom>
          <a:solidFill>
            <a:srgbClr val="FFFFFF"/>
          </a:solidFill>
          <a:ln w="12700">
            <a:solidFill>
              <a:srgbClr val="E2E8F0"/>
            </a:solidFill>
            <a:prstDash val="solid"/>
          </a:ln>
          <a:effectLst>
            <a:outerShdw blurRad="127000" dist="38100" dir="5400000" algn="bl" rotWithShape="0">
              <a:srgbClr val="0F172A">
                <a:alpha val="8000"/>
              </a:srgbClr>
            </a:outerShdw>
          </a:effectLst>
        </p:spPr>
        <p:txBody>
          <a:bodyPr/>
          <a:lstStyle/>
          <a:p>
            <a:endParaRPr lang="fr-FR"/>
          </a:p>
        </p:txBody>
      </p:sp>
      <p:sp>
        <p:nvSpPr>
          <p:cNvPr id="25" name="Shape 20"/>
          <p:cNvSpPr/>
          <p:nvPr/>
        </p:nvSpPr>
        <p:spPr>
          <a:xfrm>
            <a:off x="822960" y="4846320"/>
            <a:ext cx="777240" cy="777240"/>
          </a:xfrm>
          <a:prstGeom prst="roundRect">
            <a:avLst>
              <a:gd name="adj" fmla="val 21176"/>
            </a:avLst>
          </a:prstGeom>
          <a:solidFill>
            <a:srgbClr val="1E3A8A"/>
          </a:solidFill>
          <a:ln w="12700">
            <a:solidFill>
              <a:srgbClr val="1E3A8A"/>
            </a:solidFill>
            <a:prstDash val="solid"/>
          </a:ln>
        </p:spPr>
        <p:txBody>
          <a:bodyPr/>
          <a:lstStyle/>
          <a:p>
            <a:endParaRPr lang="fr-FR"/>
          </a:p>
        </p:txBody>
      </p:sp>
      <p:pic>
        <p:nvPicPr>
          <p:cNvPr id="26" name="Image 3" descr="preencoded.png"/>
          <p:cNvPicPr>
            <a:picLocks noChangeAspect="1"/>
          </p:cNvPicPr>
          <p:nvPr/>
        </p:nvPicPr>
        <p:blipFill>
          <a:blip r:embed="rId6"/>
          <a:stretch>
            <a:fillRect/>
          </a:stretch>
        </p:blipFill>
        <p:spPr>
          <a:xfrm>
            <a:off x="969264" y="4992624"/>
            <a:ext cx="484632" cy="484632"/>
          </a:xfrm>
          <a:prstGeom prst="rect">
            <a:avLst/>
          </a:prstGeom>
        </p:spPr>
      </p:pic>
      <p:sp>
        <p:nvSpPr>
          <p:cNvPr id="27" name="Text 21"/>
          <p:cNvSpPr/>
          <p:nvPr/>
        </p:nvSpPr>
        <p:spPr>
          <a:xfrm>
            <a:off x="1737360" y="4846320"/>
            <a:ext cx="2286000" cy="274320"/>
          </a:xfrm>
          <a:prstGeom prst="rect">
            <a:avLst/>
          </a:prstGeom>
          <a:noFill/>
          <a:ln/>
        </p:spPr>
        <p:txBody>
          <a:bodyPr wrap="square" lIns="0" tIns="0" rIns="0" bIns="0" rtlCol="0" anchor="ctr"/>
          <a:lstStyle/>
          <a:p>
            <a:pPr marL="0" indent="0">
              <a:buNone/>
            </a:pPr>
            <a:r>
              <a:rPr lang="en-US" sz="1000" b="1" kern="0" spc="400" dirty="0">
                <a:solidFill>
                  <a:srgbClr val="06B6D4"/>
                </a:solidFill>
                <a:latin typeface="Calibri" pitchFamily="34" charset="0"/>
                <a:ea typeface="Calibri" pitchFamily="34" charset="-122"/>
                <a:cs typeface="Calibri" pitchFamily="34" charset="-120"/>
              </a:rPr>
              <a:t>Étape 4</a:t>
            </a:r>
            <a:endParaRPr lang="en-US" sz="1000" dirty="0"/>
          </a:p>
        </p:txBody>
      </p:sp>
      <p:sp>
        <p:nvSpPr>
          <p:cNvPr id="28" name="Text 22"/>
          <p:cNvSpPr/>
          <p:nvPr/>
        </p:nvSpPr>
        <p:spPr>
          <a:xfrm>
            <a:off x="1737360" y="5120640"/>
            <a:ext cx="2331720" cy="502920"/>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Publier sur Facebook</a:t>
            </a:r>
            <a:endParaRPr lang="en-US" sz="1700" dirty="0"/>
          </a:p>
        </p:txBody>
      </p:sp>
      <p:sp>
        <p:nvSpPr>
          <p:cNvPr id="29" name="Text 23"/>
          <p:cNvSpPr/>
          <p:nvPr/>
        </p:nvSpPr>
        <p:spPr>
          <a:xfrm>
            <a:off x="822960" y="5806440"/>
            <a:ext cx="3154680" cy="64008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API Graph : carrousel photos sur la page officielle.</a:t>
            </a:r>
            <a:endParaRPr lang="en-US" sz="1200" dirty="0"/>
          </a:p>
        </p:txBody>
      </p:sp>
      <p:sp>
        <p:nvSpPr>
          <p:cNvPr id="30" name="Shape 24"/>
          <p:cNvSpPr/>
          <p:nvPr/>
        </p:nvSpPr>
        <p:spPr>
          <a:xfrm>
            <a:off x="4398264" y="4572000"/>
            <a:ext cx="3703320" cy="2011680"/>
          </a:xfrm>
          <a:prstGeom prst="rect">
            <a:avLst/>
          </a:prstGeom>
          <a:solidFill>
            <a:srgbClr val="FFFFFF"/>
          </a:solidFill>
          <a:ln w="12700">
            <a:solidFill>
              <a:srgbClr val="E2E8F0"/>
            </a:solidFill>
            <a:prstDash val="solid"/>
          </a:ln>
          <a:effectLst>
            <a:outerShdw blurRad="127000" dist="38100" dir="5400000" algn="bl" rotWithShape="0">
              <a:srgbClr val="0F172A">
                <a:alpha val="8000"/>
              </a:srgbClr>
            </a:outerShdw>
          </a:effectLst>
        </p:spPr>
        <p:txBody>
          <a:bodyPr/>
          <a:lstStyle/>
          <a:p>
            <a:endParaRPr lang="fr-FR"/>
          </a:p>
        </p:txBody>
      </p:sp>
      <p:sp>
        <p:nvSpPr>
          <p:cNvPr id="31" name="Shape 25"/>
          <p:cNvSpPr/>
          <p:nvPr/>
        </p:nvSpPr>
        <p:spPr>
          <a:xfrm>
            <a:off x="4672584" y="4846320"/>
            <a:ext cx="777240" cy="777240"/>
          </a:xfrm>
          <a:prstGeom prst="roundRect">
            <a:avLst>
              <a:gd name="adj" fmla="val 21176"/>
            </a:avLst>
          </a:prstGeom>
          <a:solidFill>
            <a:srgbClr val="1E3A8A"/>
          </a:solidFill>
          <a:ln w="12700">
            <a:solidFill>
              <a:srgbClr val="1E3A8A"/>
            </a:solidFill>
            <a:prstDash val="solid"/>
          </a:ln>
        </p:spPr>
        <p:txBody>
          <a:bodyPr/>
          <a:lstStyle/>
          <a:p>
            <a:endParaRPr lang="fr-FR"/>
          </a:p>
        </p:txBody>
      </p:sp>
      <p:pic>
        <p:nvPicPr>
          <p:cNvPr id="32" name="Image 4" descr="preencoded.png"/>
          <p:cNvPicPr>
            <a:picLocks noChangeAspect="1"/>
          </p:cNvPicPr>
          <p:nvPr/>
        </p:nvPicPr>
        <p:blipFill>
          <a:blip r:embed="rId7"/>
          <a:stretch>
            <a:fillRect/>
          </a:stretch>
        </p:blipFill>
        <p:spPr>
          <a:xfrm>
            <a:off x="4818888" y="4992624"/>
            <a:ext cx="484632" cy="484632"/>
          </a:xfrm>
          <a:prstGeom prst="rect">
            <a:avLst/>
          </a:prstGeom>
        </p:spPr>
      </p:pic>
      <p:sp>
        <p:nvSpPr>
          <p:cNvPr id="33" name="Text 26"/>
          <p:cNvSpPr/>
          <p:nvPr/>
        </p:nvSpPr>
        <p:spPr>
          <a:xfrm>
            <a:off x="5586984" y="4846320"/>
            <a:ext cx="2286000" cy="274320"/>
          </a:xfrm>
          <a:prstGeom prst="rect">
            <a:avLst/>
          </a:prstGeom>
          <a:noFill/>
          <a:ln/>
        </p:spPr>
        <p:txBody>
          <a:bodyPr wrap="square" lIns="0" tIns="0" rIns="0" bIns="0" rtlCol="0" anchor="ctr"/>
          <a:lstStyle/>
          <a:p>
            <a:pPr marL="0" indent="0">
              <a:buNone/>
            </a:pPr>
            <a:r>
              <a:rPr lang="en-US" sz="1000" b="1" kern="0" spc="400" dirty="0">
                <a:solidFill>
                  <a:srgbClr val="06B6D4"/>
                </a:solidFill>
                <a:latin typeface="Calibri" pitchFamily="34" charset="0"/>
                <a:ea typeface="Calibri" pitchFamily="34" charset="-122"/>
                <a:cs typeface="Calibri" pitchFamily="34" charset="-120"/>
              </a:rPr>
              <a:t>Étape 5</a:t>
            </a:r>
            <a:endParaRPr lang="en-US" sz="1000" dirty="0"/>
          </a:p>
        </p:txBody>
      </p:sp>
      <p:sp>
        <p:nvSpPr>
          <p:cNvPr id="34" name="Text 27"/>
          <p:cNvSpPr/>
          <p:nvPr/>
        </p:nvSpPr>
        <p:spPr>
          <a:xfrm>
            <a:off x="5586984" y="5120640"/>
            <a:ext cx="2331720" cy="502920"/>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Partager en groupes</a:t>
            </a:r>
            <a:endParaRPr lang="en-US" sz="1700" dirty="0"/>
          </a:p>
        </p:txBody>
      </p:sp>
      <p:sp>
        <p:nvSpPr>
          <p:cNvPr id="35" name="Text 28"/>
          <p:cNvSpPr/>
          <p:nvPr/>
        </p:nvSpPr>
        <p:spPr>
          <a:xfrm>
            <a:off x="4672584" y="5806440"/>
            <a:ext cx="3154680" cy="64008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Playwright (cookies) ; bouton détecté multi-langue.</a:t>
            </a:r>
            <a:endParaRPr lang="en-US" sz="1200" dirty="0"/>
          </a:p>
        </p:txBody>
      </p:sp>
      <p:sp>
        <p:nvSpPr>
          <p:cNvPr id="36" name="Shape 29"/>
          <p:cNvSpPr/>
          <p:nvPr/>
        </p:nvSpPr>
        <p:spPr>
          <a:xfrm>
            <a:off x="8247888" y="4572000"/>
            <a:ext cx="3703320" cy="2011680"/>
          </a:xfrm>
          <a:prstGeom prst="rect">
            <a:avLst/>
          </a:prstGeom>
          <a:solidFill>
            <a:srgbClr val="FFFFFF"/>
          </a:solidFill>
          <a:ln w="12700">
            <a:solidFill>
              <a:srgbClr val="E2E8F0"/>
            </a:solidFill>
            <a:prstDash val="solid"/>
          </a:ln>
          <a:effectLst>
            <a:outerShdw blurRad="127000" dist="38100" dir="5400000" algn="bl" rotWithShape="0">
              <a:srgbClr val="0F172A">
                <a:alpha val="8000"/>
              </a:srgbClr>
            </a:outerShdw>
          </a:effectLst>
        </p:spPr>
        <p:txBody>
          <a:bodyPr/>
          <a:lstStyle/>
          <a:p>
            <a:endParaRPr lang="fr-FR"/>
          </a:p>
        </p:txBody>
      </p:sp>
      <p:sp>
        <p:nvSpPr>
          <p:cNvPr id="37" name="Shape 30"/>
          <p:cNvSpPr/>
          <p:nvPr/>
        </p:nvSpPr>
        <p:spPr>
          <a:xfrm>
            <a:off x="8522208" y="4846320"/>
            <a:ext cx="777240" cy="777240"/>
          </a:xfrm>
          <a:prstGeom prst="roundRect">
            <a:avLst>
              <a:gd name="adj" fmla="val 21176"/>
            </a:avLst>
          </a:prstGeom>
          <a:solidFill>
            <a:srgbClr val="1E3A8A"/>
          </a:solidFill>
          <a:ln w="12700">
            <a:solidFill>
              <a:srgbClr val="1E3A8A"/>
            </a:solidFill>
            <a:prstDash val="solid"/>
          </a:ln>
        </p:spPr>
        <p:txBody>
          <a:bodyPr/>
          <a:lstStyle/>
          <a:p>
            <a:endParaRPr lang="fr-FR"/>
          </a:p>
        </p:txBody>
      </p:sp>
      <p:pic>
        <p:nvPicPr>
          <p:cNvPr id="38" name="Image 5" descr="preencoded.png"/>
          <p:cNvPicPr>
            <a:picLocks noChangeAspect="1"/>
          </p:cNvPicPr>
          <p:nvPr/>
        </p:nvPicPr>
        <p:blipFill>
          <a:blip r:embed="rId8"/>
          <a:stretch>
            <a:fillRect/>
          </a:stretch>
        </p:blipFill>
        <p:spPr>
          <a:xfrm>
            <a:off x="8668512" y="4992624"/>
            <a:ext cx="484632" cy="484632"/>
          </a:xfrm>
          <a:prstGeom prst="rect">
            <a:avLst/>
          </a:prstGeom>
        </p:spPr>
      </p:pic>
      <p:sp>
        <p:nvSpPr>
          <p:cNvPr id="39" name="Text 31"/>
          <p:cNvSpPr/>
          <p:nvPr/>
        </p:nvSpPr>
        <p:spPr>
          <a:xfrm>
            <a:off x="9436608" y="4846320"/>
            <a:ext cx="2286000" cy="274320"/>
          </a:xfrm>
          <a:prstGeom prst="rect">
            <a:avLst/>
          </a:prstGeom>
          <a:noFill/>
          <a:ln/>
        </p:spPr>
        <p:txBody>
          <a:bodyPr wrap="square" lIns="0" tIns="0" rIns="0" bIns="0" rtlCol="0" anchor="ctr"/>
          <a:lstStyle/>
          <a:p>
            <a:pPr marL="0" indent="0">
              <a:buNone/>
            </a:pPr>
            <a:r>
              <a:rPr lang="en-US" sz="1000" b="1" kern="0" spc="400" dirty="0">
                <a:solidFill>
                  <a:srgbClr val="06B6D4"/>
                </a:solidFill>
                <a:latin typeface="Calibri" pitchFamily="34" charset="0"/>
                <a:ea typeface="Calibri" pitchFamily="34" charset="-122"/>
                <a:cs typeface="Calibri" pitchFamily="34" charset="-120"/>
              </a:rPr>
              <a:t>Étape 6</a:t>
            </a:r>
            <a:endParaRPr lang="en-US" sz="1000" dirty="0"/>
          </a:p>
        </p:txBody>
      </p:sp>
      <p:sp>
        <p:nvSpPr>
          <p:cNvPr id="40" name="Text 32"/>
          <p:cNvSpPr/>
          <p:nvPr/>
        </p:nvSpPr>
        <p:spPr>
          <a:xfrm>
            <a:off x="9436608" y="5120640"/>
            <a:ext cx="2331720" cy="502920"/>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Éviter les doublons</a:t>
            </a:r>
            <a:endParaRPr lang="en-US" sz="1700" dirty="0"/>
          </a:p>
        </p:txBody>
      </p:sp>
      <p:sp>
        <p:nvSpPr>
          <p:cNvPr id="41" name="Text 33"/>
          <p:cNvSpPr/>
          <p:nvPr/>
        </p:nvSpPr>
        <p:spPr>
          <a:xfrm>
            <a:off x="8522208" y="5806440"/>
            <a:ext cx="3154680" cy="64008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Tracker JSON 48h + planification APScheduler.</a:t>
            </a:r>
            <a:endParaRPr lang="en-US" sz="1200" dirty="0"/>
          </a:p>
        </p:txBody>
      </p:sp>
      <p:sp>
        <p:nvSpPr>
          <p:cNvPr id="42" name="Text 34"/>
          <p:cNvSpPr/>
          <p:nvPr/>
        </p:nvSpPr>
        <p:spPr>
          <a:xfrm>
            <a:off x="10911535" y="6446520"/>
            <a:ext cx="914400" cy="274320"/>
          </a:xfrm>
          <a:prstGeom prst="rect">
            <a:avLst/>
          </a:prstGeom>
          <a:noFill/>
          <a:ln/>
        </p:spPr>
        <p:txBody>
          <a:bodyPr wrap="square" rtlCol="0" anchor="ctr"/>
          <a:lstStyle/>
          <a:p>
            <a:pPr marL="0" indent="0" algn="r">
              <a:buNone/>
            </a:pPr>
            <a:r>
              <a:rPr lang="en-US" sz="1000" dirty="0">
                <a:solidFill>
                  <a:srgbClr val="475569"/>
                </a:solidFill>
                <a:latin typeface="Calibri" pitchFamily="34" charset="0"/>
                <a:ea typeface="Calibri" pitchFamily="34" charset="-122"/>
                <a:cs typeface="Calibri" pitchFamily="34" charset="-120"/>
              </a:rPr>
              <a:t>14 / 24</a:t>
            </a:r>
            <a:endParaRPr lang="en-US" sz="1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1+#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1+#ppt_w/2"/>
                                          </p:val>
                                        </p:tav>
                                        <p:tav tm="100000">
                                          <p:val>
                                            <p:strVal val="#ppt_x"/>
                                          </p:val>
                                        </p:tav>
                                      </p:tavLst>
                                    </p:anim>
                                    <p:anim calcmode="lin" valueType="num">
                                      <p:cBhvr additive="base">
                                        <p:cTn id="16" dur="500" fill="hold"/>
                                        <p:tgtEl>
                                          <p:spTgt spid="8"/>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1+#ppt_w/2"/>
                                          </p:val>
                                        </p:tav>
                                        <p:tav tm="100000">
                                          <p:val>
                                            <p:strVal val="#ppt_x"/>
                                          </p:val>
                                        </p:tav>
                                      </p:tavLst>
                                    </p:anim>
                                    <p:anim calcmode="lin" valueType="num">
                                      <p:cBhvr additive="base">
                                        <p:cTn id="20" dur="500" fill="hold"/>
                                        <p:tgtEl>
                                          <p:spTgt spid="9"/>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500" fill="hold"/>
                                        <p:tgtEl>
                                          <p:spTgt spid="10"/>
                                        </p:tgtEl>
                                        <p:attrNameLst>
                                          <p:attrName>ppt_x</p:attrName>
                                        </p:attrNameLst>
                                      </p:cBhvr>
                                      <p:tavLst>
                                        <p:tav tm="0">
                                          <p:val>
                                            <p:strVal val="1+#ppt_w/2"/>
                                          </p:val>
                                        </p:tav>
                                        <p:tav tm="100000">
                                          <p:val>
                                            <p:strVal val="#ppt_x"/>
                                          </p:val>
                                        </p:tav>
                                      </p:tavLst>
                                    </p:anim>
                                    <p:anim calcmode="lin" valueType="num">
                                      <p:cBhvr additive="base">
                                        <p:cTn id="24" dur="500" fill="hold"/>
                                        <p:tgtEl>
                                          <p:spTgt spid="10"/>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1+#ppt_w/2"/>
                                          </p:val>
                                        </p:tav>
                                        <p:tav tm="100000">
                                          <p:val>
                                            <p:strVal val="#ppt_x"/>
                                          </p:val>
                                        </p:tav>
                                      </p:tavLst>
                                    </p:anim>
                                    <p:anim calcmode="lin" valueType="num">
                                      <p:cBhvr additive="base">
                                        <p:cTn id="28" dur="500" fill="hold"/>
                                        <p:tgtEl>
                                          <p:spTgt spid="11"/>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1+#ppt_w/2"/>
                                          </p:val>
                                        </p:tav>
                                        <p:tav tm="100000">
                                          <p:val>
                                            <p:strVal val="#ppt_x"/>
                                          </p:val>
                                        </p:tav>
                                      </p:tavLst>
                                    </p:anim>
                                    <p:anim calcmode="lin" valueType="num">
                                      <p:cBhvr additive="base">
                                        <p:cTn id="32" dur="500" fill="hold"/>
                                        <p:tgtEl>
                                          <p:spTgt spid="12"/>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 calcmode="lin" valueType="num">
                                      <p:cBhvr additive="base">
                                        <p:cTn id="35" dur="500" fill="hold"/>
                                        <p:tgtEl>
                                          <p:spTgt spid="13"/>
                                        </p:tgtEl>
                                        <p:attrNameLst>
                                          <p:attrName>ppt_x</p:attrName>
                                        </p:attrNameLst>
                                      </p:cBhvr>
                                      <p:tavLst>
                                        <p:tav tm="0">
                                          <p:val>
                                            <p:strVal val="1+#ppt_w/2"/>
                                          </p:val>
                                        </p:tav>
                                        <p:tav tm="100000">
                                          <p:val>
                                            <p:strVal val="#ppt_x"/>
                                          </p:val>
                                        </p:tav>
                                      </p:tavLst>
                                    </p:anim>
                                    <p:anim calcmode="lin" valueType="num">
                                      <p:cBhvr additive="base">
                                        <p:cTn id="36" dur="500" fill="hold"/>
                                        <p:tgtEl>
                                          <p:spTgt spid="13"/>
                                        </p:tgtEl>
                                        <p:attrNameLst>
                                          <p:attrName>ppt_y</p:attrName>
                                        </p:attrNameLst>
                                      </p:cBhvr>
                                      <p:tavLst>
                                        <p:tav tm="0">
                                          <p:val>
                                            <p:strVal val="#ppt_y"/>
                                          </p:val>
                                        </p:tav>
                                        <p:tav tm="100000">
                                          <p:val>
                                            <p:strVal val="#ppt_y"/>
                                          </p:val>
                                        </p:tav>
                                      </p:tavLst>
                                    </p:anim>
                                  </p:childTnLst>
                                </p:cTn>
                              </p:par>
                              <p:par>
                                <p:cTn id="37" presetID="2" presetClass="entr" presetSubtype="2"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additive="base">
                                        <p:cTn id="39" dur="500" fill="hold"/>
                                        <p:tgtEl>
                                          <p:spTgt spid="14"/>
                                        </p:tgtEl>
                                        <p:attrNameLst>
                                          <p:attrName>ppt_x</p:attrName>
                                        </p:attrNameLst>
                                      </p:cBhvr>
                                      <p:tavLst>
                                        <p:tav tm="0">
                                          <p:val>
                                            <p:strVal val="1+#ppt_w/2"/>
                                          </p:val>
                                        </p:tav>
                                        <p:tav tm="100000">
                                          <p:val>
                                            <p:strVal val="#ppt_x"/>
                                          </p:val>
                                        </p:tav>
                                      </p:tavLst>
                                    </p:anim>
                                    <p:anim calcmode="lin" valueType="num">
                                      <p:cBhvr additive="base">
                                        <p:cTn id="40" dur="500" fill="hold"/>
                                        <p:tgtEl>
                                          <p:spTgt spid="14"/>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500" fill="hold"/>
                                        <p:tgtEl>
                                          <p:spTgt spid="15"/>
                                        </p:tgtEl>
                                        <p:attrNameLst>
                                          <p:attrName>ppt_x</p:attrName>
                                        </p:attrNameLst>
                                      </p:cBhvr>
                                      <p:tavLst>
                                        <p:tav tm="0">
                                          <p:val>
                                            <p:strVal val="1+#ppt_w/2"/>
                                          </p:val>
                                        </p:tav>
                                        <p:tav tm="100000">
                                          <p:val>
                                            <p:strVal val="#ppt_x"/>
                                          </p:val>
                                        </p:tav>
                                      </p:tavLst>
                                    </p:anim>
                                    <p:anim calcmode="lin" valueType="num">
                                      <p:cBhvr additive="base">
                                        <p:cTn id="44" dur="500" fill="hold"/>
                                        <p:tgtEl>
                                          <p:spTgt spid="15"/>
                                        </p:tgtEl>
                                        <p:attrNameLst>
                                          <p:attrName>ppt_y</p:attrName>
                                        </p:attrNameLst>
                                      </p:cBhvr>
                                      <p:tavLst>
                                        <p:tav tm="0">
                                          <p:val>
                                            <p:strVal val="#ppt_y"/>
                                          </p:val>
                                        </p:tav>
                                        <p:tav tm="100000">
                                          <p:val>
                                            <p:strVal val="#ppt_y"/>
                                          </p:val>
                                        </p:tav>
                                      </p:tavLst>
                                    </p:anim>
                                  </p:childTnLst>
                                </p:cTn>
                              </p:par>
                              <p:par>
                                <p:cTn id="45" presetID="2" presetClass="entr" presetSubtype="2"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1+#ppt_w/2"/>
                                          </p:val>
                                        </p:tav>
                                        <p:tav tm="100000">
                                          <p:val>
                                            <p:strVal val="#ppt_x"/>
                                          </p:val>
                                        </p:tav>
                                      </p:tavLst>
                                    </p:anim>
                                    <p:anim calcmode="lin" valueType="num">
                                      <p:cBhvr additive="base">
                                        <p:cTn id="48" dur="500" fill="hold"/>
                                        <p:tgtEl>
                                          <p:spTgt spid="16"/>
                                        </p:tgtEl>
                                        <p:attrNameLst>
                                          <p:attrName>ppt_y</p:attrName>
                                        </p:attrNameLst>
                                      </p:cBhvr>
                                      <p:tavLst>
                                        <p:tav tm="0">
                                          <p:val>
                                            <p:strVal val="#ppt_y"/>
                                          </p:val>
                                        </p:tav>
                                        <p:tav tm="100000">
                                          <p:val>
                                            <p:strVal val="#ppt_y"/>
                                          </p:val>
                                        </p:tav>
                                      </p:tavLst>
                                    </p:anim>
                                  </p:childTnLst>
                                </p:cTn>
                              </p:par>
                              <p:par>
                                <p:cTn id="49" presetID="2" presetClass="entr" presetSubtype="2"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 calcmode="lin" valueType="num">
                                      <p:cBhvr additive="base">
                                        <p:cTn id="51" dur="500" fill="hold"/>
                                        <p:tgtEl>
                                          <p:spTgt spid="17"/>
                                        </p:tgtEl>
                                        <p:attrNameLst>
                                          <p:attrName>ppt_x</p:attrName>
                                        </p:attrNameLst>
                                      </p:cBhvr>
                                      <p:tavLst>
                                        <p:tav tm="0">
                                          <p:val>
                                            <p:strVal val="1+#ppt_w/2"/>
                                          </p:val>
                                        </p:tav>
                                        <p:tav tm="100000">
                                          <p:val>
                                            <p:strVal val="#ppt_x"/>
                                          </p:val>
                                        </p:tav>
                                      </p:tavLst>
                                    </p:anim>
                                    <p:anim calcmode="lin" valueType="num">
                                      <p:cBhvr additive="base">
                                        <p:cTn id="52" dur="500" fill="hold"/>
                                        <p:tgtEl>
                                          <p:spTgt spid="17"/>
                                        </p:tgtEl>
                                        <p:attrNameLst>
                                          <p:attrName>ppt_y</p:attrName>
                                        </p:attrNameLst>
                                      </p:cBhvr>
                                      <p:tavLst>
                                        <p:tav tm="0">
                                          <p:val>
                                            <p:strVal val="#ppt_y"/>
                                          </p:val>
                                        </p:tav>
                                        <p:tav tm="100000">
                                          <p:val>
                                            <p:strVal val="#ppt_y"/>
                                          </p:val>
                                        </p:tav>
                                      </p:tavLst>
                                    </p:anim>
                                  </p:childTnLst>
                                </p:cTn>
                              </p:par>
                              <p:par>
                                <p:cTn id="53" presetID="2" presetClass="entr" presetSubtype="2"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 calcmode="lin" valueType="num">
                                      <p:cBhvr additive="base">
                                        <p:cTn id="55" dur="500" fill="hold"/>
                                        <p:tgtEl>
                                          <p:spTgt spid="18"/>
                                        </p:tgtEl>
                                        <p:attrNameLst>
                                          <p:attrName>ppt_x</p:attrName>
                                        </p:attrNameLst>
                                      </p:cBhvr>
                                      <p:tavLst>
                                        <p:tav tm="0">
                                          <p:val>
                                            <p:strVal val="1+#ppt_w/2"/>
                                          </p:val>
                                        </p:tav>
                                        <p:tav tm="100000">
                                          <p:val>
                                            <p:strVal val="#ppt_x"/>
                                          </p:val>
                                        </p:tav>
                                      </p:tavLst>
                                    </p:anim>
                                    <p:anim calcmode="lin" valueType="num">
                                      <p:cBhvr additive="base">
                                        <p:cTn id="56" dur="500" fill="hold"/>
                                        <p:tgtEl>
                                          <p:spTgt spid="18"/>
                                        </p:tgtEl>
                                        <p:attrNameLst>
                                          <p:attrName>ppt_y</p:attrName>
                                        </p:attrNameLst>
                                      </p:cBhvr>
                                      <p:tavLst>
                                        <p:tav tm="0">
                                          <p:val>
                                            <p:strVal val="#ppt_y"/>
                                          </p:val>
                                        </p:tav>
                                        <p:tav tm="100000">
                                          <p:val>
                                            <p:strVal val="#ppt_y"/>
                                          </p:val>
                                        </p:tav>
                                      </p:tavLst>
                                    </p:anim>
                                  </p:childTnLst>
                                </p:cTn>
                              </p:par>
                              <p:par>
                                <p:cTn id="57" presetID="2" presetClass="entr" presetSubtype="2" fill="hold" grpId="0" nodeType="withEffect">
                                  <p:stCondLst>
                                    <p:cond delay="0"/>
                                  </p:stCondLst>
                                  <p:childTnLst>
                                    <p:set>
                                      <p:cBhvr>
                                        <p:cTn id="58" dur="1" fill="hold">
                                          <p:stCondLst>
                                            <p:cond delay="0"/>
                                          </p:stCondLst>
                                        </p:cTn>
                                        <p:tgtEl>
                                          <p:spTgt spid="19"/>
                                        </p:tgtEl>
                                        <p:attrNameLst>
                                          <p:attrName>style.visibility</p:attrName>
                                        </p:attrNameLst>
                                      </p:cBhvr>
                                      <p:to>
                                        <p:strVal val="visible"/>
                                      </p:to>
                                    </p:set>
                                    <p:anim calcmode="lin" valueType="num">
                                      <p:cBhvr additive="base">
                                        <p:cTn id="59" dur="500" fill="hold"/>
                                        <p:tgtEl>
                                          <p:spTgt spid="19"/>
                                        </p:tgtEl>
                                        <p:attrNameLst>
                                          <p:attrName>ppt_x</p:attrName>
                                        </p:attrNameLst>
                                      </p:cBhvr>
                                      <p:tavLst>
                                        <p:tav tm="0">
                                          <p:val>
                                            <p:strVal val="1+#ppt_w/2"/>
                                          </p:val>
                                        </p:tav>
                                        <p:tav tm="100000">
                                          <p:val>
                                            <p:strVal val="#ppt_x"/>
                                          </p:val>
                                        </p:tav>
                                      </p:tavLst>
                                    </p:anim>
                                    <p:anim calcmode="lin" valueType="num">
                                      <p:cBhvr additive="base">
                                        <p:cTn id="60" dur="500" fill="hold"/>
                                        <p:tgtEl>
                                          <p:spTgt spid="19"/>
                                        </p:tgtEl>
                                        <p:attrNameLst>
                                          <p:attrName>ppt_y</p:attrName>
                                        </p:attrNameLst>
                                      </p:cBhvr>
                                      <p:tavLst>
                                        <p:tav tm="0">
                                          <p:val>
                                            <p:strVal val="#ppt_y"/>
                                          </p:val>
                                        </p:tav>
                                        <p:tav tm="100000">
                                          <p:val>
                                            <p:strVal val="#ppt_y"/>
                                          </p:val>
                                        </p:tav>
                                      </p:tavLst>
                                    </p:anim>
                                  </p:childTnLst>
                                </p:cTn>
                              </p:par>
                              <p:par>
                                <p:cTn id="61" presetID="2" presetClass="entr" presetSubtype="2" fill="hold" nodeType="withEffect">
                                  <p:stCondLst>
                                    <p:cond delay="0"/>
                                  </p:stCondLst>
                                  <p:childTnLst>
                                    <p:set>
                                      <p:cBhvr>
                                        <p:cTn id="62" dur="1" fill="hold">
                                          <p:stCondLst>
                                            <p:cond delay="0"/>
                                          </p:stCondLst>
                                        </p:cTn>
                                        <p:tgtEl>
                                          <p:spTgt spid="20"/>
                                        </p:tgtEl>
                                        <p:attrNameLst>
                                          <p:attrName>style.visibility</p:attrName>
                                        </p:attrNameLst>
                                      </p:cBhvr>
                                      <p:to>
                                        <p:strVal val="visible"/>
                                      </p:to>
                                    </p:set>
                                    <p:anim calcmode="lin" valueType="num">
                                      <p:cBhvr additive="base">
                                        <p:cTn id="63" dur="500" fill="hold"/>
                                        <p:tgtEl>
                                          <p:spTgt spid="20"/>
                                        </p:tgtEl>
                                        <p:attrNameLst>
                                          <p:attrName>ppt_x</p:attrName>
                                        </p:attrNameLst>
                                      </p:cBhvr>
                                      <p:tavLst>
                                        <p:tav tm="0">
                                          <p:val>
                                            <p:strVal val="1+#ppt_w/2"/>
                                          </p:val>
                                        </p:tav>
                                        <p:tav tm="100000">
                                          <p:val>
                                            <p:strVal val="#ppt_x"/>
                                          </p:val>
                                        </p:tav>
                                      </p:tavLst>
                                    </p:anim>
                                    <p:anim calcmode="lin" valueType="num">
                                      <p:cBhvr additive="base">
                                        <p:cTn id="64" dur="500" fill="hold"/>
                                        <p:tgtEl>
                                          <p:spTgt spid="20"/>
                                        </p:tgtEl>
                                        <p:attrNameLst>
                                          <p:attrName>ppt_y</p:attrName>
                                        </p:attrNameLst>
                                      </p:cBhvr>
                                      <p:tavLst>
                                        <p:tav tm="0">
                                          <p:val>
                                            <p:strVal val="#ppt_y"/>
                                          </p:val>
                                        </p:tav>
                                        <p:tav tm="100000">
                                          <p:val>
                                            <p:strVal val="#ppt_y"/>
                                          </p:val>
                                        </p:tav>
                                      </p:tavLst>
                                    </p:anim>
                                  </p:childTnLst>
                                </p:cTn>
                              </p:par>
                              <p:par>
                                <p:cTn id="65" presetID="2" presetClass="entr" presetSubtype="2" fill="hold" grpId="0" nodeType="withEffect">
                                  <p:stCondLst>
                                    <p:cond delay="0"/>
                                  </p:stCondLst>
                                  <p:childTnLst>
                                    <p:set>
                                      <p:cBhvr>
                                        <p:cTn id="66" dur="1" fill="hold">
                                          <p:stCondLst>
                                            <p:cond delay="0"/>
                                          </p:stCondLst>
                                        </p:cTn>
                                        <p:tgtEl>
                                          <p:spTgt spid="21"/>
                                        </p:tgtEl>
                                        <p:attrNameLst>
                                          <p:attrName>style.visibility</p:attrName>
                                        </p:attrNameLst>
                                      </p:cBhvr>
                                      <p:to>
                                        <p:strVal val="visible"/>
                                      </p:to>
                                    </p:set>
                                    <p:anim calcmode="lin" valueType="num">
                                      <p:cBhvr additive="base">
                                        <p:cTn id="67" dur="500" fill="hold"/>
                                        <p:tgtEl>
                                          <p:spTgt spid="21"/>
                                        </p:tgtEl>
                                        <p:attrNameLst>
                                          <p:attrName>ppt_x</p:attrName>
                                        </p:attrNameLst>
                                      </p:cBhvr>
                                      <p:tavLst>
                                        <p:tav tm="0">
                                          <p:val>
                                            <p:strVal val="1+#ppt_w/2"/>
                                          </p:val>
                                        </p:tav>
                                        <p:tav tm="100000">
                                          <p:val>
                                            <p:strVal val="#ppt_x"/>
                                          </p:val>
                                        </p:tav>
                                      </p:tavLst>
                                    </p:anim>
                                    <p:anim calcmode="lin" valueType="num">
                                      <p:cBhvr additive="base">
                                        <p:cTn id="68" dur="500" fill="hold"/>
                                        <p:tgtEl>
                                          <p:spTgt spid="21"/>
                                        </p:tgtEl>
                                        <p:attrNameLst>
                                          <p:attrName>ppt_y</p:attrName>
                                        </p:attrNameLst>
                                      </p:cBhvr>
                                      <p:tavLst>
                                        <p:tav tm="0">
                                          <p:val>
                                            <p:strVal val="#ppt_y"/>
                                          </p:val>
                                        </p:tav>
                                        <p:tav tm="100000">
                                          <p:val>
                                            <p:strVal val="#ppt_y"/>
                                          </p:val>
                                        </p:tav>
                                      </p:tavLst>
                                    </p:anim>
                                  </p:childTnLst>
                                </p:cTn>
                              </p:par>
                              <p:par>
                                <p:cTn id="69" presetID="2" presetClass="entr" presetSubtype="2" fill="hold" grpId="0" nodeType="withEffect">
                                  <p:stCondLst>
                                    <p:cond delay="0"/>
                                  </p:stCondLst>
                                  <p:childTnLst>
                                    <p:set>
                                      <p:cBhvr>
                                        <p:cTn id="70" dur="1" fill="hold">
                                          <p:stCondLst>
                                            <p:cond delay="0"/>
                                          </p:stCondLst>
                                        </p:cTn>
                                        <p:tgtEl>
                                          <p:spTgt spid="22"/>
                                        </p:tgtEl>
                                        <p:attrNameLst>
                                          <p:attrName>style.visibility</p:attrName>
                                        </p:attrNameLst>
                                      </p:cBhvr>
                                      <p:to>
                                        <p:strVal val="visible"/>
                                      </p:to>
                                    </p:set>
                                    <p:anim calcmode="lin" valueType="num">
                                      <p:cBhvr additive="base">
                                        <p:cTn id="71" dur="500" fill="hold"/>
                                        <p:tgtEl>
                                          <p:spTgt spid="22"/>
                                        </p:tgtEl>
                                        <p:attrNameLst>
                                          <p:attrName>ppt_x</p:attrName>
                                        </p:attrNameLst>
                                      </p:cBhvr>
                                      <p:tavLst>
                                        <p:tav tm="0">
                                          <p:val>
                                            <p:strVal val="1+#ppt_w/2"/>
                                          </p:val>
                                        </p:tav>
                                        <p:tav tm="100000">
                                          <p:val>
                                            <p:strVal val="#ppt_x"/>
                                          </p:val>
                                        </p:tav>
                                      </p:tavLst>
                                    </p:anim>
                                    <p:anim calcmode="lin" valueType="num">
                                      <p:cBhvr additive="base">
                                        <p:cTn id="72" dur="500" fill="hold"/>
                                        <p:tgtEl>
                                          <p:spTgt spid="22"/>
                                        </p:tgtEl>
                                        <p:attrNameLst>
                                          <p:attrName>ppt_y</p:attrName>
                                        </p:attrNameLst>
                                      </p:cBhvr>
                                      <p:tavLst>
                                        <p:tav tm="0">
                                          <p:val>
                                            <p:strVal val="#ppt_y"/>
                                          </p:val>
                                        </p:tav>
                                        <p:tav tm="100000">
                                          <p:val>
                                            <p:strVal val="#ppt_y"/>
                                          </p:val>
                                        </p:tav>
                                      </p:tavLst>
                                    </p:anim>
                                  </p:childTnLst>
                                </p:cTn>
                              </p:par>
                              <p:par>
                                <p:cTn id="73" presetID="2" presetClass="entr" presetSubtype="2" fill="hold" grpId="0" nodeType="withEffect">
                                  <p:stCondLst>
                                    <p:cond delay="0"/>
                                  </p:stCondLst>
                                  <p:childTnLst>
                                    <p:set>
                                      <p:cBhvr>
                                        <p:cTn id="74" dur="1" fill="hold">
                                          <p:stCondLst>
                                            <p:cond delay="0"/>
                                          </p:stCondLst>
                                        </p:cTn>
                                        <p:tgtEl>
                                          <p:spTgt spid="23"/>
                                        </p:tgtEl>
                                        <p:attrNameLst>
                                          <p:attrName>style.visibility</p:attrName>
                                        </p:attrNameLst>
                                      </p:cBhvr>
                                      <p:to>
                                        <p:strVal val="visible"/>
                                      </p:to>
                                    </p:set>
                                    <p:anim calcmode="lin" valueType="num">
                                      <p:cBhvr additive="base">
                                        <p:cTn id="75" dur="500" fill="hold"/>
                                        <p:tgtEl>
                                          <p:spTgt spid="23"/>
                                        </p:tgtEl>
                                        <p:attrNameLst>
                                          <p:attrName>ppt_x</p:attrName>
                                        </p:attrNameLst>
                                      </p:cBhvr>
                                      <p:tavLst>
                                        <p:tav tm="0">
                                          <p:val>
                                            <p:strVal val="1+#ppt_w/2"/>
                                          </p:val>
                                        </p:tav>
                                        <p:tav tm="100000">
                                          <p:val>
                                            <p:strVal val="#ppt_x"/>
                                          </p:val>
                                        </p:tav>
                                      </p:tavLst>
                                    </p:anim>
                                    <p:anim calcmode="lin" valueType="num">
                                      <p:cBhvr additive="base">
                                        <p:cTn id="76"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2" presetClass="entr" presetSubtype="2" fill="hold" grpId="0" nodeType="clickEffect">
                                  <p:stCondLst>
                                    <p:cond delay="0"/>
                                  </p:stCondLst>
                                  <p:childTnLst>
                                    <p:set>
                                      <p:cBhvr>
                                        <p:cTn id="80" dur="1" fill="hold">
                                          <p:stCondLst>
                                            <p:cond delay="0"/>
                                          </p:stCondLst>
                                        </p:cTn>
                                        <p:tgtEl>
                                          <p:spTgt spid="24"/>
                                        </p:tgtEl>
                                        <p:attrNameLst>
                                          <p:attrName>style.visibility</p:attrName>
                                        </p:attrNameLst>
                                      </p:cBhvr>
                                      <p:to>
                                        <p:strVal val="visible"/>
                                      </p:to>
                                    </p:set>
                                    <p:anim calcmode="lin" valueType="num">
                                      <p:cBhvr additive="base">
                                        <p:cTn id="81" dur="500" fill="hold"/>
                                        <p:tgtEl>
                                          <p:spTgt spid="24"/>
                                        </p:tgtEl>
                                        <p:attrNameLst>
                                          <p:attrName>ppt_x</p:attrName>
                                        </p:attrNameLst>
                                      </p:cBhvr>
                                      <p:tavLst>
                                        <p:tav tm="0">
                                          <p:val>
                                            <p:strVal val="1+#ppt_w/2"/>
                                          </p:val>
                                        </p:tav>
                                        <p:tav tm="100000">
                                          <p:val>
                                            <p:strVal val="#ppt_x"/>
                                          </p:val>
                                        </p:tav>
                                      </p:tavLst>
                                    </p:anim>
                                    <p:anim calcmode="lin" valueType="num">
                                      <p:cBhvr additive="base">
                                        <p:cTn id="82" dur="500" fill="hold"/>
                                        <p:tgtEl>
                                          <p:spTgt spid="24"/>
                                        </p:tgtEl>
                                        <p:attrNameLst>
                                          <p:attrName>ppt_y</p:attrName>
                                        </p:attrNameLst>
                                      </p:cBhvr>
                                      <p:tavLst>
                                        <p:tav tm="0">
                                          <p:val>
                                            <p:strVal val="#ppt_y"/>
                                          </p:val>
                                        </p:tav>
                                        <p:tav tm="100000">
                                          <p:val>
                                            <p:strVal val="#ppt_y"/>
                                          </p:val>
                                        </p:tav>
                                      </p:tavLst>
                                    </p:anim>
                                  </p:childTnLst>
                                </p:cTn>
                              </p:par>
                              <p:par>
                                <p:cTn id="83" presetID="2" presetClass="entr" presetSubtype="2" fill="hold" grpId="0" nodeType="withEffect">
                                  <p:stCondLst>
                                    <p:cond delay="0"/>
                                  </p:stCondLst>
                                  <p:childTnLst>
                                    <p:set>
                                      <p:cBhvr>
                                        <p:cTn id="84" dur="1" fill="hold">
                                          <p:stCondLst>
                                            <p:cond delay="0"/>
                                          </p:stCondLst>
                                        </p:cTn>
                                        <p:tgtEl>
                                          <p:spTgt spid="25"/>
                                        </p:tgtEl>
                                        <p:attrNameLst>
                                          <p:attrName>style.visibility</p:attrName>
                                        </p:attrNameLst>
                                      </p:cBhvr>
                                      <p:to>
                                        <p:strVal val="visible"/>
                                      </p:to>
                                    </p:set>
                                    <p:anim calcmode="lin" valueType="num">
                                      <p:cBhvr additive="base">
                                        <p:cTn id="85" dur="500" fill="hold"/>
                                        <p:tgtEl>
                                          <p:spTgt spid="25"/>
                                        </p:tgtEl>
                                        <p:attrNameLst>
                                          <p:attrName>ppt_x</p:attrName>
                                        </p:attrNameLst>
                                      </p:cBhvr>
                                      <p:tavLst>
                                        <p:tav tm="0">
                                          <p:val>
                                            <p:strVal val="1+#ppt_w/2"/>
                                          </p:val>
                                        </p:tav>
                                        <p:tav tm="100000">
                                          <p:val>
                                            <p:strVal val="#ppt_x"/>
                                          </p:val>
                                        </p:tav>
                                      </p:tavLst>
                                    </p:anim>
                                    <p:anim calcmode="lin" valueType="num">
                                      <p:cBhvr additive="base">
                                        <p:cTn id="86" dur="500" fill="hold"/>
                                        <p:tgtEl>
                                          <p:spTgt spid="25"/>
                                        </p:tgtEl>
                                        <p:attrNameLst>
                                          <p:attrName>ppt_y</p:attrName>
                                        </p:attrNameLst>
                                      </p:cBhvr>
                                      <p:tavLst>
                                        <p:tav tm="0">
                                          <p:val>
                                            <p:strVal val="#ppt_y"/>
                                          </p:val>
                                        </p:tav>
                                        <p:tav tm="100000">
                                          <p:val>
                                            <p:strVal val="#ppt_y"/>
                                          </p:val>
                                        </p:tav>
                                      </p:tavLst>
                                    </p:anim>
                                  </p:childTnLst>
                                </p:cTn>
                              </p:par>
                              <p:par>
                                <p:cTn id="87" presetID="2" presetClass="entr" presetSubtype="2" fill="hold" nodeType="withEffect">
                                  <p:stCondLst>
                                    <p:cond delay="0"/>
                                  </p:stCondLst>
                                  <p:childTnLst>
                                    <p:set>
                                      <p:cBhvr>
                                        <p:cTn id="88" dur="1" fill="hold">
                                          <p:stCondLst>
                                            <p:cond delay="0"/>
                                          </p:stCondLst>
                                        </p:cTn>
                                        <p:tgtEl>
                                          <p:spTgt spid="26"/>
                                        </p:tgtEl>
                                        <p:attrNameLst>
                                          <p:attrName>style.visibility</p:attrName>
                                        </p:attrNameLst>
                                      </p:cBhvr>
                                      <p:to>
                                        <p:strVal val="visible"/>
                                      </p:to>
                                    </p:set>
                                    <p:anim calcmode="lin" valueType="num">
                                      <p:cBhvr additive="base">
                                        <p:cTn id="89" dur="500" fill="hold"/>
                                        <p:tgtEl>
                                          <p:spTgt spid="26"/>
                                        </p:tgtEl>
                                        <p:attrNameLst>
                                          <p:attrName>ppt_x</p:attrName>
                                        </p:attrNameLst>
                                      </p:cBhvr>
                                      <p:tavLst>
                                        <p:tav tm="0">
                                          <p:val>
                                            <p:strVal val="1+#ppt_w/2"/>
                                          </p:val>
                                        </p:tav>
                                        <p:tav tm="100000">
                                          <p:val>
                                            <p:strVal val="#ppt_x"/>
                                          </p:val>
                                        </p:tav>
                                      </p:tavLst>
                                    </p:anim>
                                    <p:anim calcmode="lin" valueType="num">
                                      <p:cBhvr additive="base">
                                        <p:cTn id="90" dur="500" fill="hold"/>
                                        <p:tgtEl>
                                          <p:spTgt spid="26"/>
                                        </p:tgtEl>
                                        <p:attrNameLst>
                                          <p:attrName>ppt_y</p:attrName>
                                        </p:attrNameLst>
                                      </p:cBhvr>
                                      <p:tavLst>
                                        <p:tav tm="0">
                                          <p:val>
                                            <p:strVal val="#ppt_y"/>
                                          </p:val>
                                        </p:tav>
                                        <p:tav tm="100000">
                                          <p:val>
                                            <p:strVal val="#ppt_y"/>
                                          </p:val>
                                        </p:tav>
                                      </p:tavLst>
                                    </p:anim>
                                  </p:childTnLst>
                                </p:cTn>
                              </p:par>
                              <p:par>
                                <p:cTn id="91" presetID="2" presetClass="entr" presetSubtype="2" fill="hold" grpId="0" nodeType="withEffect">
                                  <p:stCondLst>
                                    <p:cond delay="0"/>
                                  </p:stCondLst>
                                  <p:childTnLst>
                                    <p:set>
                                      <p:cBhvr>
                                        <p:cTn id="92" dur="1" fill="hold">
                                          <p:stCondLst>
                                            <p:cond delay="0"/>
                                          </p:stCondLst>
                                        </p:cTn>
                                        <p:tgtEl>
                                          <p:spTgt spid="27"/>
                                        </p:tgtEl>
                                        <p:attrNameLst>
                                          <p:attrName>style.visibility</p:attrName>
                                        </p:attrNameLst>
                                      </p:cBhvr>
                                      <p:to>
                                        <p:strVal val="visible"/>
                                      </p:to>
                                    </p:set>
                                    <p:anim calcmode="lin" valueType="num">
                                      <p:cBhvr additive="base">
                                        <p:cTn id="93" dur="500" fill="hold"/>
                                        <p:tgtEl>
                                          <p:spTgt spid="27"/>
                                        </p:tgtEl>
                                        <p:attrNameLst>
                                          <p:attrName>ppt_x</p:attrName>
                                        </p:attrNameLst>
                                      </p:cBhvr>
                                      <p:tavLst>
                                        <p:tav tm="0">
                                          <p:val>
                                            <p:strVal val="1+#ppt_w/2"/>
                                          </p:val>
                                        </p:tav>
                                        <p:tav tm="100000">
                                          <p:val>
                                            <p:strVal val="#ppt_x"/>
                                          </p:val>
                                        </p:tav>
                                      </p:tavLst>
                                    </p:anim>
                                    <p:anim calcmode="lin" valueType="num">
                                      <p:cBhvr additive="base">
                                        <p:cTn id="94" dur="500" fill="hold"/>
                                        <p:tgtEl>
                                          <p:spTgt spid="27"/>
                                        </p:tgtEl>
                                        <p:attrNameLst>
                                          <p:attrName>ppt_y</p:attrName>
                                        </p:attrNameLst>
                                      </p:cBhvr>
                                      <p:tavLst>
                                        <p:tav tm="0">
                                          <p:val>
                                            <p:strVal val="#ppt_y"/>
                                          </p:val>
                                        </p:tav>
                                        <p:tav tm="100000">
                                          <p:val>
                                            <p:strVal val="#ppt_y"/>
                                          </p:val>
                                        </p:tav>
                                      </p:tavLst>
                                    </p:anim>
                                  </p:childTnLst>
                                </p:cTn>
                              </p:par>
                              <p:par>
                                <p:cTn id="95" presetID="2" presetClass="entr" presetSubtype="2" fill="hold" grpId="0" nodeType="withEffect">
                                  <p:stCondLst>
                                    <p:cond delay="0"/>
                                  </p:stCondLst>
                                  <p:childTnLst>
                                    <p:set>
                                      <p:cBhvr>
                                        <p:cTn id="96" dur="1" fill="hold">
                                          <p:stCondLst>
                                            <p:cond delay="0"/>
                                          </p:stCondLst>
                                        </p:cTn>
                                        <p:tgtEl>
                                          <p:spTgt spid="28"/>
                                        </p:tgtEl>
                                        <p:attrNameLst>
                                          <p:attrName>style.visibility</p:attrName>
                                        </p:attrNameLst>
                                      </p:cBhvr>
                                      <p:to>
                                        <p:strVal val="visible"/>
                                      </p:to>
                                    </p:set>
                                    <p:anim calcmode="lin" valueType="num">
                                      <p:cBhvr additive="base">
                                        <p:cTn id="97" dur="500" fill="hold"/>
                                        <p:tgtEl>
                                          <p:spTgt spid="28"/>
                                        </p:tgtEl>
                                        <p:attrNameLst>
                                          <p:attrName>ppt_x</p:attrName>
                                        </p:attrNameLst>
                                      </p:cBhvr>
                                      <p:tavLst>
                                        <p:tav tm="0">
                                          <p:val>
                                            <p:strVal val="1+#ppt_w/2"/>
                                          </p:val>
                                        </p:tav>
                                        <p:tav tm="100000">
                                          <p:val>
                                            <p:strVal val="#ppt_x"/>
                                          </p:val>
                                        </p:tav>
                                      </p:tavLst>
                                    </p:anim>
                                    <p:anim calcmode="lin" valueType="num">
                                      <p:cBhvr additive="base">
                                        <p:cTn id="98" dur="500" fill="hold"/>
                                        <p:tgtEl>
                                          <p:spTgt spid="28"/>
                                        </p:tgtEl>
                                        <p:attrNameLst>
                                          <p:attrName>ppt_y</p:attrName>
                                        </p:attrNameLst>
                                      </p:cBhvr>
                                      <p:tavLst>
                                        <p:tav tm="0">
                                          <p:val>
                                            <p:strVal val="#ppt_y"/>
                                          </p:val>
                                        </p:tav>
                                        <p:tav tm="100000">
                                          <p:val>
                                            <p:strVal val="#ppt_y"/>
                                          </p:val>
                                        </p:tav>
                                      </p:tavLst>
                                    </p:anim>
                                  </p:childTnLst>
                                </p:cTn>
                              </p:par>
                              <p:par>
                                <p:cTn id="99" presetID="2" presetClass="entr" presetSubtype="2" fill="hold" grpId="0" nodeType="withEffect">
                                  <p:stCondLst>
                                    <p:cond delay="0"/>
                                  </p:stCondLst>
                                  <p:childTnLst>
                                    <p:set>
                                      <p:cBhvr>
                                        <p:cTn id="100" dur="1" fill="hold">
                                          <p:stCondLst>
                                            <p:cond delay="0"/>
                                          </p:stCondLst>
                                        </p:cTn>
                                        <p:tgtEl>
                                          <p:spTgt spid="29"/>
                                        </p:tgtEl>
                                        <p:attrNameLst>
                                          <p:attrName>style.visibility</p:attrName>
                                        </p:attrNameLst>
                                      </p:cBhvr>
                                      <p:to>
                                        <p:strVal val="visible"/>
                                      </p:to>
                                    </p:set>
                                    <p:anim calcmode="lin" valueType="num">
                                      <p:cBhvr additive="base">
                                        <p:cTn id="101" dur="500" fill="hold"/>
                                        <p:tgtEl>
                                          <p:spTgt spid="29"/>
                                        </p:tgtEl>
                                        <p:attrNameLst>
                                          <p:attrName>ppt_x</p:attrName>
                                        </p:attrNameLst>
                                      </p:cBhvr>
                                      <p:tavLst>
                                        <p:tav tm="0">
                                          <p:val>
                                            <p:strVal val="1+#ppt_w/2"/>
                                          </p:val>
                                        </p:tav>
                                        <p:tav tm="100000">
                                          <p:val>
                                            <p:strVal val="#ppt_x"/>
                                          </p:val>
                                        </p:tav>
                                      </p:tavLst>
                                    </p:anim>
                                    <p:anim calcmode="lin" valueType="num">
                                      <p:cBhvr additive="base">
                                        <p:cTn id="102" dur="500" fill="hold"/>
                                        <p:tgtEl>
                                          <p:spTgt spid="29"/>
                                        </p:tgtEl>
                                        <p:attrNameLst>
                                          <p:attrName>ppt_y</p:attrName>
                                        </p:attrNameLst>
                                      </p:cBhvr>
                                      <p:tavLst>
                                        <p:tav tm="0">
                                          <p:val>
                                            <p:strVal val="#ppt_y"/>
                                          </p:val>
                                        </p:tav>
                                        <p:tav tm="100000">
                                          <p:val>
                                            <p:strVal val="#ppt_y"/>
                                          </p:val>
                                        </p:tav>
                                      </p:tavLst>
                                    </p:anim>
                                  </p:childTnLst>
                                </p:cTn>
                              </p:par>
                              <p:par>
                                <p:cTn id="103" presetID="2" presetClass="entr" presetSubtype="2" fill="hold" grpId="0" nodeType="withEffect">
                                  <p:stCondLst>
                                    <p:cond delay="0"/>
                                  </p:stCondLst>
                                  <p:childTnLst>
                                    <p:set>
                                      <p:cBhvr>
                                        <p:cTn id="104" dur="1" fill="hold">
                                          <p:stCondLst>
                                            <p:cond delay="0"/>
                                          </p:stCondLst>
                                        </p:cTn>
                                        <p:tgtEl>
                                          <p:spTgt spid="30"/>
                                        </p:tgtEl>
                                        <p:attrNameLst>
                                          <p:attrName>style.visibility</p:attrName>
                                        </p:attrNameLst>
                                      </p:cBhvr>
                                      <p:to>
                                        <p:strVal val="visible"/>
                                      </p:to>
                                    </p:set>
                                    <p:anim calcmode="lin" valueType="num">
                                      <p:cBhvr additive="base">
                                        <p:cTn id="105" dur="500" fill="hold"/>
                                        <p:tgtEl>
                                          <p:spTgt spid="30"/>
                                        </p:tgtEl>
                                        <p:attrNameLst>
                                          <p:attrName>ppt_x</p:attrName>
                                        </p:attrNameLst>
                                      </p:cBhvr>
                                      <p:tavLst>
                                        <p:tav tm="0">
                                          <p:val>
                                            <p:strVal val="1+#ppt_w/2"/>
                                          </p:val>
                                        </p:tav>
                                        <p:tav tm="100000">
                                          <p:val>
                                            <p:strVal val="#ppt_x"/>
                                          </p:val>
                                        </p:tav>
                                      </p:tavLst>
                                    </p:anim>
                                    <p:anim calcmode="lin" valueType="num">
                                      <p:cBhvr additive="base">
                                        <p:cTn id="106" dur="500" fill="hold"/>
                                        <p:tgtEl>
                                          <p:spTgt spid="30"/>
                                        </p:tgtEl>
                                        <p:attrNameLst>
                                          <p:attrName>ppt_y</p:attrName>
                                        </p:attrNameLst>
                                      </p:cBhvr>
                                      <p:tavLst>
                                        <p:tav tm="0">
                                          <p:val>
                                            <p:strVal val="#ppt_y"/>
                                          </p:val>
                                        </p:tav>
                                        <p:tav tm="100000">
                                          <p:val>
                                            <p:strVal val="#ppt_y"/>
                                          </p:val>
                                        </p:tav>
                                      </p:tavLst>
                                    </p:anim>
                                  </p:childTnLst>
                                </p:cTn>
                              </p:par>
                              <p:par>
                                <p:cTn id="107" presetID="2" presetClass="entr" presetSubtype="2" fill="hold" grpId="0" nodeType="withEffect">
                                  <p:stCondLst>
                                    <p:cond delay="0"/>
                                  </p:stCondLst>
                                  <p:childTnLst>
                                    <p:set>
                                      <p:cBhvr>
                                        <p:cTn id="108" dur="1" fill="hold">
                                          <p:stCondLst>
                                            <p:cond delay="0"/>
                                          </p:stCondLst>
                                        </p:cTn>
                                        <p:tgtEl>
                                          <p:spTgt spid="31"/>
                                        </p:tgtEl>
                                        <p:attrNameLst>
                                          <p:attrName>style.visibility</p:attrName>
                                        </p:attrNameLst>
                                      </p:cBhvr>
                                      <p:to>
                                        <p:strVal val="visible"/>
                                      </p:to>
                                    </p:set>
                                    <p:anim calcmode="lin" valueType="num">
                                      <p:cBhvr additive="base">
                                        <p:cTn id="109" dur="500" fill="hold"/>
                                        <p:tgtEl>
                                          <p:spTgt spid="31"/>
                                        </p:tgtEl>
                                        <p:attrNameLst>
                                          <p:attrName>ppt_x</p:attrName>
                                        </p:attrNameLst>
                                      </p:cBhvr>
                                      <p:tavLst>
                                        <p:tav tm="0">
                                          <p:val>
                                            <p:strVal val="1+#ppt_w/2"/>
                                          </p:val>
                                        </p:tav>
                                        <p:tav tm="100000">
                                          <p:val>
                                            <p:strVal val="#ppt_x"/>
                                          </p:val>
                                        </p:tav>
                                      </p:tavLst>
                                    </p:anim>
                                    <p:anim calcmode="lin" valueType="num">
                                      <p:cBhvr additive="base">
                                        <p:cTn id="110" dur="500" fill="hold"/>
                                        <p:tgtEl>
                                          <p:spTgt spid="31"/>
                                        </p:tgtEl>
                                        <p:attrNameLst>
                                          <p:attrName>ppt_y</p:attrName>
                                        </p:attrNameLst>
                                      </p:cBhvr>
                                      <p:tavLst>
                                        <p:tav tm="0">
                                          <p:val>
                                            <p:strVal val="#ppt_y"/>
                                          </p:val>
                                        </p:tav>
                                        <p:tav tm="100000">
                                          <p:val>
                                            <p:strVal val="#ppt_y"/>
                                          </p:val>
                                        </p:tav>
                                      </p:tavLst>
                                    </p:anim>
                                  </p:childTnLst>
                                </p:cTn>
                              </p:par>
                              <p:par>
                                <p:cTn id="111" presetID="2" presetClass="entr" presetSubtype="2" fill="hold" nodeType="withEffect">
                                  <p:stCondLst>
                                    <p:cond delay="0"/>
                                  </p:stCondLst>
                                  <p:childTnLst>
                                    <p:set>
                                      <p:cBhvr>
                                        <p:cTn id="112" dur="1" fill="hold">
                                          <p:stCondLst>
                                            <p:cond delay="0"/>
                                          </p:stCondLst>
                                        </p:cTn>
                                        <p:tgtEl>
                                          <p:spTgt spid="32"/>
                                        </p:tgtEl>
                                        <p:attrNameLst>
                                          <p:attrName>style.visibility</p:attrName>
                                        </p:attrNameLst>
                                      </p:cBhvr>
                                      <p:to>
                                        <p:strVal val="visible"/>
                                      </p:to>
                                    </p:set>
                                    <p:anim calcmode="lin" valueType="num">
                                      <p:cBhvr additive="base">
                                        <p:cTn id="113" dur="500" fill="hold"/>
                                        <p:tgtEl>
                                          <p:spTgt spid="32"/>
                                        </p:tgtEl>
                                        <p:attrNameLst>
                                          <p:attrName>ppt_x</p:attrName>
                                        </p:attrNameLst>
                                      </p:cBhvr>
                                      <p:tavLst>
                                        <p:tav tm="0">
                                          <p:val>
                                            <p:strVal val="1+#ppt_w/2"/>
                                          </p:val>
                                        </p:tav>
                                        <p:tav tm="100000">
                                          <p:val>
                                            <p:strVal val="#ppt_x"/>
                                          </p:val>
                                        </p:tav>
                                      </p:tavLst>
                                    </p:anim>
                                    <p:anim calcmode="lin" valueType="num">
                                      <p:cBhvr additive="base">
                                        <p:cTn id="114" dur="500" fill="hold"/>
                                        <p:tgtEl>
                                          <p:spTgt spid="32"/>
                                        </p:tgtEl>
                                        <p:attrNameLst>
                                          <p:attrName>ppt_y</p:attrName>
                                        </p:attrNameLst>
                                      </p:cBhvr>
                                      <p:tavLst>
                                        <p:tav tm="0">
                                          <p:val>
                                            <p:strVal val="#ppt_y"/>
                                          </p:val>
                                        </p:tav>
                                        <p:tav tm="100000">
                                          <p:val>
                                            <p:strVal val="#ppt_y"/>
                                          </p:val>
                                        </p:tav>
                                      </p:tavLst>
                                    </p:anim>
                                  </p:childTnLst>
                                </p:cTn>
                              </p:par>
                              <p:par>
                                <p:cTn id="115" presetID="2" presetClass="entr" presetSubtype="2" fill="hold" grpId="0" nodeType="withEffect">
                                  <p:stCondLst>
                                    <p:cond delay="0"/>
                                  </p:stCondLst>
                                  <p:childTnLst>
                                    <p:set>
                                      <p:cBhvr>
                                        <p:cTn id="116" dur="1" fill="hold">
                                          <p:stCondLst>
                                            <p:cond delay="0"/>
                                          </p:stCondLst>
                                        </p:cTn>
                                        <p:tgtEl>
                                          <p:spTgt spid="33"/>
                                        </p:tgtEl>
                                        <p:attrNameLst>
                                          <p:attrName>style.visibility</p:attrName>
                                        </p:attrNameLst>
                                      </p:cBhvr>
                                      <p:to>
                                        <p:strVal val="visible"/>
                                      </p:to>
                                    </p:set>
                                    <p:anim calcmode="lin" valueType="num">
                                      <p:cBhvr additive="base">
                                        <p:cTn id="117" dur="500" fill="hold"/>
                                        <p:tgtEl>
                                          <p:spTgt spid="33"/>
                                        </p:tgtEl>
                                        <p:attrNameLst>
                                          <p:attrName>ppt_x</p:attrName>
                                        </p:attrNameLst>
                                      </p:cBhvr>
                                      <p:tavLst>
                                        <p:tav tm="0">
                                          <p:val>
                                            <p:strVal val="1+#ppt_w/2"/>
                                          </p:val>
                                        </p:tav>
                                        <p:tav tm="100000">
                                          <p:val>
                                            <p:strVal val="#ppt_x"/>
                                          </p:val>
                                        </p:tav>
                                      </p:tavLst>
                                    </p:anim>
                                    <p:anim calcmode="lin" valueType="num">
                                      <p:cBhvr additive="base">
                                        <p:cTn id="118" dur="500" fill="hold"/>
                                        <p:tgtEl>
                                          <p:spTgt spid="33"/>
                                        </p:tgtEl>
                                        <p:attrNameLst>
                                          <p:attrName>ppt_y</p:attrName>
                                        </p:attrNameLst>
                                      </p:cBhvr>
                                      <p:tavLst>
                                        <p:tav tm="0">
                                          <p:val>
                                            <p:strVal val="#ppt_y"/>
                                          </p:val>
                                        </p:tav>
                                        <p:tav tm="100000">
                                          <p:val>
                                            <p:strVal val="#ppt_y"/>
                                          </p:val>
                                        </p:tav>
                                      </p:tavLst>
                                    </p:anim>
                                  </p:childTnLst>
                                </p:cTn>
                              </p:par>
                              <p:par>
                                <p:cTn id="119" presetID="2" presetClass="entr" presetSubtype="2" fill="hold" grpId="0" nodeType="withEffect">
                                  <p:stCondLst>
                                    <p:cond delay="0"/>
                                  </p:stCondLst>
                                  <p:childTnLst>
                                    <p:set>
                                      <p:cBhvr>
                                        <p:cTn id="120" dur="1" fill="hold">
                                          <p:stCondLst>
                                            <p:cond delay="0"/>
                                          </p:stCondLst>
                                        </p:cTn>
                                        <p:tgtEl>
                                          <p:spTgt spid="34"/>
                                        </p:tgtEl>
                                        <p:attrNameLst>
                                          <p:attrName>style.visibility</p:attrName>
                                        </p:attrNameLst>
                                      </p:cBhvr>
                                      <p:to>
                                        <p:strVal val="visible"/>
                                      </p:to>
                                    </p:set>
                                    <p:anim calcmode="lin" valueType="num">
                                      <p:cBhvr additive="base">
                                        <p:cTn id="121" dur="500" fill="hold"/>
                                        <p:tgtEl>
                                          <p:spTgt spid="34"/>
                                        </p:tgtEl>
                                        <p:attrNameLst>
                                          <p:attrName>ppt_x</p:attrName>
                                        </p:attrNameLst>
                                      </p:cBhvr>
                                      <p:tavLst>
                                        <p:tav tm="0">
                                          <p:val>
                                            <p:strVal val="1+#ppt_w/2"/>
                                          </p:val>
                                        </p:tav>
                                        <p:tav tm="100000">
                                          <p:val>
                                            <p:strVal val="#ppt_x"/>
                                          </p:val>
                                        </p:tav>
                                      </p:tavLst>
                                    </p:anim>
                                    <p:anim calcmode="lin" valueType="num">
                                      <p:cBhvr additive="base">
                                        <p:cTn id="122" dur="500" fill="hold"/>
                                        <p:tgtEl>
                                          <p:spTgt spid="34"/>
                                        </p:tgtEl>
                                        <p:attrNameLst>
                                          <p:attrName>ppt_y</p:attrName>
                                        </p:attrNameLst>
                                      </p:cBhvr>
                                      <p:tavLst>
                                        <p:tav tm="0">
                                          <p:val>
                                            <p:strVal val="#ppt_y"/>
                                          </p:val>
                                        </p:tav>
                                        <p:tav tm="100000">
                                          <p:val>
                                            <p:strVal val="#ppt_y"/>
                                          </p:val>
                                        </p:tav>
                                      </p:tavLst>
                                    </p:anim>
                                  </p:childTnLst>
                                </p:cTn>
                              </p:par>
                              <p:par>
                                <p:cTn id="123" presetID="2" presetClass="entr" presetSubtype="2" fill="hold" grpId="0" nodeType="withEffect">
                                  <p:stCondLst>
                                    <p:cond delay="0"/>
                                  </p:stCondLst>
                                  <p:childTnLst>
                                    <p:set>
                                      <p:cBhvr>
                                        <p:cTn id="124" dur="1" fill="hold">
                                          <p:stCondLst>
                                            <p:cond delay="0"/>
                                          </p:stCondLst>
                                        </p:cTn>
                                        <p:tgtEl>
                                          <p:spTgt spid="35"/>
                                        </p:tgtEl>
                                        <p:attrNameLst>
                                          <p:attrName>style.visibility</p:attrName>
                                        </p:attrNameLst>
                                      </p:cBhvr>
                                      <p:to>
                                        <p:strVal val="visible"/>
                                      </p:to>
                                    </p:set>
                                    <p:anim calcmode="lin" valueType="num">
                                      <p:cBhvr additive="base">
                                        <p:cTn id="125" dur="500" fill="hold"/>
                                        <p:tgtEl>
                                          <p:spTgt spid="35"/>
                                        </p:tgtEl>
                                        <p:attrNameLst>
                                          <p:attrName>ppt_x</p:attrName>
                                        </p:attrNameLst>
                                      </p:cBhvr>
                                      <p:tavLst>
                                        <p:tav tm="0">
                                          <p:val>
                                            <p:strVal val="1+#ppt_w/2"/>
                                          </p:val>
                                        </p:tav>
                                        <p:tav tm="100000">
                                          <p:val>
                                            <p:strVal val="#ppt_x"/>
                                          </p:val>
                                        </p:tav>
                                      </p:tavLst>
                                    </p:anim>
                                    <p:anim calcmode="lin" valueType="num">
                                      <p:cBhvr additive="base">
                                        <p:cTn id="126" dur="500" fill="hold"/>
                                        <p:tgtEl>
                                          <p:spTgt spid="35"/>
                                        </p:tgtEl>
                                        <p:attrNameLst>
                                          <p:attrName>ppt_y</p:attrName>
                                        </p:attrNameLst>
                                      </p:cBhvr>
                                      <p:tavLst>
                                        <p:tav tm="0">
                                          <p:val>
                                            <p:strVal val="#ppt_y"/>
                                          </p:val>
                                        </p:tav>
                                        <p:tav tm="100000">
                                          <p:val>
                                            <p:strVal val="#ppt_y"/>
                                          </p:val>
                                        </p:tav>
                                      </p:tavLst>
                                    </p:anim>
                                  </p:childTnLst>
                                </p:cTn>
                              </p:par>
                              <p:par>
                                <p:cTn id="127" presetID="2" presetClass="entr" presetSubtype="2" fill="hold" grpId="0" nodeType="withEffect">
                                  <p:stCondLst>
                                    <p:cond delay="0"/>
                                  </p:stCondLst>
                                  <p:childTnLst>
                                    <p:set>
                                      <p:cBhvr>
                                        <p:cTn id="128" dur="1" fill="hold">
                                          <p:stCondLst>
                                            <p:cond delay="0"/>
                                          </p:stCondLst>
                                        </p:cTn>
                                        <p:tgtEl>
                                          <p:spTgt spid="36"/>
                                        </p:tgtEl>
                                        <p:attrNameLst>
                                          <p:attrName>style.visibility</p:attrName>
                                        </p:attrNameLst>
                                      </p:cBhvr>
                                      <p:to>
                                        <p:strVal val="visible"/>
                                      </p:to>
                                    </p:set>
                                    <p:anim calcmode="lin" valueType="num">
                                      <p:cBhvr additive="base">
                                        <p:cTn id="129" dur="500" fill="hold"/>
                                        <p:tgtEl>
                                          <p:spTgt spid="36"/>
                                        </p:tgtEl>
                                        <p:attrNameLst>
                                          <p:attrName>ppt_x</p:attrName>
                                        </p:attrNameLst>
                                      </p:cBhvr>
                                      <p:tavLst>
                                        <p:tav tm="0">
                                          <p:val>
                                            <p:strVal val="1+#ppt_w/2"/>
                                          </p:val>
                                        </p:tav>
                                        <p:tav tm="100000">
                                          <p:val>
                                            <p:strVal val="#ppt_x"/>
                                          </p:val>
                                        </p:tav>
                                      </p:tavLst>
                                    </p:anim>
                                    <p:anim calcmode="lin" valueType="num">
                                      <p:cBhvr additive="base">
                                        <p:cTn id="130" dur="500" fill="hold"/>
                                        <p:tgtEl>
                                          <p:spTgt spid="36"/>
                                        </p:tgtEl>
                                        <p:attrNameLst>
                                          <p:attrName>ppt_y</p:attrName>
                                        </p:attrNameLst>
                                      </p:cBhvr>
                                      <p:tavLst>
                                        <p:tav tm="0">
                                          <p:val>
                                            <p:strVal val="#ppt_y"/>
                                          </p:val>
                                        </p:tav>
                                        <p:tav tm="100000">
                                          <p:val>
                                            <p:strVal val="#ppt_y"/>
                                          </p:val>
                                        </p:tav>
                                      </p:tavLst>
                                    </p:anim>
                                  </p:childTnLst>
                                </p:cTn>
                              </p:par>
                              <p:par>
                                <p:cTn id="131" presetID="2" presetClass="entr" presetSubtype="2" fill="hold" grpId="0" nodeType="withEffect">
                                  <p:stCondLst>
                                    <p:cond delay="0"/>
                                  </p:stCondLst>
                                  <p:childTnLst>
                                    <p:set>
                                      <p:cBhvr>
                                        <p:cTn id="132" dur="1" fill="hold">
                                          <p:stCondLst>
                                            <p:cond delay="0"/>
                                          </p:stCondLst>
                                        </p:cTn>
                                        <p:tgtEl>
                                          <p:spTgt spid="37"/>
                                        </p:tgtEl>
                                        <p:attrNameLst>
                                          <p:attrName>style.visibility</p:attrName>
                                        </p:attrNameLst>
                                      </p:cBhvr>
                                      <p:to>
                                        <p:strVal val="visible"/>
                                      </p:to>
                                    </p:set>
                                    <p:anim calcmode="lin" valueType="num">
                                      <p:cBhvr additive="base">
                                        <p:cTn id="133" dur="500" fill="hold"/>
                                        <p:tgtEl>
                                          <p:spTgt spid="37"/>
                                        </p:tgtEl>
                                        <p:attrNameLst>
                                          <p:attrName>ppt_x</p:attrName>
                                        </p:attrNameLst>
                                      </p:cBhvr>
                                      <p:tavLst>
                                        <p:tav tm="0">
                                          <p:val>
                                            <p:strVal val="1+#ppt_w/2"/>
                                          </p:val>
                                        </p:tav>
                                        <p:tav tm="100000">
                                          <p:val>
                                            <p:strVal val="#ppt_x"/>
                                          </p:val>
                                        </p:tav>
                                      </p:tavLst>
                                    </p:anim>
                                    <p:anim calcmode="lin" valueType="num">
                                      <p:cBhvr additive="base">
                                        <p:cTn id="134" dur="500" fill="hold"/>
                                        <p:tgtEl>
                                          <p:spTgt spid="37"/>
                                        </p:tgtEl>
                                        <p:attrNameLst>
                                          <p:attrName>ppt_y</p:attrName>
                                        </p:attrNameLst>
                                      </p:cBhvr>
                                      <p:tavLst>
                                        <p:tav tm="0">
                                          <p:val>
                                            <p:strVal val="#ppt_y"/>
                                          </p:val>
                                        </p:tav>
                                        <p:tav tm="100000">
                                          <p:val>
                                            <p:strVal val="#ppt_y"/>
                                          </p:val>
                                        </p:tav>
                                      </p:tavLst>
                                    </p:anim>
                                  </p:childTnLst>
                                </p:cTn>
                              </p:par>
                              <p:par>
                                <p:cTn id="135" presetID="2" presetClass="entr" presetSubtype="2" fill="hold" nodeType="withEffect">
                                  <p:stCondLst>
                                    <p:cond delay="0"/>
                                  </p:stCondLst>
                                  <p:childTnLst>
                                    <p:set>
                                      <p:cBhvr>
                                        <p:cTn id="136" dur="1" fill="hold">
                                          <p:stCondLst>
                                            <p:cond delay="0"/>
                                          </p:stCondLst>
                                        </p:cTn>
                                        <p:tgtEl>
                                          <p:spTgt spid="38"/>
                                        </p:tgtEl>
                                        <p:attrNameLst>
                                          <p:attrName>style.visibility</p:attrName>
                                        </p:attrNameLst>
                                      </p:cBhvr>
                                      <p:to>
                                        <p:strVal val="visible"/>
                                      </p:to>
                                    </p:set>
                                    <p:anim calcmode="lin" valueType="num">
                                      <p:cBhvr additive="base">
                                        <p:cTn id="137" dur="500" fill="hold"/>
                                        <p:tgtEl>
                                          <p:spTgt spid="38"/>
                                        </p:tgtEl>
                                        <p:attrNameLst>
                                          <p:attrName>ppt_x</p:attrName>
                                        </p:attrNameLst>
                                      </p:cBhvr>
                                      <p:tavLst>
                                        <p:tav tm="0">
                                          <p:val>
                                            <p:strVal val="1+#ppt_w/2"/>
                                          </p:val>
                                        </p:tav>
                                        <p:tav tm="100000">
                                          <p:val>
                                            <p:strVal val="#ppt_x"/>
                                          </p:val>
                                        </p:tav>
                                      </p:tavLst>
                                    </p:anim>
                                    <p:anim calcmode="lin" valueType="num">
                                      <p:cBhvr additive="base">
                                        <p:cTn id="138" dur="500" fill="hold"/>
                                        <p:tgtEl>
                                          <p:spTgt spid="38"/>
                                        </p:tgtEl>
                                        <p:attrNameLst>
                                          <p:attrName>ppt_y</p:attrName>
                                        </p:attrNameLst>
                                      </p:cBhvr>
                                      <p:tavLst>
                                        <p:tav tm="0">
                                          <p:val>
                                            <p:strVal val="#ppt_y"/>
                                          </p:val>
                                        </p:tav>
                                        <p:tav tm="100000">
                                          <p:val>
                                            <p:strVal val="#ppt_y"/>
                                          </p:val>
                                        </p:tav>
                                      </p:tavLst>
                                    </p:anim>
                                  </p:childTnLst>
                                </p:cTn>
                              </p:par>
                              <p:par>
                                <p:cTn id="139" presetID="2" presetClass="entr" presetSubtype="2" fill="hold" grpId="0" nodeType="withEffect">
                                  <p:stCondLst>
                                    <p:cond delay="0"/>
                                  </p:stCondLst>
                                  <p:childTnLst>
                                    <p:set>
                                      <p:cBhvr>
                                        <p:cTn id="140" dur="1" fill="hold">
                                          <p:stCondLst>
                                            <p:cond delay="0"/>
                                          </p:stCondLst>
                                        </p:cTn>
                                        <p:tgtEl>
                                          <p:spTgt spid="39"/>
                                        </p:tgtEl>
                                        <p:attrNameLst>
                                          <p:attrName>style.visibility</p:attrName>
                                        </p:attrNameLst>
                                      </p:cBhvr>
                                      <p:to>
                                        <p:strVal val="visible"/>
                                      </p:to>
                                    </p:set>
                                    <p:anim calcmode="lin" valueType="num">
                                      <p:cBhvr additive="base">
                                        <p:cTn id="141" dur="500" fill="hold"/>
                                        <p:tgtEl>
                                          <p:spTgt spid="39"/>
                                        </p:tgtEl>
                                        <p:attrNameLst>
                                          <p:attrName>ppt_x</p:attrName>
                                        </p:attrNameLst>
                                      </p:cBhvr>
                                      <p:tavLst>
                                        <p:tav tm="0">
                                          <p:val>
                                            <p:strVal val="1+#ppt_w/2"/>
                                          </p:val>
                                        </p:tav>
                                        <p:tav tm="100000">
                                          <p:val>
                                            <p:strVal val="#ppt_x"/>
                                          </p:val>
                                        </p:tav>
                                      </p:tavLst>
                                    </p:anim>
                                    <p:anim calcmode="lin" valueType="num">
                                      <p:cBhvr additive="base">
                                        <p:cTn id="142" dur="500" fill="hold"/>
                                        <p:tgtEl>
                                          <p:spTgt spid="39"/>
                                        </p:tgtEl>
                                        <p:attrNameLst>
                                          <p:attrName>ppt_y</p:attrName>
                                        </p:attrNameLst>
                                      </p:cBhvr>
                                      <p:tavLst>
                                        <p:tav tm="0">
                                          <p:val>
                                            <p:strVal val="#ppt_y"/>
                                          </p:val>
                                        </p:tav>
                                        <p:tav tm="100000">
                                          <p:val>
                                            <p:strVal val="#ppt_y"/>
                                          </p:val>
                                        </p:tav>
                                      </p:tavLst>
                                    </p:anim>
                                  </p:childTnLst>
                                </p:cTn>
                              </p:par>
                              <p:par>
                                <p:cTn id="143" presetID="2" presetClass="entr" presetSubtype="2" fill="hold" grpId="0" nodeType="withEffect">
                                  <p:stCondLst>
                                    <p:cond delay="0"/>
                                  </p:stCondLst>
                                  <p:childTnLst>
                                    <p:set>
                                      <p:cBhvr>
                                        <p:cTn id="144" dur="1" fill="hold">
                                          <p:stCondLst>
                                            <p:cond delay="0"/>
                                          </p:stCondLst>
                                        </p:cTn>
                                        <p:tgtEl>
                                          <p:spTgt spid="40"/>
                                        </p:tgtEl>
                                        <p:attrNameLst>
                                          <p:attrName>style.visibility</p:attrName>
                                        </p:attrNameLst>
                                      </p:cBhvr>
                                      <p:to>
                                        <p:strVal val="visible"/>
                                      </p:to>
                                    </p:set>
                                    <p:anim calcmode="lin" valueType="num">
                                      <p:cBhvr additive="base">
                                        <p:cTn id="145" dur="500" fill="hold"/>
                                        <p:tgtEl>
                                          <p:spTgt spid="40"/>
                                        </p:tgtEl>
                                        <p:attrNameLst>
                                          <p:attrName>ppt_x</p:attrName>
                                        </p:attrNameLst>
                                      </p:cBhvr>
                                      <p:tavLst>
                                        <p:tav tm="0">
                                          <p:val>
                                            <p:strVal val="1+#ppt_w/2"/>
                                          </p:val>
                                        </p:tav>
                                        <p:tav tm="100000">
                                          <p:val>
                                            <p:strVal val="#ppt_x"/>
                                          </p:val>
                                        </p:tav>
                                      </p:tavLst>
                                    </p:anim>
                                    <p:anim calcmode="lin" valueType="num">
                                      <p:cBhvr additive="base">
                                        <p:cTn id="146" dur="500" fill="hold"/>
                                        <p:tgtEl>
                                          <p:spTgt spid="40"/>
                                        </p:tgtEl>
                                        <p:attrNameLst>
                                          <p:attrName>ppt_y</p:attrName>
                                        </p:attrNameLst>
                                      </p:cBhvr>
                                      <p:tavLst>
                                        <p:tav tm="0">
                                          <p:val>
                                            <p:strVal val="#ppt_y"/>
                                          </p:val>
                                        </p:tav>
                                        <p:tav tm="100000">
                                          <p:val>
                                            <p:strVal val="#ppt_y"/>
                                          </p:val>
                                        </p:tav>
                                      </p:tavLst>
                                    </p:anim>
                                  </p:childTnLst>
                                </p:cTn>
                              </p:par>
                              <p:par>
                                <p:cTn id="147" presetID="2" presetClass="entr" presetSubtype="2" fill="hold" grpId="0" nodeType="withEffect">
                                  <p:stCondLst>
                                    <p:cond delay="0"/>
                                  </p:stCondLst>
                                  <p:childTnLst>
                                    <p:set>
                                      <p:cBhvr>
                                        <p:cTn id="148" dur="1" fill="hold">
                                          <p:stCondLst>
                                            <p:cond delay="0"/>
                                          </p:stCondLst>
                                        </p:cTn>
                                        <p:tgtEl>
                                          <p:spTgt spid="41"/>
                                        </p:tgtEl>
                                        <p:attrNameLst>
                                          <p:attrName>style.visibility</p:attrName>
                                        </p:attrNameLst>
                                      </p:cBhvr>
                                      <p:to>
                                        <p:strVal val="visible"/>
                                      </p:to>
                                    </p:set>
                                    <p:anim calcmode="lin" valueType="num">
                                      <p:cBhvr additive="base">
                                        <p:cTn id="149" dur="500" fill="hold"/>
                                        <p:tgtEl>
                                          <p:spTgt spid="41"/>
                                        </p:tgtEl>
                                        <p:attrNameLst>
                                          <p:attrName>ppt_x</p:attrName>
                                        </p:attrNameLst>
                                      </p:cBhvr>
                                      <p:tavLst>
                                        <p:tav tm="0">
                                          <p:val>
                                            <p:strVal val="1+#ppt_w/2"/>
                                          </p:val>
                                        </p:tav>
                                        <p:tav tm="100000">
                                          <p:val>
                                            <p:strVal val="#ppt_x"/>
                                          </p:val>
                                        </p:tav>
                                      </p:tavLst>
                                    </p:anim>
                                    <p:anim calcmode="lin" valueType="num">
                                      <p:cBhvr additive="base">
                                        <p:cTn id="150" dur="500" fill="hold"/>
                                        <p:tgtEl>
                                          <p:spTgt spid="41"/>
                                        </p:tgtEl>
                                        <p:attrNameLst>
                                          <p:attrName>ppt_y</p:attrName>
                                        </p:attrNameLst>
                                      </p:cBhvr>
                                      <p:tavLst>
                                        <p:tav tm="0">
                                          <p:val>
                                            <p:strVal val="#ppt_y"/>
                                          </p:val>
                                        </p:tav>
                                        <p:tav tm="100000">
                                          <p:val>
                                            <p:strVal val="#ppt_y"/>
                                          </p:val>
                                        </p:tav>
                                      </p:tavLst>
                                    </p:anim>
                                  </p:childTnLst>
                                </p:cTn>
                              </p:par>
                              <p:par>
                                <p:cTn id="151" presetID="2" presetClass="entr" presetSubtype="2" fill="hold" grpId="0" nodeType="withEffect">
                                  <p:stCondLst>
                                    <p:cond delay="0"/>
                                  </p:stCondLst>
                                  <p:childTnLst>
                                    <p:set>
                                      <p:cBhvr>
                                        <p:cTn id="152" dur="1" fill="hold">
                                          <p:stCondLst>
                                            <p:cond delay="0"/>
                                          </p:stCondLst>
                                        </p:cTn>
                                        <p:tgtEl>
                                          <p:spTgt spid="42"/>
                                        </p:tgtEl>
                                        <p:attrNameLst>
                                          <p:attrName>style.visibility</p:attrName>
                                        </p:attrNameLst>
                                      </p:cBhvr>
                                      <p:to>
                                        <p:strVal val="visible"/>
                                      </p:to>
                                    </p:set>
                                    <p:anim calcmode="lin" valueType="num">
                                      <p:cBhvr additive="base">
                                        <p:cTn id="153" dur="500" fill="hold"/>
                                        <p:tgtEl>
                                          <p:spTgt spid="42"/>
                                        </p:tgtEl>
                                        <p:attrNameLst>
                                          <p:attrName>ppt_x</p:attrName>
                                        </p:attrNameLst>
                                      </p:cBhvr>
                                      <p:tavLst>
                                        <p:tav tm="0">
                                          <p:val>
                                            <p:strVal val="1+#ppt_w/2"/>
                                          </p:val>
                                        </p:tav>
                                        <p:tav tm="100000">
                                          <p:val>
                                            <p:strVal val="#ppt_x"/>
                                          </p:val>
                                        </p:tav>
                                      </p:tavLst>
                                    </p:anim>
                                    <p:anim calcmode="lin" valueType="num">
                                      <p:cBhvr additive="base">
                                        <p:cTn id="154" dur="500" fill="hold"/>
                                        <p:tgtEl>
                                          <p:spTgt spid="4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P spid="11" grpId="0" animBg="1"/>
      <p:bldP spid="12" grpId="0" animBg="1"/>
      <p:bldP spid="13" grpId="0" animBg="1"/>
      <p:bldP spid="15" grpId="0" animBg="1"/>
      <p:bldP spid="16" grpId="0" animBg="1"/>
      <p:bldP spid="17" grpId="0" animBg="1"/>
      <p:bldP spid="18" grpId="0" animBg="1"/>
      <p:bldP spid="19" grpId="0" animBg="1"/>
      <p:bldP spid="21" grpId="0" animBg="1"/>
      <p:bldP spid="22" grpId="0" animBg="1"/>
      <p:bldP spid="23" grpId="0" animBg="1"/>
      <p:bldP spid="24" grpId="0" animBg="1"/>
      <p:bldP spid="25" grpId="0" animBg="1"/>
      <p:bldP spid="27" grpId="0" animBg="1"/>
      <p:bldP spid="28" grpId="0" animBg="1"/>
      <p:bldP spid="29" grpId="0" animBg="1"/>
      <p:bldP spid="30" grpId="0" animBg="1"/>
      <p:bldP spid="31" grpId="0" animBg="1"/>
      <p:bldP spid="33" grpId="0" animBg="1"/>
      <p:bldP spid="34" grpId="0" animBg="1"/>
      <p:bldP spid="35" grpId="0" animBg="1"/>
      <p:bldP spid="36" grpId="0" animBg="1"/>
      <p:bldP spid="37" grpId="0" animBg="1"/>
      <p:bldP spid="39" grpId="0" animBg="1"/>
      <p:bldP spid="40" grpId="0" animBg="1"/>
      <p:bldP spid="41" grpId="0" animBg="1"/>
      <p:bldP spid="4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0">
          <a:extLst>
            <a:ext uri="{FF2B5EF4-FFF2-40B4-BE49-F238E27FC236}">
              <a16:creationId xmlns:a16="http://schemas.microsoft.com/office/drawing/2014/main" id="{0C87BD0A-DD55-3EC6-3DBF-089B426C2D9D}"/>
            </a:ext>
          </a:extLst>
        </p:cNvPr>
        <p:cNvGrpSpPr/>
        <p:nvPr/>
      </p:nvGrpSpPr>
      <p:grpSpPr>
        <a:xfrm>
          <a:off x="0" y="0"/>
          <a:ext cx="0" cy="0"/>
          <a:chOff x="0" y="0"/>
          <a:chExt cx="0" cy="0"/>
        </a:xfrm>
      </p:grpSpPr>
      <p:sp>
        <p:nvSpPr>
          <p:cNvPr id="105" name="Google Shape;105;p27">
            <a:extLst>
              <a:ext uri="{FF2B5EF4-FFF2-40B4-BE49-F238E27FC236}">
                <a16:creationId xmlns:a16="http://schemas.microsoft.com/office/drawing/2014/main" id="{31F73DE1-4994-8D13-FF7E-EE180AFAAA03}"/>
              </a:ext>
            </a:extLst>
          </p:cNvPr>
          <p:cNvSpPr/>
          <p:nvPr/>
        </p:nvSpPr>
        <p:spPr>
          <a:xfrm rot="5400000">
            <a:off x="1652259" y="-1666129"/>
            <a:ext cx="5220048" cy="8524571"/>
          </a:xfrm>
          <a:prstGeom prst="triangle">
            <a:avLst>
              <a:gd name="adj" fmla="val 50411"/>
            </a:avLst>
          </a:prstGeom>
          <a:solidFill>
            <a:schemeClr val="accent1">
              <a:lumMod val="75000"/>
            </a:schemeClr>
          </a:solidFill>
          <a:ln/>
        </p:spPr>
        <p:style>
          <a:lnRef idx="2">
            <a:schemeClr val="accent1"/>
          </a:lnRef>
          <a:fillRef idx="1">
            <a:schemeClr val="lt1"/>
          </a:fillRef>
          <a:effectRef idx="0">
            <a:schemeClr val="accent1"/>
          </a:effectRef>
          <a:fontRef idx="minor">
            <a:schemeClr val="dk1"/>
          </a:fontRef>
        </p:style>
        <p:txBody>
          <a:bodyPr spcFirstLastPara="1" wrap="square" lIns="121900" tIns="121900" rIns="121900" bIns="121900" anchor="ctr" anchorCtr="0">
            <a:noAutofit/>
          </a:bodyPr>
          <a:lstStyle/>
          <a:p>
            <a:endParaRPr sz="2400"/>
          </a:p>
        </p:txBody>
      </p:sp>
      <p:sp>
        <p:nvSpPr>
          <p:cNvPr id="2" name="Google Shape;105;p27">
            <a:extLst>
              <a:ext uri="{FF2B5EF4-FFF2-40B4-BE49-F238E27FC236}">
                <a16:creationId xmlns:a16="http://schemas.microsoft.com/office/drawing/2014/main" id="{46E928FF-71A6-5374-D11E-B4D4CC55C39E}"/>
              </a:ext>
            </a:extLst>
          </p:cNvPr>
          <p:cNvSpPr/>
          <p:nvPr/>
        </p:nvSpPr>
        <p:spPr>
          <a:xfrm rot="16200000">
            <a:off x="5137501" y="-182043"/>
            <a:ext cx="5692586" cy="8416413"/>
          </a:xfrm>
          <a:prstGeom prst="triangle">
            <a:avLst>
              <a:gd name="adj" fmla="val 50411"/>
            </a:avLst>
          </a:prstGeom>
          <a:solidFill>
            <a:schemeClr val="accent1">
              <a:lumMod val="75000"/>
            </a:schemeClr>
          </a:solidFill>
          <a:ln>
            <a:solidFill>
              <a:schemeClr val="accent1"/>
            </a:solidFill>
          </a:ln>
        </p:spPr>
        <p:txBody>
          <a:bodyPr spcFirstLastPara="1" wrap="square" lIns="121900" tIns="121900" rIns="121900" bIns="121900" anchor="ctr" anchorCtr="0">
            <a:noAutofit/>
          </a:bodyPr>
          <a:lstStyle/>
          <a:p>
            <a:endParaRPr sz="2400"/>
          </a:p>
        </p:txBody>
      </p:sp>
      <p:sp>
        <p:nvSpPr>
          <p:cNvPr id="4" name="Text 7">
            <a:extLst>
              <a:ext uri="{FF2B5EF4-FFF2-40B4-BE49-F238E27FC236}">
                <a16:creationId xmlns:a16="http://schemas.microsoft.com/office/drawing/2014/main" id="{177BA621-750B-9ECC-DCF8-F48E6537A091}"/>
              </a:ext>
            </a:extLst>
          </p:cNvPr>
          <p:cNvSpPr/>
          <p:nvPr/>
        </p:nvSpPr>
        <p:spPr>
          <a:xfrm>
            <a:off x="4992329" y="2924015"/>
            <a:ext cx="2514600" cy="615598"/>
          </a:xfrm>
          <a:prstGeom prst="rect">
            <a:avLst/>
          </a:prstGeom>
          <a:noFill/>
          <a:ln/>
        </p:spPr>
        <p:txBody>
          <a:bodyPr wrap="square" lIns="0" tIns="0" rIns="0" bIns="0" rtlCol="0" anchor="ctr"/>
          <a:lstStyle/>
          <a:p>
            <a:pPr marL="0" indent="0">
              <a:buNone/>
            </a:pPr>
            <a:r>
              <a:rPr lang="en-US" sz="4000" b="1" kern="0" spc="400" dirty="0">
                <a:solidFill>
                  <a:srgbClr val="06B6D4"/>
                </a:solidFill>
                <a:latin typeface="Calibri" pitchFamily="34" charset="0"/>
                <a:ea typeface="Calibri" pitchFamily="34" charset="-122"/>
                <a:cs typeface="Calibri" pitchFamily="34" charset="-120"/>
              </a:rPr>
              <a:t>PARTIE 4</a:t>
            </a:r>
            <a:endParaRPr lang="en-US" sz="4000" dirty="0"/>
          </a:p>
        </p:txBody>
      </p:sp>
      <p:sp>
        <p:nvSpPr>
          <p:cNvPr id="5" name="Text 8">
            <a:extLst>
              <a:ext uri="{FF2B5EF4-FFF2-40B4-BE49-F238E27FC236}">
                <a16:creationId xmlns:a16="http://schemas.microsoft.com/office/drawing/2014/main" id="{98708E66-9925-E9A0-1E42-0B2034DDB882}"/>
              </a:ext>
            </a:extLst>
          </p:cNvPr>
          <p:cNvSpPr/>
          <p:nvPr/>
        </p:nvSpPr>
        <p:spPr>
          <a:xfrm>
            <a:off x="4992328" y="3539613"/>
            <a:ext cx="4771104" cy="1017638"/>
          </a:xfrm>
          <a:prstGeom prst="rect">
            <a:avLst/>
          </a:prstGeom>
          <a:noFill/>
          <a:ln/>
        </p:spPr>
        <p:txBody>
          <a:bodyPr wrap="square" lIns="0" tIns="0" rIns="0" bIns="0" rtlCol="0" anchor="ctr"/>
          <a:lstStyle/>
          <a:p>
            <a:r>
              <a:rPr lang="en-US" sz="4000" b="1" dirty="0">
                <a:solidFill>
                  <a:schemeClr val="bg1"/>
                </a:solidFill>
                <a:latin typeface="Calibri" pitchFamily="34" charset="0"/>
                <a:ea typeface="Calibri" pitchFamily="34" charset="-122"/>
                <a:cs typeface="Calibri" pitchFamily="34" charset="-120"/>
              </a:rPr>
              <a:t>Interfaces &amp; services</a:t>
            </a:r>
            <a:endParaRPr lang="en-US" sz="4000" dirty="0">
              <a:solidFill>
                <a:schemeClr val="bg1"/>
              </a:solidFill>
            </a:endParaRPr>
          </a:p>
        </p:txBody>
      </p:sp>
      <p:sp>
        <p:nvSpPr>
          <p:cNvPr id="6" name="Shape 30">
            <a:extLst>
              <a:ext uri="{FF2B5EF4-FFF2-40B4-BE49-F238E27FC236}">
                <a16:creationId xmlns:a16="http://schemas.microsoft.com/office/drawing/2014/main" id="{BA837D6A-826A-C043-CF0D-BD4EC245125F}"/>
              </a:ext>
            </a:extLst>
          </p:cNvPr>
          <p:cNvSpPr/>
          <p:nvPr/>
        </p:nvSpPr>
        <p:spPr>
          <a:xfrm>
            <a:off x="3274142" y="3009261"/>
            <a:ext cx="1340626" cy="1282520"/>
          </a:xfrm>
          <a:prstGeom prst="ellipse">
            <a:avLst/>
          </a:prstGeom>
          <a:solidFill>
            <a:srgbClr val="1E3A8A"/>
          </a:solidFill>
          <a:ln w="12700">
            <a:solidFill>
              <a:srgbClr val="1E3A8A"/>
            </a:solidFill>
            <a:prstDash val="solid"/>
          </a:ln>
        </p:spPr>
        <p:txBody>
          <a:bodyPr/>
          <a:lstStyle/>
          <a:p>
            <a:endParaRPr lang="fr-FR"/>
          </a:p>
        </p:txBody>
      </p:sp>
      <p:pic>
        <p:nvPicPr>
          <p:cNvPr id="7" name="Image 3" descr="preencoded.png">
            <a:extLst>
              <a:ext uri="{FF2B5EF4-FFF2-40B4-BE49-F238E27FC236}">
                <a16:creationId xmlns:a16="http://schemas.microsoft.com/office/drawing/2014/main" id="{148244D7-7612-2274-5742-7B9A0FA5314D}"/>
              </a:ext>
            </a:extLst>
          </p:cNvPr>
          <p:cNvPicPr>
            <a:picLocks noChangeAspect="1"/>
          </p:cNvPicPr>
          <p:nvPr/>
        </p:nvPicPr>
        <p:blipFill>
          <a:blip r:embed="rId3"/>
          <a:stretch>
            <a:fillRect/>
          </a:stretch>
        </p:blipFill>
        <p:spPr>
          <a:xfrm>
            <a:off x="3506723" y="3182556"/>
            <a:ext cx="935930" cy="935930"/>
          </a:xfrm>
          <a:prstGeom prst="rect">
            <a:avLst/>
          </a:prstGeom>
        </p:spPr>
      </p:pic>
    </p:spTree>
    <p:extLst>
      <p:ext uri="{BB962C8B-B14F-4D97-AF65-F5344CB8AC3E}">
        <p14:creationId xmlns:p14="http://schemas.microsoft.com/office/powerpoint/2010/main" val="23528091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1+#ppt_w/2"/>
                                          </p:val>
                                        </p:tav>
                                        <p:tav tm="100000">
                                          <p:val>
                                            <p:strVal val="#ppt_x"/>
                                          </p:val>
                                        </p:tav>
                                      </p:tavLst>
                                    </p:anim>
                                    <p:anim calcmode="lin" valueType="num">
                                      <p:cBhvr additive="base">
                                        <p:cTn id="12" dur="500" fill="hold"/>
                                        <p:tgtEl>
                                          <p:spTgt spid="5"/>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1+#ppt_w/2"/>
                                          </p:val>
                                        </p:tav>
                                        <p:tav tm="100000">
                                          <p:val>
                                            <p:strVal val="#ppt_x"/>
                                          </p:val>
                                        </p:tav>
                                      </p:tavLst>
                                    </p:anim>
                                    <p:anim calcmode="lin" valueType="num">
                                      <p:cBhvr additive="base">
                                        <p:cTn id="16" dur="500" fill="hold"/>
                                        <p:tgtEl>
                                          <p:spTgt spid="6"/>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1+#ppt_w/2"/>
                                          </p:val>
                                        </p:tav>
                                        <p:tav tm="100000">
                                          <p:val>
                                            <p:strVal val="#ppt_x"/>
                                          </p:val>
                                        </p:tav>
                                      </p:tavLst>
                                    </p:anim>
                                    <p:anim calcmode="lin" valueType="num">
                                      <p:cBhvr additive="base">
                                        <p:cTn id="20"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a:effectLst/>
      </p:bgPr>
    </p:bg>
    <p:spTree>
      <p:nvGrpSpPr>
        <p:cNvPr id="1" name=""/>
        <p:cNvGrpSpPr/>
        <p:nvPr/>
      </p:nvGrpSpPr>
      <p:grpSpPr>
        <a:xfrm>
          <a:off x="0" y="0"/>
          <a:ext cx="0" cy="0"/>
          <a:chOff x="0" y="0"/>
          <a:chExt cx="0" cy="0"/>
        </a:xfrm>
      </p:grpSpPr>
      <p:sp>
        <p:nvSpPr>
          <p:cNvPr id="7" name="Google Shape;105;p27">
            <a:extLst>
              <a:ext uri="{FF2B5EF4-FFF2-40B4-BE49-F238E27FC236}">
                <a16:creationId xmlns:a16="http://schemas.microsoft.com/office/drawing/2014/main" id="{176A8BB8-3DE5-12E6-0CA5-91D685792AE6}"/>
              </a:ext>
            </a:extLst>
          </p:cNvPr>
          <p:cNvSpPr/>
          <p:nvPr/>
        </p:nvSpPr>
        <p:spPr>
          <a:xfrm rot="5400000">
            <a:off x="-660076" y="646210"/>
            <a:ext cx="2201895" cy="881743"/>
          </a:xfrm>
          <a:prstGeom prst="triangle">
            <a:avLst>
              <a:gd name="adj" fmla="val 50411"/>
            </a:avLst>
          </a:prstGeom>
          <a:solidFill>
            <a:schemeClr val="accent1">
              <a:lumMod val="75000"/>
            </a:schemeClr>
          </a:solidFill>
          <a:ln/>
        </p:spPr>
        <p:style>
          <a:lnRef idx="2">
            <a:schemeClr val="accent1"/>
          </a:lnRef>
          <a:fillRef idx="1">
            <a:schemeClr val="lt1"/>
          </a:fillRef>
          <a:effectRef idx="0">
            <a:schemeClr val="accent1"/>
          </a:effectRef>
          <a:fontRef idx="minor">
            <a:schemeClr val="dk1"/>
          </a:fontRef>
        </p:style>
        <p:txBody>
          <a:bodyPr spcFirstLastPara="1" wrap="square" lIns="121900" tIns="121900" rIns="121900" bIns="121900" anchor="ctr" anchorCtr="0">
            <a:noAutofit/>
          </a:bodyPr>
          <a:lstStyle/>
          <a:p>
            <a:endParaRPr sz="2400"/>
          </a:p>
        </p:txBody>
      </p:sp>
      <p:sp>
        <p:nvSpPr>
          <p:cNvPr id="8" name="Google Shape;105;p27">
            <a:extLst>
              <a:ext uri="{FF2B5EF4-FFF2-40B4-BE49-F238E27FC236}">
                <a16:creationId xmlns:a16="http://schemas.microsoft.com/office/drawing/2014/main" id="{BA888792-CD51-F20A-883E-08206FDF665F}"/>
              </a:ext>
            </a:extLst>
          </p:cNvPr>
          <p:cNvSpPr/>
          <p:nvPr/>
        </p:nvSpPr>
        <p:spPr>
          <a:xfrm rot="16200000">
            <a:off x="10650181" y="5330638"/>
            <a:ext cx="2201895" cy="881743"/>
          </a:xfrm>
          <a:prstGeom prst="triangle">
            <a:avLst>
              <a:gd name="adj" fmla="val 50411"/>
            </a:avLst>
          </a:prstGeom>
          <a:solidFill>
            <a:schemeClr val="accent1">
              <a:lumMod val="75000"/>
            </a:schemeClr>
          </a:solidFill>
          <a:ln>
            <a:solidFill>
              <a:schemeClr val="accent1"/>
            </a:solidFill>
          </a:ln>
        </p:spPr>
        <p:txBody>
          <a:bodyPr spcFirstLastPara="1" wrap="square" lIns="121900" tIns="121900" rIns="121900" bIns="121900" anchor="ctr" anchorCtr="0">
            <a:noAutofit/>
          </a:bodyPr>
          <a:lstStyle/>
          <a:p>
            <a:endParaRPr sz="2400"/>
          </a:p>
        </p:txBody>
      </p:sp>
      <p:sp>
        <p:nvSpPr>
          <p:cNvPr id="2" name="Shape 0"/>
          <p:cNvSpPr/>
          <p:nvPr/>
        </p:nvSpPr>
        <p:spPr>
          <a:xfrm>
            <a:off x="548640" y="502920"/>
            <a:ext cx="164592" cy="164592"/>
          </a:xfrm>
          <a:prstGeom prst="rect">
            <a:avLst/>
          </a:prstGeom>
          <a:solidFill>
            <a:srgbClr val="06B6D4"/>
          </a:solidFill>
          <a:ln w="12700">
            <a:solidFill>
              <a:srgbClr val="06B6D4"/>
            </a:solidFill>
            <a:prstDash val="solid"/>
          </a:ln>
        </p:spPr>
        <p:txBody>
          <a:bodyPr/>
          <a:lstStyle/>
          <a:p>
            <a:endParaRPr lang="fr-FR"/>
          </a:p>
        </p:txBody>
      </p:sp>
      <p:sp>
        <p:nvSpPr>
          <p:cNvPr id="3" name="Text 1"/>
          <p:cNvSpPr/>
          <p:nvPr/>
        </p:nvSpPr>
        <p:spPr>
          <a:xfrm>
            <a:off x="777240" y="411480"/>
            <a:ext cx="2011680" cy="320040"/>
          </a:xfrm>
          <a:prstGeom prst="rect">
            <a:avLst/>
          </a:prstGeom>
          <a:noFill/>
          <a:ln/>
        </p:spPr>
        <p:txBody>
          <a:bodyPr wrap="square" rtlCol="0" anchor="ctr"/>
          <a:lstStyle/>
          <a:p>
            <a:pPr marL="0" indent="0">
              <a:buNone/>
            </a:pPr>
            <a:r>
              <a:rPr lang="en-US" sz="1100" b="1" kern="0" spc="200" dirty="0">
                <a:solidFill>
                  <a:srgbClr val="0F172A"/>
                </a:solidFill>
                <a:latin typeface="Calibri" pitchFamily="34" charset="0"/>
                <a:ea typeface="Calibri" pitchFamily="34" charset="-122"/>
                <a:cs typeface="Calibri" pitchFamily="34" charset="-120"/>
              </a:rPr>
              <a:t>Syndic IA</a:t>
            </a:r>
            <a:endParaRPr lang="en-US" sz="1100" dirty="0"/>
          </a:p>
        </p:txBody>
      </p:sp>
      <p:sp>
        <p:nvSpPr>
          <p:cNvPr id="4" name="Text 2"/>
          <p:cNvSpPr/>
          <p:nvPr/>
        </p:nvSpPr>
        <p:spPr>
          <a:xfrm>
            <a:off x="548640" y="914400"/>
            <a:ext cx="5486400" cy="320040"/>
          </a:xfrm>
          <a:prstGeom prst="rect">
            <a:avLst/>
          </a:prstGeom>
          <a:noFill/>
          <a:ln/>
        </p:spPr>
        <p:txBody>
          <a:bodyPr wrap="square" rtlCol="0" anchor="ctr"/>
          <a:lstStyle/>
          <a:p>
            <a:pPr marL="0" indent="0">
              <a:buNone/>
            </a:pPr>
            <a:r>
              <a:rPr lang="en-US" sz="1200" b="1" kern="0" spc="400" dirty="0">
                <a:solidFill>
                  <a:srgbClr val="06B6D4"/>
                </a:solidFill>
                <a:latin typeface="Calibri" pitchFamily="34" charset="0"/>
                <a:ea typeface="Calibri" pitchFamily="34" charset="-122"/>
                <a:cs typeface="Calibri" pitchFamily="34" charset="-120"/>
              </a:rPr>
              <a:t>15 · FRONTEND</a:t>
            </a:r>
            <a:endParaRPr lang="en-US" sz="1200" dirty="0"/>
          </a:p>
        </p:txBody>
      </p:sp>
      <p:sp>
        <p:nvSpPr>
          <p:cNvPr id="5" name="Text 3"/>
          <p:cNvSpPr/>
          <p:nvPr/>
        </p:nvSpPr>
        <p:spPr>
          <a:xfrm>
            <a:off x="548640" y="1234440"/>
            <a:ext cx="10972800" cy="822960"/>
          </a:xfrm>
          <a:prstGeom prst="rect">
            <a:avLst/>
          </a:prstGeom>
          <a:noFill/>
          <a:ln/>
        </p:spPr>
        <p:txBody>
          <a:bodyPr wrap="square" lIns="0" tIns="0" rIns="0" bIns="0" rtlCol="0" anchor="ctr"/>
          <a:lstStyle/>
          <a:p>
            <a:pPr marL="0" indent="0">
              <a:buNone/>
            </a:pPr>
            <a:r>
              <a:rPr lang="en-US" sz="3600" b="1" dirty="0">
                <a:solidFill>
                  <a:srgbClr val="0F172A"/>
                </a:solidFill>
                <a:latin typeface="Georgia" pitchFamily="34" charset="0"/>
                <a:ea typeface="Georgia" pitchFamily="34" charset="-122"/>
                <a:cs typeface="Georgia" pitchFamily="34" charset="-120"/>
              </a:rPr>
              <a:t>Le dashboard Flutter de l'administrateur</a:t>
            </a:r>
            <a:endParaRPr lang="en-US" sz="3600" dirty="0"/>
          </a:p>
        </p:txBody>
      </p:sp>
      <p:sp>
        <p:nvSpPr>
          <p:cNvPr id="6" name="Shape 4"/>
          <p:cNvSpPr/>
          <p:nvPr/>
        </p:nvSpPr>
        <p:spPr>
          <a:xfrm>
            <a:off x="731520" y="2240280"/>
            <a:ext cx="3657600" cy="4297680"/>
          </a:xfrm>
          <a:prstGeom prst="roundRect">
            <a:avLst>
              <a:gd name="adj" fmla="val 5000"/>
            </a:avLst>
          </a:prstGeom>
          <a:solidFill>
            <a:srgbClr val="0F172A"/>
          </a:solidFill>
          <a:ln w="12700">
            <a:solidFill>
              <a:srgbClr val="0F172A"/>
            </a:solidFill>
            <a:prstDash val="solid"/>
          </a:ln>
          <a:effectLst>
            <a:outerShdw blurRad="152400" dist="50800" dir="5400000" algn="bl" rotWithShape="0">
              <a:srgbClr val="0F172A">
                <a:alpha val="20000"/>
              </a:srgbClr>
            </a:outerShdw>
          </a:effectLst>
        </p:spPr>
        <p:txBody>
          <a:bodyPr/>
          <a:lstStyle/>
          <a:p>
            <a:endParaRPr lang="fr-FR"/>
          </a:p>
        </p:txBody>
      </p:sp>
      <p:sp>
        <p:nvSpPr>
          <p:cNvPr id="35" name="Shape 33"/>
          <p:cNvSpPr/>
          <p:nvPr/>
        </p:nvSpPr>
        <p:spPr>
          <a:xfrm>
            <a:off x="4937760" y="2286000"/>
            <a:ext cx="6766560" cy="566928"/>
          </a:xfrm>
          <a:prstGeom prst="rect">
            <a:avLst/>
          </a:prstGeom>
          <a:solidFill>
            <a:srgbClr val="FFFFFF"/>
          </a:solidFill>
          <a:ln w="12700">
            <a:solidFill>
              <a:srgbClr val="E2E8F0"/>
            </a:solidFill>
            <a:prstDash val="solid"/>
          </a:ln>
        </p:spPr>
        <p:txBody>
          <a:bodyPr/>
          <a:lstStyle/>
          <a:p>
            <a:endParaRPr lang="fr-FR"/>
          </a:p>
        </p:txBody>
      </p:sp>
      <p:sp>
        <p:nvSpPr>
          <p:cNvPr id="36" name="Shape 34"/>
          <p:cNvSpPr/>
          <p:nvPr/>
        </p:nvSpPr>
        <p:spPr>
          <a:xfrm>
            <a:off x="5074920" y="2404872"/>
            <a:ext cx="329184" cy="329184"/>
          </a:xfrm>
          <a:prstGeom prst="ellipse">
            <a:avLst/>
          </a:prstGeom>
          <a:solidFill>
            <a:srgbClr val="06B6D4"/>
          </a:solidFill>
          <a:ln w="12700">
            <a:solidFill>
              <a:srgbClr val="06B6D4"/>
            </a:solidFill>
            <a:prstDash val="solid"/>
          </a:ln>
        </p:spPr>
        <p:txBody>
          <a:bodyPr/>
          <a:lstStyle/>
          <a:p>
            <a:endParaRPr lang="fr-FR"/>
          </a:p>
        </p:txBody>
      </p:sp>
      <p:pic>
        <p:nvPicPr>
          <p:cNvPr id="37" name="Image 0" descr="preencoded.png"/>
          <p:cNvPicPr>
            <a:picLocks noChangeAspect="1"/>
          </p:cNvPicPr>
          <p:nvPr/>
        </p:nvPicPr>
        <p:blipFill>
          <a:blip r:embed="rId3"/>
          <a:stretch>
            <a:fillRect/>
          </a:stretch>
        </p:blipFill>
        <p:spPr>
          <a:xfrm>
            <a:off x="5129784" y="2459736"/>
            <a:ext cx="219456" cy="219456"/>
          </a:xfrm>
          <a:prstGeom prst="rect">
            <a:avLst/>
          </a:prstGeom>
        </p:spPr>
      </p:pic>
      <p:sp>
        <p:nvSpPr>
          <p:cNvPr id="38" name="Text 35"/>
          <p:cNvSpPr/>
          <p:nvPr/>
        </p:nvSpPr>
        <p:spPr>
          <a:xfrm>
            <a:off x="5532120" y="2340864"/>
            <a:ext cx="6126480" cy="256032"/>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Login admin</a:t>
            </a:r>
            <a:endParaRPr lang="en-US" sz="1200" dirty="0"/>
          </a:p>
        </p:txBody>
      </p:sp>
      <p:sp>
        <p:nvSpPr>
          <p:cNvPr id="39" name="Text 36"/>
          <p:cNvSpPr/>
          <p:nvPr/>
        </p:nvSpPr>
        <p:spPr>
          <a:xfrm>
            <a:off x="5532120" y="2578608"/>
            <a:ext cx="6126480" cy="27432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Auth Firebase + code d'invitation.</a:t>
            </a:r>
            <a:endParaRPr lang="en-US" sz="1000" dirty="0"/>
          </a:p>
        </p:txBody>
      </p:sp>
      <p:sp>
        <p:nvSpPr>
          <p:cNvPr id="40" name="Shape 37"/>
          <p:cNvSpPr/>
          <p:nvPr/>
        </p:nvSpPr>
        <p:spPr>
          <a:xfrm>
            <a:off x="4937760" y="2898648"/>
            <a:ext cx="6766560" cy="566928"/>
          </a:xfrm>
          <a:prstGeom prst="rect">
            <a:avLst/>
          </a:prstGeom>
          <a:solidFill>
            <a:srgbClr val="FFFFFF"/>
          </a:solidFill>
          <a:ln w="12700">
            <a:solidFill>
              <a:srgbClr val="E2E8F0"/>
            </a:solidFill>
            <a:prstDash val="solid"/>
          </a:ln>
        </p:spPr>
        <p:txBody>
          <a:bodyPr/>
          <a:lstStyle/>
          <a:p>
            <a:endParaRPr lang="fr-FR"/>
          </a:p>
        </p:txBody>
      </p:sp>
      <p:sp>
        <p:nvSpPr>
          <p:cNvPr id="41" name="Shape 38"/>
          <p:cNvSpPr/>
          <p:nvPr/>
        </p:nvSpPr>
        <p:spPr>
          <a:xfrm>
            <a:off x="5074920" y="3017520"/>
            <a:ext cx="329184" cy="329184"/>
          </a:xfrm>
          <a:prstGeom prst="ellipse">
            <a:avLst/>
          </a:prstGeom>
          <a:solidFill>
            <a:srgbClr val="06B6D4"/>
          </a:solidFill>
          <a:ln w="12700">
            <a:solidFill>
              <a:srgbClr val="06B6D4"/>
            </a:solidFill>
            <a:prstDash val="solid"/>
          </a:ln>
        </p:spPr>
        <p:txBody>
          <a:bodyPr/>
          <a:lstStyle/>
          <a:p>
            <a:endParaRPr lang="fr-FR"/>
          </a:p>
        </p:txBody>
      </p:sp>
      <p:pic>
        <p:nvPicPr>
          <p:cNvPr id="42" name="Image 1" descr="preencoded.png"/>
          <p:cNvPicPr>
            <a:picLocks noChangeAspect="1"/>
          </p:cNvPicPr>
          <p:nvPr/>
        </p:nvPicPr>
        <p:blipFill>
          <a:blip r:embed="rId4"/>
          <a:stretch>
            <a:fillRect/>
          </a:stretch>
        </p:blipFill>
        <p:spPr>
          <a:xfrm>
            <a:off x="5129784" y="3072384"/>
            <a:ext cx="219456" cy="219456"/>
          </a:xfrm>
          <a:prstGeom prst="rect">
            <a:avLst/>
          </a:prstGeom>
        </p:spPr>
      </p:pic>
      <p:sp>
        <p:nvSpPr>
          <p:cNvPr id="43" name="Text 39"/>
          <p:cNvSpPr/>
          <p:nvPr/>
        </p:nvSpPr>
        <p:spPr>
          <a:xfrm>
            <a:off x="5532120" y="2953512"/>
            <a:ext cx="6126480" cy="256032"/>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Résidences</a:t>
            </a:r>
            <a:endParaRPr lang="en-US" sz="1200" dirty="0"/>
          </a:p>
        </p:txBody>
      </p:sp>
      <p:sp>
        <p:nvSpPr>
          <p:cNvPr id="44" name="Text 40"/>
          <p:cNvSpPr/>
          <p:nvPr/>
        </p:nvSpPr>
        <p:spPr>
          <a:xfrm>
            <a:off x="5532120" y="3191256"/>
            <a:ext cx="6126480" cy="27432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Création, édition, suppression.</a:t>
            </a:r>
            <a:endParaRPr lang="en-US" sz="1000" dirty="0"/>
          </a:p>
        </p:txBody>
      </p:sp>
      <p:sp>
        <p:nvSpPr>
          <p:cNvPr id="45" name="Shape 41"/>
          <p:cNvSpPr/>
          <p:nvPr/>
        </p:nvSpPr>
        <p:spPr>
          <a:xfrm>
            <a:off x="4937760" y="3511296"/>
            <a:ext cx="6766560" cy="566928"/>
          </a:xfrm>
          <a:prstGeom prst="rect">
            <a:avLst/>
          </a:prstGeom>
          <a:solidFill>
            <a:srgbClr val="FFFFFF"/>
          </a:solidFill>
          <a:ln w="12700">
            <a:solidFill>
              <a:srgbClr val="E2E8F0"/>
            </a:solidFill>
            <a:prstDash val="solid"/>
          </a:ln>
        </p:spPr>
        <p:txBody>
          <a:bodyPr/>
          <a:lstStyle/>
          <a:p>
            <a:endParaRPr lang="fr-FR"/>
          </a:p>
        </p:txBody>
      </p:sp>
      <p:sp>
        <p:nvSpPr>
          <p:cNvPr id="46" name="Shape 42"/>
          <p:cNvSpPr/>
          <p:nvPr/>
        </p:nvSpPr>
        <p:spPr>
          <a:xfrm>
            <a:off x="5074920" y="3630168"/>
            <a:ext cx="329184" cy="329184"/>
          </a:xfrm>
          <a:prstGeom prst="ellipse">
            <a:avLst/>
          </a:prstGeom>
          <a:solidFill>
            <a:srgbClr val="06B6D4"/>
          </a:solidFill>
          <a:ln w="12700">
            <a:solidFill>
              <a:srgbClr val="06B6D4"/>
            </a:solidFill>
            <a:prstDash val="solid"/>
          </a:ln>
        </p:spPr>
        <p:txBody>
          <a:bodyPr/>
          <a:lstStyle/>
          <a:p>
            <a:endParaRPr lang="fr-FR"/>
          </a:p>
        </p:txBody>
      </p:sp>
      <p:pic>
        <p:nvPicPr>
          <p:cNvPr id="47" name="Image 2" descr="preencoded.png"/>
          <p:cNvPicPr>
            <a:picLocks noChangeAspect="1"/>
          </p:cNvPicPr>
          <p:nvPr/>
        </p:nvPicPr>
        <p:blipFill>
          <a:blip r:embed="rId5"/>
          <a:stretch>
            <a:fillRect/>
          </a:stretch>
        </p:blipFill>
        <p:spPr>
          <a:xfrm>
            <a:off x="5129784" y="3685032"/>
            <a:ext cx="219456" cy="219456"/>
          </a:xfrm>
          <a:prstGeom prst="rect">
            <a:avLst/>
          </a:prstGeom>
        </p:spPr>
      </p:pic>
      <p:sp>
        <p:nvSpPr>
          <p:cNvPr id="48" name="Text 43"/>
          <p:cNvSpPr/>
          <p:nvPr/>
        </p:nvSpPr>
        <p:spPr>
          <a:xfrm>
            <a:off x="5532120" y="3566160"/>
            <a:ext cx="6126480" cy="256032"/>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Résidents</a:t>
            </a:r>
            <a:endParaRPr lang="en-US" sz="1200" dirty="0"/>
          </a:p>
        </p:txBody>
      </p:sp>
      <p:sp>
        <p:nvSpPr>
          <p:cNvPr id="49" name="Text 44"/>
          <p:cNvSpPr/>
          <p:nvPr/>
        </p:nvSpPr>
        <p:spPr>
          <a:xfrm>
            <a:off x="5532120" y="3803904"/>
            <a:ext cx="6126480" cy="27432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Ajout, modification, recherche.</a:t>
            </a:r>
            <a:endParaRPr lang="en-US" sz="1000" dirty="0"/>
          </a:p>
        </p:txBody>
      </p:sp>
      <p:sp>
        <p:nvSpPr>
          <p:cNvPr id="50" name="Shape 45"/>
          <p:cNvSpPr/>
          <p:nvPr/>
        </p:nvSpPr>
        <p:spPr>
          <a:xfrm>
            <a:off x="4937760" y="4123944"/>
            <a:ext cx="6766560" cy="566928"/>
          </a:xfrm>
          <a:prstGeom prst="rect">
            <a:avLst/>
          </a:prstGeom>
          <a:solidFill>
            <a:srgbClr val="FFFFFF"/>
          </a:solidFill>
          <a:ln w="12700">
            <a:solidFill>
              <a:srgbClr val="E2E8F0"/>
            </a:solidFill>
            <a:prstDash val="solid"/>
          </a:ln>
        </p:spPr>
        <p:txBody>
          <a:bodyPr/>
          <a:lstStyle/>
          <a:p>
            <a:endParaRPr lang="fr-FR"/>
          </a:p>
        </p:txBody>
      </p:sp>
      <p:sp>
        <p:nvSpPr>
          <p:cNvPr id="51" name="Shape 46"/>
          <p:cNvSpPr/>
          <p:nvPr/>
        </p:nvSpPr>
        <p:spPr>
          <a:xfrm>
            <a:off x="5074920" y="4242816"/>
            <a:ext cx="329184" cy="329184"/>
          </a:xfrm>
          <a:prstGeom prst="ellipse">
            <a:avLst/>
          </a:prstGeom>
          <a:solidFill>
            <a:srgbClr val="06B6D4"/>
          </a:solidFill>
          <a:ln w="12700">
            <a:solidFill>
              <a:srgbClr val="06B6D4"/>
            </a:solidFill>
            <a:prstDash val="solid"/>
          </a:ln>
        </p:spPr>
        <p:txBody>
          <a:bodyPr/>
          <a:lstStyle/>
          <a:p>
            <a:endParaRPr lang="fr-FR"/>
          </a:p>
        </p:txBody>
      </p:sp>
      <p:pic>
        <p:nvPicPr>
          <p:cNvPr id="52" name="Image 3" descr="preencoded.png"/>
          <p:cNvPicPr>
            <a:picLocks noChangeAspect="1"/>
          </p:cNvPicPr>
          <p:nvPr/>
        </p:nvPicPr>
        <p:blipFill>
          <a:blip r:embed="rId6"/>
          <a:stretch>
            <a:fillRect/>
          </a:stretch>
        </p:blipFill>
        <p:spPr>
          <a:xfrm>
            <a:off x="5129784" y="4297680"/>
            <a:ext cx="219456" cy="219456"/>
          </a:xfrm>
          <a:prstGeom prst="rect">
            <a:avLst/>
          </a:prstGeom>
        </p:spPr>
      </p:pic>
      <p:sp>
        <p:nvSpPr>
          <p:cNvPr id="53" name="Text 47"/>
          <p:cNvSpPr/>
          <p:nvPr/>
        </p:nvSpPr>
        <p:spPr>
          <a:xfrm>
            <a:off x="5532120" y="4178808"/>
            <a:ext cx="6126480" cy="256032"/>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Tickets</a:t>
            </a:r>
            <a:endParaRPr lang="en-US" sz="1200" dirty="0"/>
          </a:p>
        </p:txBody>
      </p:sp>
      <p:sp>
        <p:nvSpPr>
          <p:cNvPr id="54" name="Text 48"/>
          <p:cNvSpPr/>
          <p:nvPr/>
        </p:nvSpPr>
        <p:spPr>
          <a:xfrm>
            <a:off x="5532120" y="4416552"/>
            <a:ext cx="6126480" cy="27432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Grille temps réel, validation.</a:t>
            </a:r>
            <a:endParaRPr lang="en-US" sz="1000" dirty="0"/>
          </a:p>
        </p:txBody>
      </p:sp>
      <p:sp>
        <p:nvSpPr>
          <p:cNvPr id="55" name="Shape 49"/>
          <p:cNvSpPr/>
          <p:nvPr/>
        </p:nvSpPr>
        <p:spPr>
          <a:xfrm>
            <a:off x="4937760" y="4736592"/>
            <a:ext cx="6766560" cy="566928"/>
          </a:xfrm>
          <a:prstGeom prst="rect">
            <a:avLst/>
          </a:prstGeom>
          <a:solidFill>
            <a:srgbClr val="FFFFFF"/>
          </a:solidFill>
          <a:ln w="12700">
            <a:solidFill>
              <a:srgbClr val="E2E8F0"/>
            </a:solidFill>
            <a:prstDash val="solid"/>
          </a:ln>
        </p:spPr>
        <p:txBody>
          <a:bodyPr/>
          <a:lstStyle/>
          <a:p>
            <a:endParaRPr lang="fr-FR"/>
          </a:p>
        </p:txBody>
      </p:sp>
      <p:sp>
        <p:nvSpPr>
          <p:cNvPr id="56" name="Shape 50"/>
          <p:cNvSpPr/>
          <p:nvPr/>
        </p:nvSpPr>
        <p:spPr>
          <a:xfrm>
            <a:off x="5074920" y="4855464"/>
            <a:ext cx="329184" cy="329184"/>
          </a:xfrm>
          <a:prstGeom prst="ellipse">
            <a:avLst/>
          </a:prstGeom>
          <a:solidFill>
            <a:srgbClr val="06B6D4"/>
          </a:solidFill>
          <a:ln w="12700">
            <a:solidFill>
              <a:srgbClr val="06B6D4"/>
            </a:solidFill>
            <a:prstDash val="solid"/>
          </a:ln>
        </p:spPr>
        <p:txBody>
          <a:bodyPr/>
          <a:lstStyle/>
          <a:p>
            <a:endParaRPr lang="fr-FR"/>
          </a:p>
        </p:txBody>
      </p:sp>
      <p:pic>
        <p:nvPicPr>
          <p:cNvPr id="57" name="Image 4" descr="preencoded.png"/>
          <p:cNvPicPr>
            <a:picLocks noChangeAspect="1"/>
          </p:cNvPicPr>
          <p:nvPr/>
        </p:nvPicPr>
        <p:blipFill>
          <a:blip r:embed="rId7"/>
          <a:stretch>
            <a:fillRect/>
          </a:stretch>
        </p:blipFill>
        <p:spPr>
          <a:xfrm>
            <a:off x="5129784" y="4910328"/>
            <a:ext cx="219456" cy="219456"/>
          </a:xfrm>
          <a:prstGeom prst="rect">
            <a:avLst/>
          </a:prstGeom>
        </p:spPr>
      </p:pic>
      <p:sp>
        <p:nvSpPr>
          <p:cNvPr id="58" name="Text 51"/>
          <p:cNvSpPr/>
          <p:nvPr/>
        </p:nvSpPr>
        <p:spPr>
          <a:xfrm>
            <a:off x="5532120" y="4791456"/>
            <a:ext cx="6126480" cy="256032"/>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Historique</a:t>
            </a:r>
            <a:endParaRPr lang="en-US" sz="1200" dirty="0"/>
          </a:p>
        </p:txBody>
      </p:sp>
      <p:sp>
        <p:nvSpPr>
          <p:cNvPr id="59" name="Text 52"/>
          <p:cNvSpPr/>
          <p:nvPr/>
        </p:nvSpPr>
        <p:spPr>
          <a:xfrm>
            <a:off x="5532120" y="5029200"/>
            <a:ext cx="6126480" cy="27432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Recherche &amp; détail des tickets.</a:t>
            </a:r>
            <a:endParaRPr lang="en-US" sz="1000" dirty="0"/>
          </a:p>
        </p:txBody>
      </p:sp>
      <p:sp>
        <p:nvSpPr>
          <p:cNvPr id="60" name="Shape 53"/>
          <p:cNvSpPr/>
          <p:nvPr/>
        </p:nvSpPr>
        <p:spPr>
          <a:xfrm>
            <a:off x="4937760" y="5349240"/>
            <a:ext cx="6766560" cy="566928"/>
          </a:xfrm>
          <a:prstGeom prst="rect">
            <a:avLst/>
          </a:prstGeom>
          <a:solidFill>
            <a:srgbClr val="FFFFFF"/>
          </a:solidFill>
          <a:ln w="12700">
            <a:solidFill>
              <a:srgbClr val="E2E8F0"/>
            </a:solidFill>
            <a:prstDash val="solid"/>
          </a:ln>
        </p:spPr>
        <p:txBody>
          <a:bodyPr/>
          <a:lstStyle/>
          <a:p>
            <a:endParaRPr lang="fr-FR"/>
          </a:p>
        </p:txBody>
      </p:sp>
      <p:sp>
        <p:nvSpPr>
          <p:cNvPr id="61" name="Shape 54"/>
          <p:cNvSpPr/>
          <p:nvPr/>
        </p:nvSpPr>
        <p:spPr>
          <a:xfrm>
            <a:off x="5074920" y="5468112"/>
            <a:ext cx="329184" cy="329184"/>
          </a:xfrm>
          <a:prstGeom prst="ellipse">
            <a:avLst/>
          </a:prstGeom>
          <a:solidFill>
            <a:srgbClr val="06B6D4"/>
          </a:solidFill>
          <a:ln w="12700">
            <a:solidFill>
              <a:srgbClr val="06B6D4"/>
            </a:solidFill>
            <a:prstDash val="solid"/>
          </a:ln>
        </p:spPr>
        <p:txBody>
          <a:bodyPr/>
          <a:lstStyle/>
          <a:p>
            <a:endParaRPr lang="fr-FR"/>
          </a:p>
        </p:txBody>
      </p:sp>
      <p:pic>
        <p:nvPicPr>
          <p:cNvPr id="62" name="Image 5" descr="preencoded.png"/>
          <p:cNvPicPr>
            <a:picLocks noChangeAspect="1"/>
          </p:cNvPicPr>
          <p:nvPr/>
        </p:nvPicPr>
        <p:blipFill>
          <a:blip r:embed="rId8"/>
          <a:stretch>
            <a:fillRect/>
          </a:stretch>
        </p:blipFill>
        <p:spPr>
          <a:xfrm>
            <a:off x="5129784" y="5522976"/>
            <a:ext cx="219456" cy="219456"/>
          </a:xfrm>
          <a:prstGeom prst="rect">
            <a:avLst/>
          </a:prstGeom>
        </p:spPr>
      </p:pic>
      <p:sp>
        <p:nvSpPr>
          <p:cNvPr id="63" name="Text 55"/>
          <p:cNvSpPr/>
          <p:nvPr/>
        </p:nvSpPr>
        <p:spPr>
          <a:xfrm>
            <a:off x="5532120" y="5404104"/>
            <a:ext cx="6126480" cy="256032"/>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Analytics</a:t>
            </a:r>
            <a:endParaRPr lang="en-US" sz="1200" dirty="0"/>
          </a:p>
        </p:txBody>
      </p:sp>
      <p:sp>
        <p:nvSpPr>
          <p:cNvPr id="64" name="Text 56"/>
          <p:cNvSpPr/>
          <p:nvPr/>
        </p:nvSpPr>
        <p:spPr>
          <a:xfrm>
            <a:off x="5532120" y="5641848"/>
            <a:ext cx="6126480" cy="27432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KPIs, sentiment, satisfaction.</a:t>
            </a:r>
            <a:endParaRPr lang="en-US" sz="1000" dirty="0"/>
          </a:p>
        </p:txBody>
      </p:sp>
      <p:sp>
        <p:nvSpPr>
          <p:cNvPr id="65" name="Shape 57"/>
          <p:cNvSpPr/>
          <p:nvPr/>
        </p:nvSpPr>
        <p:spPr>
          <a:xfrm>
            <a:off x="4937760" y="5961888"/>
            <a:ext cx="6766560" cy="566928"/>
          </a:xfrm>
          <a:prstGeom prst="rect">
            <a:avLst/>
          </a:prstGeom>
          <a:solidFill>
            <a:srgbClr val="FFFFFF"/>
          </a:solidFill>
          <a:ln w="12700">
            <a:solidFill>
              <a:srgbClr val="E2E8F0"/>
            </a:solidFill>
            <a:prstDash val="solid"/>
          </a:ln>
        </p:spPr>
        <p:txBody>
          <a:bodyPr/>
          <a:lstStyle/>
          <a:p>
            <a:endParaRPr lang="fr-FR"/>
          </a:p>
        </p:txBody>
      </p:sp>
      <p:sp>
        <p:nvSpPr>
          <p:cNvPr id="66" name="Shape 58"/>
          <p:cNvSpPr/>
          <p:nvPr/>
        </p:nvSpPr>
        <p:spPr>
          <a:xfrm>
            <a:off x="5074920" y="6080760"/>
            <a:ext cx="329184" cy="329184"/>
          </a:xfrm>
          <a:prstGeom prst="ellipse">
            <a:avLst/>
          </a:prstGeom>
          <a:solidFill>
            <a:srgbClr val="06B6D4"/>
          </a:solidFill>
          <a:ln w="12700">
            <a:solidFill>
              <a:srgbClr val="06B6D4"/>
            </a:solidFill>
            <a:prstDash val="solid"/>
          </a:ln>
        </p:spPr>
        <p:txBody>
          <a:bodyPr/>
          <a:lstStyle/>
          <a:p>
            <a:endParaRPr lang="fr-FR"/>
          </a:p>
        </p:txBody>
      </p:sp>
      <p:pic>
        <p:nvPicPr>
          <p:cNvPr id="67" name="Image 6" descr="preencoded.png"/>
          <p:cNvPicPr>
            <a:picLocks noChangeAspect="1"/>
          </p:cNvPicPr>
          <p:nvPr/>
        </p:nvPicPr>
        <p:blipFill>
          <a:blip r:embed="rId9"/>
          <a:stretch>
            <a:fillRect/>
          </a:stretch>
        </p:blipFill>
        <p:spPr>
          <a:xfrm>
            <a:off x="5129784" y="6135624"/>
            <a:ext cx="219456" cy="219456"/>
          </a:xfrm>
          <a:prstGeom prst="rect">
            <a:avLst/>
          </a:prstGeom>
        </p:spPr>
      </p:pic>
      <p:sp>
        <p:nvSpPr>
          <p:cNvPr id="68" name="Text 59"/>
          <p:cNvSpPr/>
          <p:nvPr/>
        </p:nvSpPr>
        <p:spPr>
          <a:xfrm>
            <a:off x="5532120" y="6016752"/>
            <a:ext cx="6126480" cy="256032"/>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Compte admin</a:t>
            </a:r>
            <a:endParaRPr lang="en-US" sz="1200" dirty="0"/>
          </a:p>
        </p:txBody>
      </p:sp>
      <p:sp>
        <p:nvSpPr>
          <p:cNvPr id="69" name="Text 60"/>
          <p:cNvSpPr/>
          <p:nvPr/>
        </p:nvSpPr>
        <p:spPr>
          <a:xfrm>
            <a:off x="5532120" y="6254496"/>
            <a:ext cx="6126480" cy="27432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Profil, statistiques personnelles.</a:t>
            </a:r>
            <a:endParaRPr lang="en-US" sz="1000" dirty="0"/>
          </a:p>
        </p:txBody>
      </p:sp>
      <p:sp>
        <p:nvSpPr>
          <p:cNvPr id="70" name="Text 61"/>
          <p:cNvSpPr/>
          <p:nvPr/>
        </p:nvSpPr>
        <p:spPr>
          <a:xfrm>
            <a:off x="10911535" y="6446520"/>
            <a:ext cx="914400" cy="274320"/>
          </a:xfrm>
          <a:prstGeom prst="rect">
            <a:avLst/>
          </a:prstGeom>
          <a:noFill/>
          <a:ln/>
        </p:spPr>
        <p:txBody>
          <a:bodyPr wrap="square" rtlCol="0" anchor="ctr"/>
          <a:lstStyle/>
          <a:p>
            <a:pPr marL="0" indent="0" algn="r">
              <a:buNone/>
            </a:pPr>
            <a:r>
              <a:rPr lang="en-US" sz="1000" dirty="0">
                <a:solidFill>
                  <a:srgbClr val="475569"/>
                </a:solidFill>
                <a:latin typeface="Calibri" pitchFamily="34" charset="0"/>
                <a:ea typeface="Calibri" pitchFamily="34" charset="-122"/>
                <a:cs typeface="Calibri" pitchFamily="34" charset="-120"/>
              </a:rPr>
              <a:t>15 / 24</a:t>
            </a:r>
            <a:endParaRPr lang="en-US" sz="1000" dirty="0"/>
          </a:p>
        </p:txBody>
      </p:sp>
      <p:pic>
        <p:nvPicPr>
          <p:cNvPr id="72" name="Image 71">
            <a:extLst>
              <a:ext uri="{FF2B5EF4-FFF2-40B4-BE49-F238E27FC236}">
                <a16:creationId xmlns:a16="http://schemas.microsoft.com/office/drawing/2014/main" id="{18EFCF0A-0BBA-CC0F-C503-5A721532AED9}"/>
              </a:ext>
            </a:extLst>
          </p:cNvPr>
          <p:cNvPicPr>
            <a:picLocks noChangeAspect="1"/>
          </p:cNvPicPr>
          <p:nvPr/>
        </p:nvPicPr>
        <p:blipFill>
          <a:blip r:embed="rId10"/>
          <a:stretch>
            <a:fillRect/>
          </a:stretch>
        </p:blipFill>
        <p:spPr>
          <a:xfrm>
            <a:off x="713233" y="2240280"/>
            <a:ext cx="3675888" cy="4297680"/>
          </a:xfrm>
          <a:prstGeom prst="rect">
            <a:avLst/>
          </a:prstGeom>
          <a:ln>
            <a:noFill/>
          </a:ln>
          <a:effectLst>
            <a:softEdge rad="112500"/>
          </a:effec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2"/>
                                        </p:tgtEl>
                                        <p:attrNameLst>
                                          <p:attrName>style.visibility</p:attrName>
                                        </p:attrNameLst>
                                      </p:cBhvr>
                                      <p:to>
                                        <p:strVal val="visible"/>
                                      </p:to>
                                    </p:set>
                                    <p:animEffect transition="in" filter="fade">
                                      <p:cBhvr>
                                        <p:cTn id="7" dur="500"/>
                                        <p:tgtEl>
                                          <p:spTgt spid="7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35"/>
                                        </p:tgtEl>
                                        <p:attrNameLst>
                                          <p:attrName>style.visibility</p:attrName>
                                        </p:attrNameLst>
                                      </p:cBhvr>
                                      <p:to>
                                        <p:strVal val="visible"/>
                                      </p:to>
                                    </p:set>
                                    <p:anim calcmode="lin" valueType="num">
                                      <p:cBhvr additive="base">
                                        <p:cTn id="12" dur="500" fill="hold"/>
                                        <p:tgtEl>
                                          <p:spTgt spid="35"/>
                                        </p:tgtEl>
                                        <p:attrNameLst>
                                          <p:attrName>ppt_x</p:attrName>
                                        </p:attrNameLst>
                                      </p:cBhvr>
                                      <p:tavLst>
                                        <p:tav tm="0">
                                          <p:val>
                                            <p:strVal val="1+#ppt_w/2"/>
                                          </p:val>
                                        </p:tav>
                                        <p:tav tm="100000">
                                          <p:val>
                                            <p:strVal val="#ppt_x"/>
                                          </p:val>
                                        </p:tav>
                                      </p:tavLst>
                                    </p:anim>
                                    <p:anim calcmode="lin" valueType="num">
                                      <p:cBhvr additive="base">
                                        <p:cTn id="13" dur="500" fill="hold"/>
                                        <p:tgtEl>
                                          <p:spTgt spid="35"/>
                                        </p:tgtEl>
                                        <p:attrNameLst>
                                          <p:attrName>ppt_y</p:attrName>
                                        </p:attrNameLst>
                                      </p:cBhvr>
                                      <p:tavLst>
                                        <p:tav tm="0">
                                          <p:val>
                                            <p:strVal val="#ppt_y"/>
                                          </p:val>
                                        </p:tav>
                                        <p:tav tm="100000">
                                          <p:val>
                                            <p:strVal val="#ppt_y"/>
                                          </p:val>
                                        </p:tav>
                                      </p:tavLst>
                                    </p:anim>
                                  </p:childTnLst>
                                </p:cTn>
                              </p:par>
                              <p:par>
                                <p:cTn id="14" presetID="2" presetClass="entr" presetSubtype="2" fill="hold" grpId="0" nodeType="withEffect">
                                  <p:stCondLst>
                                    <p:cond delay="0"/>
                                  </p:stCondLst>
                                  <p:childTnLst>
                                    <p:set>
                                      <p:cBhvr>
                                        <p:cTn id="15" dur="1" fill="hold">
                                          <p:stCondLst>
                                            <p:cond delay="0"/>
                                          </p:stCondLst>
                                        </p:cTn>
                                        <p:tgtEl>
                                          <p:spTgt spid="36"/>
                                        </p:tgtEl>
                                        <p:attrNameLst>
                                          <p:attrName>style.visibility</p:attrName>
                                        </p:attrNameLst>
                                      </p:cBhvr>
                                      <p:to>
                                        <p:strVal val="visible"/>
                                      </p:to>
                                    </p:set>
                                    <p:anim calcmode="lin" valueType="num">
                                      <p:cBhvr additive="base">
                                        <p:cTn id="16" dur="500" fill="hold"/>
                                        <p:tgtEl>
                                          <p:spTgt spid="36"/>
                                        </p:tgtEl>
                                        <p:attrNameLst>
                                          <p:attrName>ppt_x</p:attrName>
                                        </p:attrNameLst>
                                      </p:cBhvr>
                                      <p:tavLst>
                                        <p:tav tm="0">
                                          <p:val>
                                            <p:strVal val="1+#ppt_w/2"/>
                                          </p:val>
                                        </p:tav>
                                        <p:tav tm="100000">
                                          <p:val>
                                            <p:strVal val="#ppt_x"/>
                                          </p:val>
                                        </p:tav>
                                      </p:tavLst>
                                    </p:anim>
                                    <p:anim calcmode="lin" valueType="num">
                                      <p:cBhvr additive="base">
                                        <p:cTn id="17" dur="500" fill="hold"/>
                                        <p:tgtEl>
                                          <p:spTgt spid="36"/>
                                        </p:tgtEl>
                                        <p:attrNameLst>
                                          <p:attrName>ppt_y</p:attrName>
                                        </p:attrNameLst>
                                      </p:cBhvr>
                                      <p:tavLst>
                                        <p:tav tm="0">
                                          <p:val>
                                            <p:strVal val="#ppt_y"/>
                                          </p:val>
                                        </p:tav>
                                        <p:tav tm="100000">
                                          <p:val>
                                            <p:strVal val="#ppt_y"/>
                                          </p:val>
                                        </p:tav>
                                      </p:tavLst>
                                    </p:anim>
                                  </p:childTnLst>
                                </p:cTn>
                              </p:par>
                              <p:par>
                                <p:cTn id="18" presetID="2" presetClass="entr" presetSubtype="2" fill="hold" nodeType="withEffect">
                                  <p:stCondLst>
                                    <p:cond delay="0"/>
                                  </p:stCondLst>
                                  <p:childTnLst>
                                    <p:set>
                                      <p:cBhvr>
                                        <p:cTn id="19" dur="1" fill="hold">
                                          <p:stCondLst>
                                            <p:cond delay="0"/>
                                          </p:stCondLst>
                                        </p:cTn>
                                        <p:tgtEl>
                                          <p:spTgt spid="37"/>
                                        </p:tgtEl>
                                        <p:attrNameLst>
                                          <p:attrName>style.visibility</p:attrName>
                                        </p:attrNameLst>
                                      </p:cBhvr>
                                      <p:to>
                                        <p:strVal val="visible"/>
                                      </p:to>
                                    </p:set>
                                    <p:anim calcmode="lin" valueType="num">
                                      <p:cBhvr additive="base">
                                        <p:cTn id="20" dur="500" fill="hold"/>
                                        <p:tgtEl>
                                          <p:spTgt spid="37"/>
                                        </p:tgtEl>
                                        <p:attrNameLst>
                                          <p:attrName>ppt_x</p:attrName>
                                        </p:attrNameLst>
                                      </p:cBhvr>
                                      <p:tavLst>
                                        <p:tav tm="0">
                                          <p:val>
                                            <p:strVal val="1+#ppt_w/2"/>
                                          </p:val>
                                        </p:tav>
                                        <p:tav tm="100000">
                                          <p:val>
                                            <p:strVal val="#ppt_x"/>
                                          </p:val>
                                        </p:tav>
                                      </p:tavLst>
                                    </p:anim>
                                    <p:anim calcmode="lin" valueType="num">
                                      <p:cBhvr additive="base">
                                        <p:cTn id="21" dur="500" fill="hold"/>
                                        <p:tgtEl>
                                          <p:spTgt spid="37"/>
                                        </p:tgtEl>
                                        <p:attrNameLst>
                                          <p:attrName>ppt_y</p:attrName>
                                        </p:attrNameLst>
                                      </p:cBhvr>
                                      <p:tavLst>
                                        <p:tav tm="0">
                                          <p:val>
                                            <p:strVal val="#ppt_y"/>
                                          </p:val>
                                        </p:tav>
                                        <p:tav tm="100000">
                                          <p:val>
                                            <p:strVal val="#ppt_y"/>
                                          </p:val>
                                        </p:tav>
                                      </p:tavLst>
                                    </p:anim>
                                  </p:childTnLst>
                                </p:cTn>
                              </p:par>
                              <p:par>
                                <p:cTn id="22" presetID="2" presetClass="entr" presetSubtype="2" fill="hold" grpId="0" nodeType="withEffect">
                                  <p:stCondLst>
                                    <p:cond delay="0"/>
                                  </p:stCondLst>
                                  <p:childTnLst>
                                    <p:set>
                                      <p:cBhvr>
                                        <p:cTn id="23" dur="1" fill="hold">
                                          <p:stCondLst>
                                            <p:cond delay="0"/>
                                          </p:stCondLst>
                                        </p:cTn>
                                        <p:tgtEl>
                                          <p:spTgt spid="38"/>
                                        </p:tgtEl>
                                        <p:attrNameLst>
                                          <p:attrName>style.visibility</p:attrName>
                                        </p:attrNameLst>
                                      </p:cBhvr>
                                      <p:to>
                                        <p:strVal val="visible"/>
                                      </p:to>
                                    </p:set>
                                    <p:anim calcmode="lin" valueType="num">
                                      <p:cBhvr additive="base">
                                        <p:cTn id="24" dur="500" fill="hold"/>
                                        <p:tgtEl>
                                          <p:spTgt spid="38"/>
                                        </p:tgtEl>
                                        <p:attrNameLst>
                                          <p:attrName>ppt_x</p:attrName>
                                        </p:attrNameLst>
                                      </p:cBhvr>
                                      <p:tavLst>
                                        <p:tav tm="0">
                                          <p:val>
                                            <p:strVal val="1+#ppt_w/2"/>
                                          </p:val>
                                        </p:tav>
                                        <p:tav tm="100000">
                                          <p:val>
                                            <p:strVal val="#ppt_x"/>
                                          </p:val>
                                        </p:tav>
                                      </p:tavLst>
                                    </p:anim>
                                    <p:anim calcmode="lin" valueType="num">
                                      <p:cBhvr additive="base">
                                        <p:cTn id="25" dur="500" fill="hold"/>
                                        <p:tgtEl>
                                          <p:spTgt spid="38"/>
                                        </p:tgtEl>
                                        <p:attrNameLst>
                                          <p:attrName>ppt_y</p:attrName>
                                        </p:attrNameLst>
                                      </p:cBhvr>
                                      <p:tavLst>
                                        <p:tav tm="0">
                                          <p:val>
                                            <p:strVal val="#ppt_y"/>
                                          </p:val>
                                        </p:tav>
                                        <p:tav tm="100000">
                                          <p:val>
                                            <p:strVal val="#ppt_y"/>
                                          </p:val>
                                        </p:tav>
                                      </p:tavLst>
                                    </p:anim>
                                  </p:childTnLst>
                                </p:cTn>
                              </p:par>
                              <p:par>
                                <p:cTn id="26" presetID="2" presetClass="entr" presetSubtype="2" fill="hold" grpId="0" nodeType="withEffect">
                                  <p:stCondLst>
                                    <p:cond delay="0"/>
                                  </p:stCondLst>
                                  <p:childTnLst>
                                    <p:set>
                                      <p:cBhvr>
                                        <p:cTn id="27" dur="1" fill="hold">
                                          <p:stCondLst>
                                            <p:cond delay="0"/>
                                          </p:stCondLst>
                                        </p:cTn>
                                        <p:tgtEl>
                                          <p:spTgt spid="39"/>
                                        </p:tgtEl>
                                        <p:attrNameLst>
                                          <p:attrName>style.visibility</p:attrName>
                                        </p:attrNameLst>
                                      </p:cBhvr>
                                      <p:to>
                                        <p:strVal val="visible"/>
                                      </p:to>
                                    </p:set>
                                    <p:anim calcmode="lin" valueType="num">
                                      <p:cBhvr additive="base">
                                        <p:cTn id="28" dur="500" fill="hold"/>
                                        <p:tgtEl>
                                          <p:spTgt spid="39"/>
                                        </p:tgtEl>
                                        <p:attrNameLst>
                                          <p:attrName>ppt_x</p:attrName>
                                        </p:attrNameLst>
                                      </p:cBhvr>
                                      <p:tavLst>
                                        <p:tav tm="0">
                                          <p:val>
                                            <p:strVal val="1+#ppt_w/2"/>
                                          </p:val>
                                        </p:tav>
                                        <p:tav tm="100000">
                                          <p:val>
                                            <p:strVal val="#ppt_x"/>
                                          </p:val>
                                        </p:tav>
                                      </p:tavLst>
                                    </p:anim>
                                    <p:anim calcmode="lin" valueType="num">
                                      <p:cBhvr additive="base">
                                        <p:cTn id="29" dur="500" fill="hold"/>
                                        <p:tgtEl>
                                          <p:spTgt spid="39"/>
                                        </p:tgtEl>
                                        <p:attrNameLst>
                                          <p:attrName>ppt_y</p:attrName>
                                        </p:attrNameLst>
                                      </p:cBhvr>
                                      <p:tavLst>
                                        <p:tav tm="0">
                                          <p:val>
                                            <p:strVal val="#ppt_y"/>
                                          </p:val>
                                        </p:tav>
                                        <p:tav tm="100000">
                                          <p:val>
                                            <p:strVal val="#ppt_y"/>
                                          </p:val>
                                        </p:tav>
                                      </p:tavLst>
                                    </p:anim>
                                  </p:childTnLst>
                                </p:cTn>
                              </p:par>
                              <p:par>
                                <p:cTn id="30" presetID="2" presetClass="entr" presetSubtype="2" fill="hold" grpId="0" nodeType="withEffect">
                                  <p:stCondLst>
                                    <p:cond delay="0"/>
                                  </p:stCondLst>
                                  <p:childTnLst>
                                    <p:set>
                                      <p:cBhvr>
                                        <p:cTn id="31" dur="1" fill="hold">
                                          <p:stCondLst>
                                            <p:cond delay="0"/>
                                          </p:stCondLst>
                                        </p:cTn>
                                        <p:tgtEl>
                                          <p:spTgt spid="40"/>
                                        </p:tgtEl>
                                        <p:attrNameLst>
                                          <p:attrName>style.visibility</p:attrName>
                                        </p:attrNameLst>
                                      </p:cBhvr>
                                      <p:to>
                                        <p:strVal val="visible"/>
                                      </p:to>
                                    </p:set>
                                    <p:anim calcmode="lin" valueType="num">
                                      <p:cBhvr additive="base">
                                        <p:cTn id="32" dur="500" fill="hold"/>
                                        <p:tgtEl>
                                          <p:spTgt spid="40"/>
                                        </p:tgtEl>
                                        <p:attrNameLst>
                                          <p:attrName>ppt_x</p:attrName>
                                        </p:attrNameLst>
                                      </p:cBhvr>
                                      <p:tavLst>
                                        <p:tav tm="0">
                                          <p:val>
                                            <p:strVal val="1+#ppt_w/2"/>
                                          </p:val>
                                        </p:tav>
                                        <p:tav tm="100000">
                                          <p:val>
                                            <p:strVal val="#ppt_x"/>
                                          </p:val>
                                        </p:tav>
                                      </p:tavLst>
                                    </p:anim>
                                    <p:anim calcmode="lin" valueType="num">
                                      <p:cBhvr additive="base">
                                        <p:cTn id="33" dur="500" fill="hold"/>
                                        <p:tgtEl>
                                          <p:spTgt spid="40"/>
                                        </p:tgtEl>
                                        <p:attrNameLst>
                                          <p:attrName>ppt_y</p:attrName>
                                        </p:attrNameLst>
                                      </p:cBhvr>
                                      <p:tavLst>
                                        <p:tav tm="0">
                                          <p:val>
                                            <p:strVal val="#ppt_y"/>
                                          </p:val>
                                        </p:tav>
                                        <p:tav tm="100000">
                                          <p:val>
                                            <p:strVal val="#ppt_y"/>
                                          </p:val>
                                        </p:tav>
                                      </p:tavLst>
                                    </p:anim>
                                  </p:childTnLst>
                                </p:cTn>
                              </p:par>
                              <p:par>
                                <p:cTn id="34" presetID="2" presetClass="entr" presetSubtype="2" fill="hold" grpId="0" nodeType="withEffect">
                                  <p:stCondLst>
                                    <p:cond delay="0"/>
                                  </p:stCondLst>
                                  <p:childTnLst>
                                    <p:set>
                                      <p:cBhvr>
                                        <p:cTn id="35" dur="1" fill="hold">
                                          <p:stCondLst>
                                            <p:cond delay="0"/>
                                          </p:stCondLst>
                                        </p:cTn>
                                        <p:tgtEl>
                                          <p:spTgt spid="41"/>
                                        </p:tgtEl>
                                        <p:attrNameLst>
                                          <p:attrName>style.visibility</p:attrName>
                                        </p:attrNameLst>
                                      </p:cBhvr>
                                      <p:to>
                                        <p:strVal val="visible"/>
                                      </p:to>
                                    </p:set>
                                    <p:anim calcmode="lin" valueType="num">
                                      <p:cBhvr additive="base">
                                        <p:cTn id="36" dur="500" fill="hold"/>
                                        <p:tgtEl>
                                          <p:spTgt spid="41"/>
                                        </p:tgtEl>
                                        <p:attrNameLst>
                                          <p:attrName>ppt_x</p:attrName>
                                        </p:attrNameLst>
                                      </p:cBhvr>
                                      <p:tavLst>
                                        <p:tav tm="0">
                                          <p:val>
                                            <p:strVal val="1+#ppt_w/2"/>
                                          </p:val>
                                        </p:tav>
                                        <p:tav tm="100000">
                                          <p:val>
                                            <p:strVal val="#ppt_x"/>
                                          </p:val>
                                        </p:tav>
                                      </p:tavLst>
                                    </p:anim>
                                    <p:anim calcmode="lin" valueType="num">
                                      <p:cBhvr additive="base">
                                        <p:cTn id="37" dur="500" fill="hold"/>
                                        <p:tgtEl>
                                          <p:spTgt spid="41"/>
                                        </p:tgtEl>
                                        <p:attrNameLst>
                                          <p:attrName>ppt_y</p:attrName>
                                        </p:attrNameLst>
                                      </p:cBhvr>
                                      <p:tavLst>
                                        <p:tav tm="0">
                                          <p:val>
                                            <p:strVal val="#ppt_y"/>
                                          </p:val>
                                        </p:tav>
                                        <p:tav tm="100000">
                                          <p:val>
                                            <p:strVal val="#ppt_y"/>
                                          </p:val>
                                        </p:tav>
                                      </p:tavLst>
                                    </p:anim>
                                  </p:childTnLst>
                                </p:cTn>
                              </p:par>
                              <p:par>
                                <p:cTn id="38" presetID="2" presetClass="entr" presetSubtype="2" fill="hold" nodeType="withEffect">
                                  <p:stCondLst>
                                    <p:cond delay="0"/>
                                  </p:stCondLst>
                                  <p:childTnLst>
                                    <p:set>
                                      <p:cBhvr>
                                        <p:cTn id="39" dur="1" fill="hold">
                                          <p:stCondLst>
                                            <p:cond delay="0"/>
                                          </p:stCondLst>
                                        </p:cTn>
                                        <p:tgtEl>
                                          <p:spTgt spid="42"/>
                                        </p:tgtEl>
                                        <p:attrNameLst>
                                          <p:attrName>style.visibility</p:attrName>
                                        </p:attrNameLst>
                                      </p:cBhvr>
                                      <p:to>
                                        <p:strVal val="visible"/>
                                      </p:to>
                                    </p:set>
                                    <p:anim calcmode="lin" valueType="num">
                                      <p:cBhvr additive="base">
                                        <p:cTn id="40" dur="500" fill="hold"/>
                                        <p:tgtEl>
                                          <p:spTgt spid="42"/>
                                        </p:tgtEl>
                                        <p:attrNameLst>
                                          <p:attrName>ppt_x</p:attrName>
                                        </p:attrNameLst>
                                      </p:cBhvr>
                                      <p:tavLst>
                                        <p:tav tm="0">
                                          <p:val>
                                            <p:strVal val="1+#ppt_w/2"/>
                                          </p:val>
                                        </p:tav>
                                        <p:tav tm="100000">
                                          <p:val>
                                            <p:strVal val="#ppt_x"/>
                                          </p:val>
                                        </p:tav>
                                      </p:tavLst>
                                    </p:anim>
                                    <p:anim calcmode="lin" valueType="num">
                                      <p:cBhvr additive="base">
                                        <p:cTn id="41" dur="500" fill="hold"/>
                                        <p:tgtEl>
                                          <p:spTgt spid="42"/>
                                        </p:tgtEl>
                                        <p:attrNameLst>
                                          <p:attrName>ppt_y</p:attrName>
                                        </p:attrNameLst>
                                      </p:cBhvr>
                                      <p:tavLst>
                                        <p:tav tm="0">
                                          <p:val>
                                            <p:strVal val="#ppt_y"/>
                                          </p:val>
                                        </p:tav>
                                        <p:tav tm="100000">
                                          <p:val>
                                            <p:strVal val="#ppt_y"/>
                                          </p:val>
                                        </p:tav>
                                      </p:tavLst>
                                    </p:anim>
                                  </p:childTnLst>
                                </p:cTn>
                              </p:par>
                              <p:par>
                                <p:cTn id="42" presetID="2" presetClass="entr" presetSubtype="2" fill="hold" grpId="0" nodeType="withEffect">
                                  <p:stCondLst>
                                    <p:cond delay="0"/>
                                  </p:stCondLst>
                                  <p:childTnLst>
                                    <p:set>
                                      <p:cBhvr>
                                        <p:cTn id="43" dur="1" fill="hold">
                                          <p:stCondLst>
                                            <p:cond delay="0"/>
                                          </p:stCondLst>
                                        </p:cTn>
                                        <p:tgtEl>
                                          <p:spTgt spid="43"/>
                                        </p:tgtEl>
                                        <p:attrNameLst>
                                          <p:attrName>style.visibility</p:attrName>
                                        </p:attrNameLst>
                                      </p:cBhvr>
                                      <p:to>
                                        <p:strVal val="visible"/>
                                      </p:to>
                                    </p:set>
                                    <p:anim calcmode="lin" valueType="num">
                                      <p:cBhvr additive="base">
                                        <p:cTn id="44" dur="500" fill="hold"/>
                                        <p:tgtEl>
                                          <p:spTgt spid="43"/>
                                        </p:tgtEl>
                                        <p:attrNameLst>
                                          <p:attrName>ppt_x</p:attrName>
                                        </p:attrNameLst>
                                      </p:cBhvr>
                                      <p:tavLst>
                                        <p:tav tm="0">
                                          <p:val>
                                            <p:strVal val="1+#ppt_w/2"/>
                                          </p:val>
                                        </p:tav>
                                        <p:tav tm="100000">
                                          <p:val>
                                            <p:strVal val="#ppt_x"/>
                                          </p:val>
                                        </p:tav>
                                      </p:tavLst>
                                    </p:anim>
                                    <p:anim calcmode="lin" valueType="num">
                                      <p:cBhvr additive="base">
                                        <p:cTn id="45" dur="500" fill="hold"/>
                                        <p:tgtEl>
                                          <p:spTgt spid="43"/>
                                        </p:tgtEl>
                                        <p:attrNameLst>
                                          <p:attrName>ppt_y</p:attrName>
                                        </p:attrNameLst>
                                      </p:cBhvr>
                                      <p:tavLst>
                                        <p:tav tm="0">
                                          <p:val>
                                            <p:strVal val="#ppt_y"/>
                                          </p:val>
                                        </p:tav>
                                        <p:tav tm="100000">
                                          <p:val>
                                            <p:strVal val="#ppt_y"/>
                                          </p:val>
                                        </p:tav>
                                      </p:tavLst>
                                    </p:anim>
                                  </p:childTnLst>
                                </p:cTn>
                              </p:par>
                              <p:par>
                                <p:cTn id="46" presetID="2" presetClass="entr" presetSubtype="2" fill="hold" grpId="0" nodeType="withEffect">
                                  <p:stCondLst>
                                    <p:cond delay="0"/>
                                  </p:stCondLst>
                                  <p:childTnLst>
                                    <p:set>
                                      <p:cBhvr>
                                        <p:cTn id="47" dur="1" fill="hold">
                                          <p:stCondLst>
                                            <p:cond delay="0"/>
                                          </p:stCondLst>
                                        </p:cTn>
                                        <p:tgtEl>
                                          <p:spTgt spid="44"/>
                                        </p:tgtEl>
                                        <p:attrNameLst>
                                          <p:attrName>style.visibility</p:attrName>
                                        </p:attrNameLst>
                                      </p:cBhvr>
                                      <p:to>
                                        <p:strVal val="visible"/>
                                      </p:to>
                                    </p:set>
                                    <p:anim calcmode="lin" valueType="num">
                                      <p:cBhvr additive="base">
                                        <p:cTn id="48" dur="500" fill="hold"/>
                                        <p:tgtEl>
                                          <p:spTgt spid="44"/>
                                        </p:tgtEl>
                                        <p:attrNameLst>
                                          <p:attrName>ppt_x</p:attrName>
                                        </p:attrNameLst>
                                      </p:cBhvr>
                                      <p:tavLst>
                                        <p:tav tm="0">
                                          <p:val>
                                            <p:strVal val="1+#ppt_w/2"/>
                                          </p:val>
                                        </p:tav>
                                        <p:tav tm="100000">
                                          <p:val>
                                            <p:strVal val="#ppt_x"/>
                                          </p:val>
                                        </p:tav>
                                      </p:tavLst>
                                    </p:anim>
                                    <p:anim calcmode="lin" valueType="num">
                                      <p:cBhvr additive="base">
                                        <p:cTn id="49" dur="500" fill="hold"/>
                                        <p:tgtEl>
                                          <p:spTgt spid="44"/>
                                        </p:tgtEl>
                                        <p:attrNameLst>
                                          <p:attrName>ppt_y</p:attrName>
                                        </p:attrNameLst>
                                      </p:cBhvr>
                                      <p:tavLst>
                                        <p:tav tm="0">
                                          <p:val>
                                            <p:strVal val="#ppt_y"/>
                                          </p:val>
                                        </p:tav>
                                        <p:tav tm="100000">
                                          <p:val>
                                            <p:strVal val="#ppt_y"/>
                                          </p:val>
                                        </p:tav>
                                      </p:tavLst>
                                    </p:anim>
                                  </p:childTnLst>
                                </p:cTn>
                              </p:par>
                              <p:par>
                                <p:cTn id="50" presetID="2" presetClass="entr" presetSubtype="2" fill="hold" grpId="0" nodeType="withEffect">
                                  <p:stCondLst>
                                    <p:cond delay="0"/>
                                  </p:stCondLst>
                                  <p:childTnLst>
                                    <p:set>
                                      <p:cBhvr>
                                        <p:cTn id="51" dur="1" fill="hold">
                                          <p:stCondLst>
                                            <p:cond delay="0"/>
                                          </p:stCondLst>
                                        </p:cTn>
                                        <p:tgtEl>
                                          <p:spTgt spid="45"/>
                                        </p:tgtEl>
                                        <p:attrNameLst>
                                          <p:attrName>style.visibility</p:attrName>
                                        </p:attrNameLst>
                                      </p:cBhvr>
                                      <p:to>
                                        <p:strVal val="visible"/>
                                      </p:to>
                                    </p:set>
                                    <p:anim calcmode="lin" valueType="num">
                                      <p:cBhvr additive="base">
                                        <p:cTn id="52" dur="500" fill="hold"/>
                                        <p:tgtEl>
                                          <p:spTgt spid="45"/>
                                        </p:tgtEl>
                                        <p:attrNameLst>
                                          <p:attrName>ppt_x</p:attrName>
                                        </p:attrNameLst>
                                      </p:cBhvr>
                                      <p:tavLst>
                                        <p:tav tm="0">
                                          <p:val>
                                            <p:strVal val="1+#ppt_w/2"/>
                                          </p:val>
                                        </p:tav>
                                        <p:tav tm="100000">
                                          <p:val>
                                            <p:strVal val="#ppt_x"/>
                                          </p:val>
                                        </p:tav>
                                      </p:tavLst>
                                    </p:anim>
                                    <p:anim calcmode="lin" valueType="num">
                                      <p:cBhvr additive="base">
                                        <p:cTn id="53" dur="500" fill="hold"/>
                                        <p:tgtEl>
                                          <p:spTgt spid="45"/>
                                        </p:tgtEl>
                                        <p:attrNameLst>
                                          <p:attrName>ppt_y</p:attrName>
                                        </p:attrNameLst>
                                      </p:cBhvr>
                                      <p:tavLst>
                                        <p:tav tm="0">
                                          <p:val>
                                            <p:strVal val="#ppt_y"/>
                                          </p:val>
                                        </p:tav>
                                        <p:tav tm="100000">
                                          <p:val>
                                            <p:strVal val="#ppt_y"/>
                                          </p:val>
                                        </p:tav>
                                      </p:tavLst>
                                    </p:anim>
                                  </p:childTnLst>
                                </p:cTn>
                              </p:par>
                              <p:par>
                                <p:cTn id="54" presetID="2" presetClass="entr" presetSubtype="2" fill="hold" grpId="0" nodeType="withEffect">
                                  <p:stCondLst>
                                    <p:cond delay="0"/>
                                  </p:stCondLst>
                                  <p:childTnLst>
                                    <p:set>
                                      <p:cBhvr>
                                        <p:cTn id="55" dur="1" fill="hold">
                                          <p:stCondLst>
                                            <p:cond delay="0"/>
                                          </p:stCondLst>
                                        </p:cTn>
                                        <p:tgtEl>
                                          <p:spTgt spid="46"/>
                                        </p:tgtEl>
                                        <p:attrNameLst>
                                          <p:attrName>style.visibility</p:attrName>
                                        </p:attrNameLst>
                                      </p:cBhvr>
                                      <p:to>
                                        <p:strVal val="visible"/>
                                      </p:to>
                                    </p:set>
                                    <p:anim calcmode="lin" valueType="num">
                                      <p:cBhvr additive="base">
                                        <p:cTn id="56" dur="500" fill="hold"/>
                                        <p:tgtEl>
                                          <p:spTgt spid="46"/>
                                        </p:tgtEl>
                                        <p:attrNameLst>
                                          <p:attrName>ppt_x</p:attrName>
                                        </p:attrNameLst>
                                      </p:cBhvr>
                                      <p:tavLst>
                                        <p:tav tm="0">
                                          <p:val>
                                            <p:strVal val="1+#ppt_w/2"/>
                                          </p:val>
                                        </p:tav>
                                        <p:tav tm="100000">
                                          <p:val>
                                            <p:strVal val="#ppt_x"/>
                                          </p:val>
                                        </p:tav>
                                      </p:tavLst>
                                    </p:anim>
                                    <p:anim calcmode="lin" valueType="num">
                                      <p:cBhvr additive="base">
                                        <p:cTn id="57" dur="500" fill="hold"/>
                                        <p:tgtEl>
                                          <p:spTgt spid="46"/>
                                        </p:tgtEl>
                                        <p:attrNameLst>
                                          <p:attrName>ppt_y</p:attrName>
                                        </p:attrNameLst>
                                      </p:cBhvr>
                                      <p:tavLst>
                                        <p:tav tm="0">
                                          <p:val>
                                            <p:strVal val="#ppt_y"/>
                                          </p:val>
                                        </p:tav>
                                        <p:tav tm="100000">
                                          <p:val>
                                            <p:strVal val="#ppt_y"/>
                                          </p:val>
                                        </p:tav>
                                      </p:tavLst>
                                    </p:anim>
                                  </p:childTnLst>
                                </p:cTn>
                              </p:par>
                              <p:par>
                                <p:cTn id="58" presetID="2" presetClass="entr" presetSubtype="2" fill="hold" nodeType="withEffect">
                                  <p:stCondLst>
                                    <p:cond delay="0"/>
                                  </p:stCondLst>
                                  <p:childTnLst>
                                    <p:set>
                                      <p:cBhvr>
                                        <p:cTn id="59" dur="1" fill="hold">
                                          <p:stCondLst>
                                            <p:cond delay="0"/>
                                          </p:stCondLst>
                                        </p:cTn>
                                        <p:tgtEl>
                                          <p:spTgt spid="47"/>
                                        </p:tgtEl>
                                        <p:attrNameLst>
                                          <p:attrName>style.visibility</p:attrName>
                                        </p:attrNameLst>
                                      </p:cBhvr>
                                      <p:to>
                                        <p:strVal val="visible"/>
                                      </p:to>
                                    </p:set>
                                    <p:anim calcmode="lin" valueType="num">
                                      <p:cBhvr additive="base">
                                        <p:cTn id="60" dur="500" fill="hold"/>
                                        <p:tgtEl>
                                          <p:spTgt spid="47"/>
                                        </p:tgtEl>
                                        <p:attrNameLst>
                                          <p:attrName>ppt_x</p:attrName>
                                        </p:attrNameLst>
                                      </p:cBhvr>
                                      <p:tavLst>
                                        <p:tav tm="0">
                                          <p:val>
                                            <p:strVal val="1+#ppt_w/2"/>
                                          </p:val>
                                        </p:tav>
                                        <p:tav tm="100000">
                                          <p:val>
                                            <p:strVal val="#ppt_x"/>
                                          </p:val>
                                        </p:tav>
                                      </p:tavLst>
                                    </p:anim>
                                    <p:anim calcmode="lin" valueType="num">
                                      <p:cBhvr additive="base">
                                        <p:cTn id="61" dur="500" fill="hold"/>
                                        <p:tgtEl>
                                          <p:spTgt spid="47"/>
                                        </p:tgtEl>
                                        <p:attrNameLst>
                                          <p:attrName>ppt_y</p:attrName>
                                        </p:attrNameLst>
                                      </p:cBhvr>
                                      <p:tavLst>
                                        <p:tav tm="0">
                                          <p:val>
                                            <p:strVal val="#ppt_y"/>
                                          </p:val>
                                        </p:tav>
                                        <p:tav tm="100000">
                                          <p:val>
                                            <p:strVal val="#ppt_y"/>
                                          </p:val>
                                        </p:tav>
                                      </p:tavLst>
                                    </p:anim>
                                  </p:childTnLst>
                                </p:cTn>
                              </p:par>
                              <p:par>
                                <p:cTn id="62" presetID="2" presetClass="entr" presetSubtype="2" fill="hold" grpId="0" nodeType="withEffect">
                                  <p:stCondLst>
                                    <p:cond delay="0"/>
                                  </p:stCondLst>
                                  <p:childTnLst>
                                    <p:set>
                                      <p:cBhvr>
                                        <p:cTn id="63" dur="1" fill="hold">
                                          <p:stCondLst>
                                            <p:cond delay="0"/>
                                          </p:stCondLst>
                                        </p:cTn>
                                        <p:tgtEl>
                                          <p:spTgt spid="48"/>
                                        </p:tgtEl>
                                        <p:attrNameLst>
                                          <p:attrName>style.visibility</p:attrName>
                                        </p:attrNameLst>
                                      </p:cBhvr>
                                      <p:to>
                                        <p:strVal val="visible"/>
                                      </p:to>
                                    </p:set>
                                    <p:anim calcmode="lin" valueType="num">
                                      <p:cBhvr additive="base">
                                        <p:cTn id="64" dur="500" fill="hold"/>
                                        <p:tgtEl>
                                          <p:spTgt spid="48"/>
                                        </p:tgtEl>
                                        <p:attrNameLst>
                                          <p:attrName>ppt_x</p:attrName>
                                        </p:attrNameLst>
                                      </p:cBhvr>
                                      <p:tavLst>
                                        <p:tav tm="0">
                                          <p:val>
                                            <p:strVal val="1+#ppt_w/2"/>
                                          </p:val>
                                        </p:tav>
                                        <p:tav tm="100000">
                                          <p:val>
                                            <p:strVal val="#ppt_x"/>
                                          </p:val>
                                        </p:tav>
                                      </p:tavLst>
                                    </p:anim>
                                    <p:anim calcmode="lin" valueType="num">
                                      <p:cBhvr additive="base">
                                        <p:cTn id="65" dur="500" fill="hold"/>
                                        <p:tgtEl>
                                          <p:spTgt spid="48"/>
                                        </p:tgtEl>
                                        <p:attrNameLst>
                                          <p:attrName>ppt_y</p:attrName>
                                        </p:attrNameLst>
                                      </p:cBhvr>
                                      <p:tavLst>
                                        <p:tav tm="0">
                                          <p:val>
                                            <p:strVal val="#ppt_y"/>
                                          </p:val>
                                        </p:tav>
                                        <p:tav tm="100000">
                                          <p:val>
                                            <p:strVal val="#ppt_y"/>
                                          </p:val>
                                        </p:tav>
                                      </p:tavLst>
                                    </p:anim>
                                  </p:childTnLst>
                                </p:cTn>
                              </p:par>
                              <p:par>
                                <p:cTn id="66" presetID="2" presetClass="entr" presetSubtype="2" fill="hold" grpId="0" nodeType="withEffect">
                                  <p:stCondLst>
                                    <p:cond delay="0"/>
                                  </p:stCondLst>
                                  <p:childTnLst>
                                    <p:set>
                                      <p:cBhvr>
                                        <p:cTn id="67" dur="1" fill="hold">
                                          <p:stCondLst>
                                            <p:cond delay="0"/>
                                          </p:stCondLst>
                                        </p:cTn>
                                        <p:tgtEl>
                                          <p:spTgt spid="49"/>
                                        </p:tgtEl>
                                        <p:attrNameLst>
                                          <p:attrName>style.visibility</p:attrName>
                                        </p:attrNameLst>
                                      </p:cBhvr>
                                      <p:to>
                                        <p:strVal val="visible"/>
                                      </p:to>
                                    </p:set>
                                    <p:anim calcmode="lin" valueType="num">
                                      <p:cBhvr additive="base">
                                        <p:cTn id="68" dur="500" fill="hold"/>
                                        <p:tgtEl>
                                          <p:spTgt spid="49"/>
                                        </p:tgtEl>
                                        <p:attrNameLst>
                                          <p:attrName>ppt_x</p:attrName>
                                        </p:attrNameLst>
                                      </p:cBhvr>
                                      <p:tavLst>
                                        <p:tav tm="0">
                                          <p:val>
                                            <p:strVal val="1+#ppt_w/2"/>
                                          </p:val>
                                        </p:tav>
                                        <p:tav tm="100000">
                                          <p:val>
                                            <p:strVal val="#ppt_x"/>
                                          </p:val>
                                        </p:tav>
                                      </p:tavLst>
                                    </p:anim>
                                    <p:anim calcmode="lin" valueType="num">
                                      <p:cBhvr additive="base">
                                        <p:cTn id="69" dur="500" fill="hold"/>
                                        <p:tgtEl>
                                          <p:spTgt spid="49"/>
                                        </p:tgtEl>
                                        <p:attrNameLst>
                                          <p:attrName>ppt_y</p:attrName>
                                        </p:attrNameLst>
                                      </p:cBhvr>
                                      <p:tavLst>
                                        <p:tav tm="0">
                                          <p:val>
                                            <p:strVal val="#ppt_y"/>
                                          </p:val>
                                        </p:tav>
                                        <p:tav tm="100000">
                                          <p:val>
                                            <p:strVal val="#ppt_y"/>
                                          </p:val>
                                        </p:tav>
                                      </p:tavLst>
                                    </p:anim>
                                  </p:childTnLst>
                                </p:cTn>
                              </p:par>
                              <p:par>
                                <p:cTn id="70" presetID="2" presetClass="entr" presetSubtype="2" fill="hold" grpId="0" nodeType="withEffect">
                                  <p:stCondLst>
                                    <p:cond delay="0"/>
                                  </p:stCondLst>
                                  <p:childTnLst>
                                    <p:set>
                                      <p:cBhvr>
                                        <p:cTn id="71" dur="1" fill="hold">
                                          <p:stCondLst>
                                            <p:cond delay="0"/>
                                          </p:stCondLst>
                                        </p:cTn>
                                        <p:tgtEl>
                                          <p:spTgt spid="50"/>
                                        </p:tgtEl>
                                        <p:attrNameLst>
                                          <p:attrName>style.visibility</p:attrName>
                                        </p:attrNameLst>
                                      </p:cBhvr>
                                      <p:to>
                                        <p:strVal val="visible"/>
                                      </p:to>
                                    </p:set>
                                    <p:anim calcmode="lin" valueType="num">
                                      <p:cBhvr additive="base">
                                        <p:cTn id="72" dur="500" fill="hold"/>
                                        <p:tgtEl>
                                          <p:spTgt spid="50"/>
                                        </p:tgtEl>
                                        <p:attrNameLst>
                                          <p:attrName>ppt_x</p:attrName>
                                        </p:attrNameLst>
                                      </p:cBhvr>
                                      <p:tavLst>
                                        <p:tav tm="0">
                                          <p:val>
                                            <p:strVal val="1+#ppt_w/2"/>
                                          </p:val>
                                        </p:tav>
                                        <p:tav tm="100000">
                                          <p:val>
                                            <p:strVal val="#ppt_x"/>
                                          </p:val>
                                        </p:tav>
                                      </p:tavLst>
                                    </p:anim>
                                    <p:anim calcmode="lin" valueType="num">
                                      <p:cBhvr additive="base">
                                        <p:cTn id="73" dur="500" fill="hold"/>
                                        <p:tgtEl>
                                          <p:spTgt spid="50"/>
                                        </p:tgtEl>
                                        <p:attrNameLst>
                                          <p:attrName>ppt_y</p:attrName>
                                        </p:attrNameLst>
                                      </p:cBhvr>
                                      <p:tavLst>
                                        <p:tav tm="0">
                                          <p:val>
                                            <p:strVal val="#ppt_y"/>
                                          </p:val>
                                        </p:tav>
                                        <p:tav tm="100000">
                                          <p:val>
                                            <p:strVal val="#ppt_y"/>
                                          </p:val>
                                        </p:tav>
                                      </p:tavLst>
                                    </p:anim>
                                  </p:childTnLst>
                                </p:cTn>
                              </p:par>
                              <p:par>
                                <p:cTn id="74" presetID="2" presetClass="entr" presetSubtype="2" fill="hold" grpId="0" nodeType="withEffect">
                                  <p:stCondLst>
                                    <p:cond delay="0"/>
                                  </p:stCondLst>
                                  <p:childTnLst>
                                    <p:set>
                                      <p:cBhvr>
                                        <p:cTn id="75" dur="1" fill="hold">
                                          <p:stCondLst>
                                            <p:cond delay="0"/>
                                          </p:stCondLst>
                                        </p:cTn>
                                        <p:tgtEl>
                                          <p:spTgt spid="51"/>
                                        </p:tgtEl>
                                        <p:attrNameLst>
                                          <p:attrName>style.visibility</p:attrName>
                                        </p:attrNameLst>
                                      </p:cBhvr>
                                      <p:to>
                                        <p:strVal val="visible"/>
                                      </p:to>
                                    </p:set>
                                    <p:anim calcmode="lin" valueType="num">
                                      <p:cBhvr additive="base">
                                        <p:cTn id="76" dur="500" fill="hold"/>
                                        <p:tgtEl>
                                          <p:spTgt spid="51"/>
                                        </p:tgtEl>
                                        <p:attrNameLst>
                                          <p:attrName>ppt_x</p:attrName>
                                        </p:attrNameLst>
                                      </p:cBhvr>
                                      <p:tavLst>
                                        <p:tav tm="0">
                                          <p:val>
                                            <p:strVal val="1+#ppt_w/2"/>
                                          </p:val>
                                        </p:tav>
                                        <p:tav tm="100000">
                                          <p:val>
                                            <p:strVal val="#ppt_x"/>
                                          </p:val>
                                        </p:tav>
                                      </p:tavLst>
                                    </p:anim>
                                    <p:anim calcmode="lin" valueType="num">
                                      <p:cBhvr additive="base">
                                        <p:cTn id="77" dur="500" fill="hold"/>
                                        <p:tgtEl>
                                          <p:spTgt spid="51"/>
                                        </p:tgtEl>
                                        <p:attrNameLst>
                                          <p:attrName>ppt_y</p:attrName>
                                        </p:attrNameLst>
                                      </p:cBhvr>
                                      <p:tavLst>
                                        <p:tav tm="0">
                                          <p:val>
                                            <p:strVal val="#ppt_y"/>
                                          </p:val>
                                        </p:tav>
                                        <p:tav tm="100000">
                                          <p:val>
                                            <p:strVal val="#ppt_y"/>
                                          </p:val>
                                        </p:tav>
                                      </p:tavLst>
                                    </p:anim>
                                  </p:childTnLst>
                                </p:cTn>
                              </p:par>
                              <p:par>
                                <p:cTn id="78" presetID="2" presetClass="entr" presetSubtype="2" fill="hold" nodeType="withEffect">
                                  <p:stCondLst>
                                    <p:cond delay="0"/>
                                  </p:stCondLst>
                                  <p:childTnLst>
                                    <p:set>
                                      <p:cBhvr>
                                        <p:cTn id="79" dur="1" fill="hold">
                                          <p:stCondLst>
                                            <p:cond delay="0"/>
                                          </p:stCondLst>
                                        </p:cTn>
                                        <p:tgtEl>
                                          <p:spTgt spid="52"/>
                                        </p:tgtEl>
                                        <p:attrNameLst>
                                          <p:attrName>style.visibility</p:attrName>
                                        </p:attrNameLst>
                                      </p:cBhvr>
                                      <p:to>
                                        <p:strVal val="visible"/>
                                      </p:to>
                                    </p:set>
                                    <p:anim calcmode="lin" valueType="num">
                                      <p:cBhvr additive="base">
                                        <p:cTn id="80" dur="500" fill="hold"/>
                                        <p:tgtEl>
                                          <p:spTgt spid="52"/>
                                        </p:tgtEl>
                                        <p:attrNameLst>
                                          <p:attrName>ppt_x</p:attrName>
                                        </p:attrNameLst>
                                      </p:cBhvr>
                                      <p:tavLst>
                                        <p:tav tm="0">
                                          <p:val>
                                            <p:strVal val="1+#ppt_w/2"/>
                                          </p:val>
                                        </p:tav>
                                        <p:tav tm="100000">
                                          <p:val>
                                            <p:strVal val="#ppt_x"/>
                                          </p:val>
                                        </p:tav>
                                      </p:tavLst>
                                    </p:anim>
                                    <p:anim calcmode="lin" valueType="num">
                                      <p:cBhvr additive="base">
                                        <p:cTn id="81" dur="500" fill="hold"/>
                                        <p:tgtEl>
                                          <p:spTgt spid="52"/>
                                        </p:tgtEl>
                                        <p:attrNameLst>
                                          <p:attrName>ppt_y</p:attrName>
                                        </p:attrNameLst>
                                      </p:cBhvr>
                                      <p:tavLst>
                                        <p:tav tm="0">
                                          <p:val>
                                            <p:strVal val="#ppt_y"/>
                                          </p:val>
                                        </p:tav>
                                        <p:tav tm="100000">
                                          <p:val>
                                            <p:strVal val="#ppt_y"/>
                                          </p:val>
                                        </p:tav>
                                      </p:tavLst>
                                    </p:anim>
                                  </p:childTnLst>
                                </p:cTn>
                              </p:par>
                              <p:par>
                                <p:cTn id="82" presetID="2" presetClass="entr" presetSubtype="2" fill="hold" grpId="0" nodeType="withEffect">
                                  <p:stCondLst>
                                    <p:cond delay="0"/>
                                  </p:stCondLst>
                                  <p:childTnLst>
                                    <p:set>
                                      <p:cBhvr>
                                        <p:cTn id="83" dur="1" fill="hold">
                                          <p:stCondLst>
                                            <p:cond delay="0"/>
                                          </p:stCondLst>
                                        </p:cTn>
                                        <p:tgtEl>
                                          <p:spTgt spid="53"/>
                                        </p:tgtEl>
                                        <p:attrNameLst>
                                          <p:attrName>style.visibility</p:attrName>
                                        </p:attrNameLst>
                                      </p:cBhvr>
                                      <p:to>
                                        <p:strVal val="visible"/>
                                      </p:to>
                                    </p:set>
                                    <p:anim calcmode="lin" valueType="num">
                                      <p:cBhvr additive="base">
                                        <p:cTn id="84" dur="500" fill="hold"/>
                                        <p:tgtEl>
                                          <p:spTgt spid="53"/>
                                        </p:tgtEl>
                                        <p:attrNameLst>
                                          <p:attrName>ppt_x</p:attrName>
                                        </p:attrNameLst>
                                      </p:cBhvr>
                                      <p:tavLst>
                                        <p:tav tm="0">
                                          <p:val>
                                            <p:strVal val="1+#ppt_w/2"/>
                                          </p:val>
                                        </p:tav>
                                        <p:tav tm="100000">
                                          <p:val>
                                            <p:strVal val="#ppt_x"/>
                                          </p:val>
                                        </p:tav>
                                      </p:tavLst>
                                    </p:anim>
                                    <p:anim calcmode="lin" valueType="num">
                                      <p:cBhvr additive="base">
                                        <p:cTn id="85" dur="500" fill="hold"/>
                                        <p:tgtEl>
                                          <p:spTgt spid="53"/>
                                        </p:tgtEl>
                                        <p:attrNameLst>
                                          <p:attrName>ppt_y</p:attrName>
                                        </p:attrNameLst>
                                      </p:cBhvr>
                                      <p:tavLst>
                                        <p:tav tm="0">
                                          <p:val>
                                            <p:strVal val="#ppt_y"/>
                                          </p:val>
                                        </p:tav>
                                        <p:tav tm="100000">
                                          <p:val>
                                            <p:strVal val="#ppt_y"/>
                                          </p:val>
                                        </p:tav>
                                      </p:tavLst>
                                    </p:anim>
                                  </p:childTnLst>
                                </p:cTn>
                              </p:par>
                              <p:par>
                                <p:cTn id="86" presetID="2" presetClass="entr" presetSubtype="2" fill="hold" grpId="0" nodeType="withEffect">
                                  <p:stCondLst>
                                    <p:cond delay="0"/>
                                  </p:stCondLst>
                                  <p:childTnLst>
                                    <p:set>
                                      <p:cBhvr>
                                        <p:cTn id="87" dur="1" fill="hold">
                                          <p:stCondLst>
                                            <p:cond delay="0"/>
                                          </p:stCondLst>
                                        </p:cTn>
                                        <p:tgtEl>
                                          <p:spTgt spid="54"/>
                                        </p:tgtEl>
                                        <p:attrNameLst>
                                          <p:attrName>style.visibility</p:attrName>
                                        </p:attrNameLst>
                                      </p:cBhvr>
                                      <p:to>
                                        <p:strVal val="visible"/>
                                      </p:to>
                                    </p:set>
                                    <p:anim calcmode="lin" valueType="num">
                                      <p:cBhvr additive="base">
                                        <p:cTn id="88" dur="500" fill="hold"/>
                                        <p:tgtEl>
                                          <p:spTgt spid="54"/>
                                        </p:tgtEl>
                                        <p:attrNameLst>
                                          <p:attrName>ppt_x</p:attrName>
                                        </p:attrNameLst>
                                      </p:cBhvr>
                                      <p:tavLst>
                                        <p:tav tm="0">
                                          <p:val>
                                            <p:strVal val="1+#ppt_w/2"/>
                                          </p:val>
                                        </p:tav>
                                        <p:tav tm="100000">
                                          <p:val>
                                            <p:strVal val="#ppt_x"/>
                                          </p:val>
                                        </p:tav>
                                      </p:tavLst>
                                    </p:anim>
                                    <p:anim calcmode="lin" valueType="num">
                                      <p:cBhvr additive="base">
                                        <p:cTn id="89" dur="500" fill="hold"/>
                                        <p:tgtEl>
                                          <p:spTgt spid="54"/>
                                        </p:tgtEl>
                                        <p:attrNameLst>
                                          <p:attrName>ppt_y</p:attrName>
                                        </p:attrNameLst>
                                      </p:cBhvr>
                                      <p:tavLst>
                                        <p:tav tm="0">
                                          <p:val>
                                            <p:strVal val="#ppt_y"/>
                                          </p:val>
                                        </p:tav>
                                        <p:tav tm="100000">
                                          <p:val>
                                            <p:strVal val="#ppt_y"/>
                                          </p:val>
                                        </p:tav>
                                      </p:tavLst>
                                    </p:anim>
                                  </p:childTnLst>
                                </p:cTn>
                              </p:par>
                              <p:par>
                                <p:cTn id="90" presetID="2" presetClass="entr" presetSubtype="2" fill="hold" grpId="0" nodeType="withEffect">
                                  <p:stCondLst>
                                    <p:cond delay="0"/>
                                  </p:stCondLst>
                                  <p:childTnLst>
                                    <p:set>
                                      <p:cBhvr>
                                        <p:cTn id="91" dur="1" fill="hold">
                                          <p:stCondLst>
                                            <p:cond delay="0"/>
                                          </p:stCondLst>
                                        </p:cTn>
                                        <p:tgtEl>
                                          <p:spTgt spid="55"/>
                                        </p:tgtEl>
                                        <p:attrNameLst>
                                          <p:attrName>style.visibility</p:attrName>
                                        </p:attrNameLst>
                                      </p:cBhvr>
                                      <p:to>
                                        <p:strVal val="visible"/>
                                      </p:to>
                                    </p:set>
                                    <p:anim calcmode="lin" valueType="num">
                                      <p:cBhvr additive="base">
                                        <p:cTn id="92" dur="500" fill="hold"/>
                                        <p:tgtEl>
                                          <p:spTgt spid="55"/>
                                        </p:tgtEl>
                                        <p:attrNameLst>
                                          <p:attrName>ppt_x</p:attrName>
                                        </p:attrNameLst>
                                      </p:cBhvr>
                                      <p:tavLst>
                                        <p:tav tm="0">
                                          <p:val>
                                            <p:strVal val="1+#ppt_w/2"/>
                                          </p:val>
                                        </p:tav>
                                        <p:tav tm="100000">
                                          <p:val>
                                            <p:strVal val="#ppt_x"/>
                                          </p:val>
                                        </p:tav>
                                      </p:tavLst>
                                    </p:anim>
                                    <p:anim calcmode="lin" valueType="num">
                                      <p:cBhvr additive="base">
                                        <p:cTn id="93" dur="500" fill="hold"/>
                                        <p:tgtEl>
                                          <p:spTgt spid="55"/>
                                        </p:tgtEl>
                                        <p:attrNameLst>
                                          <p:attrName>ppt_y</p:attrName>
                                        </p:attrNameLst>
                                      </p:cBhvr>
                                      <p:tavLst>
                                        <p:tav tm="0">
                                          <p:val>
                                            <p:strVal val="#ppt_y"/>
                                          </p:val>
                                        </p:tav>
                                        <p:tav tm="100000">
                                          <p:val>
                                            <p:strVal val="#ppt_y"/>
                                          </p:val>
                                        </p:tav>
                                      </p:tavLst>
                                    </p:anim>
                                  </p:childTnLst>
                                </p:cTn>
                              </p:par>
                              <p:par>
                                <p:cTn id="94" presetID="2" presetClass="entr" presetSubtype="2" fill="hold" grpId="0" nodeType="withEffect">
                                  <p:stCondLst>
                                    <p:cond delay="0"/>
                                  </p:stCondLst>
                                  <p:childTnLst>
                                    <p:set>
                                      <p:cBhvr>
                                        <p:cTn id="95" dur="1" fill="hold">
                                          <p:stCondLst>
                                            <p:cond delay="0"/>
                                          </p:stCondLst>
                                        </p:cTn>
                                        <p:tgtEl>
                                          <p:spTgt spid="56"/>
                                        </p:tgtEl>
                                        <p:attrNameLst>
                                          <p:attrName>style.visibility</p:attrName>
                                        </p:attrNameLst>
                                      </p:cBhvr>
                                      <p:to>
                                        <p:strVal val="visible"/>
                                      </p:to>
                                    </p:set>
                                    <p:anim calcmode="lin" valueType="num">
                                      <p:cBhvr additive="base">
                                        <p:cTn id="96" dur="500" fill="hold"/>
                                        <p:tgtEl>
                                          <p:spTgt spid="56"/>
                                        </p:tgtEl>
                                        <p:attrNameLst>
                                          <p:attrName>ppt_x</p:attrName>
                                        </p:attrNameLst>
                                      </p:cBhvr>
                                      <p:tavLst>
                                        <p:tav tm="0">
                                          <p:val>
                                            <p:strVal val="1+#ppt_w/2"/>
                                          </p:val>
                                        </p:tav>
                                        <p:tav tm="100000">
                                          <p:val>
                                            <p:strVal val="#ppt_x"/>
                                          </p:val>
                                        </p:tav>
                                      </p:tavLst>
                                    </p:anim>
                                    <p:anim calcmode="lin" valueType="num">
                                      <p:cBhvr additive="base">
                                        <p:cTn id="97" dur="500" fill="hold"/>
                                        <p:tgtEl>
                                          <p:spTgt spid="56"/>
                                        </p:tgtEl>
                                        <p:attrNameLst>
                                          <p:attrName>ppt_y</p:attrName>
                                        </p:attrNameLst>
                                      </p:cBhvr>
                                      <p:tavLst>
                                        <p:tav tm="0">
                                          <p:val>
                                            <p:strVal val="#ppt_y"/>
                                          </p:val>
                                        </p:tav>
                                        <p:tav tm="100000">
                                          <p:val>
                                            <p:strVal val="#ppt_y"/>
                                          </p:val>
                                        </p:tav>
                                      </p:tavLst>
                                    </p:anim>
                                  </p:childTnLst>
                                </p:cTn>
                              </p:par>
                              <p:par>
                                <p:cTn id="98" presetID="2" presetClass="entr" presetSubtype="2" fill="hold" nodeType="withEffect">
                                  <p:stCondLst>
                                    <p:cond delay="0"/>
                                  </p:stCondLst>
                                  <p:childTnLst>
                                    <p:set>
                                      <p:cBhvr>
                                        <p:cTn id="99" dur="1" fill="hold">
                                          <p:stCondLst>
                                            <p:cond delay="0"/>
                                          </p:stCondLst>
                                        </p:cTn>
                                        <p:tgtEl>
                                          <p:spTgt spid="57"/>
                                        </p:tgtEl>
                                        <p:attrNameLst>
                                          <p:attrName>style.visibility</p:attrName>
                                        </p:attrNameLst>
                                      </p:cBhvr>
                                      <p:to>
                                        <p:strVal val="visible"/>
                                      </p:to>
                                    </p:set>
                                    <p:anim calcmode="lin" valueType="num">
                                      <p:cBhvr additive="base">
                                        <p:cTn id="100" dur="500" fill="hold"/>
                                        <p:tgtEl>
                                          <p:spTgt spid="57"/>
                                        </p:tgtEl>
                                        <p:attrNameLst>
                                          <p:attrName>ppt_x</p:attrName>
                                        </p:attrNameLst>
                                      </p:cBhvr>
                                      <p:tavLst>
                                        <p:tav tm="0">
                                          <p:val>
                                            <p:strVal val="1+#ppt_w/2"/>
                                          </p:val>
                                        </p:tav>
                                        <p:tav tm="100000">
                                          <p:val>
                                            <p:strVal val="#ppt_x"/>
                                          </p:val>
                                        </p:tav>
                                      </p:tavLst>
                                    </p:anim>
                                    <p:anim calcmode="lin" valueType="num">
                                      <p:cBhvr additive="base">
                                        <p:cTn id="101" dur="500" fill="hold"/>
                                        <p:tgtEl>
                                          <p:spTgt spid="57"/>
                                        </p:tgtEl>
                                        <p:attrNameLst>
                                          <p:attrName>ppt_y</p:attrName>
                                        </p:attrNameLst>
                                      </p:cBhvr>
                                      <p:tavLst>
                                        <p:tav tm="0">
                                          <p:val>
                                            <p:strVal val="#ppt_y"/>
                                          </p:val>
                                        </p:tav>
                                        <p:tav tm="100000">
                                          <p:val>
                                            <p:strVal val="#ppt_y"/>
                                          </p:val>
                                        </p:tav>
                                      </p:tavLst>
                                    </p:anim>
                                  </p:childTnLst>
                                </p:cTn>
                              </p:par>
                              <p:par>
                                <p:cTn id="102" presetID="2" presetClass="entr" presetSubtype="2" fill="hold" grpId="0" nodeType="withEffect">
                                  <p:stCondLst>
                                    <p:cond delay="0"/>
                                  </p:stCondLst>
                                  <p:childTnLst>
                                    <p:set>
                                      <p:cBhvr>
                                        <p:cTn id="103" dur="1" fill="hold">
                                          <p:stCondLst>
                                            <p:cond delay="0"/>
                                          </p:stCondLst>
                                        </p:cTn>
                                        <p:tgtEl>
                                          <p:spTgt spid="58"/>
                                        </p:tgtEl>
                                        <p:attrNameLst>
                                          <p:attrName>style.visibility</p:attrName>
                                        </p:attrNameLst>
                                      </p:cBhvr>
                                      <p:to>
                                        <p:strVal val="visible"/>
                                      </p:to>
                                    </p:set>
                                    <p:anim calcmode="lin" valueType="num">
                                      <p:cBhvr additive="base">
                                        <p:cTn id="104" dur="500" fill="hold"/>
                                        <p:tgtEl>
                                          <p:spTgt spid="58"/>
                                        </p:tgtEl>
                                        <p:attrNameLst>
                                          <p:attrName>ppt_x</p:attrName>
                                        </p:attrNameLst>
                                      </p:cBhvr>
                                      <p:tavLst>
                                        <p:tav tm="0">
                                          <p:val>
                                            <p:strVal val="1+#ppt_w/2"/>
                                          </p:val>
                                        </p:tav>
                                        <p:tav tm="100000">
                                          <p:val>
                                            <p:strVal val="#ppt_x"/>
                                          </p:val>
                                        </p:tav>
                                      </p:tavLst>
                                    </p:anim>
                                    <p:anim calcmode="lin" valueType="num">
                                      <p:cBhvr additive="base">
                                        <p:cTn id="105" dur="500" fill="hold"/>
                                        <p:tgtEl>
                                          <p:spTgt spid="58"/>
                                        </p:tgtEl>
                                        <p:attrNameLst>
                                          <p:attrName>ppt_y</p:attrName>
                                        </p:attrNameLst>
                                      </p:cBhvr>
                                      <p:tavLst>
                                        <p:tav tm="0">
                                          <p:val>
                                            <p:strVal val="#ppt_y"/>
                                          </p:val>
                                        </p:tav>
                                        <p:tav tm="100000">
                                          <p:val>
                                            <p:strVal val="#ppt_y"/>
                                          </p:val>
                                        </p:tav>
                                      </p:tavLst>
                                    </p:anim>
                                  </p:childTnLst>
                                </p:cTn>
                              </p:par>
                              <p:par>
                                <p:cTn id="106" presetID="2" presetClass="entr" presetSubtype="2" fill="hold" grpId="0" nodeType="withEffect">
                                  <p:stCondLst>
                                    <p:cond delay="0"/>
                                  </p:stCondLst>
                                  <p:childTnLst>
                                    <p:set>
                                      <p:cBhvr>
                                        <p:cTn id="107" dur="1" fill="hold">
                                          <p:stCondLst>
                                            <p:cond delay="0"/>
                                          </p:stCondLst>
                                        </p:cTn>
                                        <p:tgtEl>
                                          <p:spTgt spid="59"/>
                                        </p:tgtEl>
                                        <p:attrNameLst>
                                          <p:attrName>style.visibility</p:attrName>
                                        </p:attrNameLst>
                                      </p:cBhvr>
                                      <p:to>
                                        <p:strVal val="visible"/>
                                      </p:to>
                                    </p:set>
                                    <p:anim calcmode="lin" valueType="num">
                                      <p:cBhvr additive="base">
                                        <p:cTn id="108" dur="500" fill="hold"/>
                                        <p:tgtEl>
                                          <p:spTgt spid="59"/>
                                        </p:tgtEl>
                                        <p:attrNameLst>
                                          <p:attrName>ppt_x</p:attrName>
                                        </p:attrNameLst>
                                      </p:cBhvr>
                                      <p:tavLst>
                                        <p:tav tm="0">
                                          <p:val>
                                            <p:strVal val="1+#ppt_w/2"/>
                                          </p:val>
                                        </p:tav>
                                        <p:tav tm="100000">
                                          <p:val>
                                            <p:strVal val="#ppt_x"/>
                                          </p:val>
                                        </p:tav>
                                      </p:tavLst>
                                    </p:anim>
                                    <p:anim calcmode="lin" valueType="num">
                                      <p:cBhvr additive="base">
                                        <p:cTn id="109" dur="500" fill="hold"/>
                                        <p:tgtEl>
                                          <p:spTgt spid="59"/>
                                        </p:tgtEl>
                                        <p:attrNameLst>
                                          <p:attrName>ppt_y</p:attrName>
                                        </p:attrNameLst>
                                      </p:cBhvr>
                                      <p:tavLst>
                                        <p:tav tm="0">
                                          <p:val>
                                            <p:strVal val="#ppt_y"/>
                                          </p:val>
                                        </p:tav>
                                        <p:tav tm="100000">
                                          <p:val>
                                            <p:strVal val="#ppt_y"/>
                                          </p:val>
                                        </p:tav>
                                      </p:tavLst>
                                    </p:anim>
                                  </p:childTnLst>
                                </p:cTn>
                              </p:par>
                              <p:par>
                                <p:cTn id="110" presetID="2" presetClass="entr" presetSubtype="2" fill="hold" grpId="0" nodeType="withEffect">
                                  <p:stCondLst>
                                    <p:cond delay="0"/>
                                  </p:stCondLst>
                                  <p:childTnLst>
                                    <p:set>
                                      <p:cBhvr>
                                        <p:cTn id="111" dur="1" fill="hold">
                                          <p:stCondLst>
                                            <p:cond delay="0"/>
                                          </p:stCondLst>
                                        </p:cTn>
                                        <p:tgtEl>
                                          <p:spTgt spid="60"/>
                                        </p:tgtEl>
                                        <p:attrNameLst>
                                          <p:attrName>style.visibility</p:attrName>
                                        </p:attrNameLst>
                                      </p:cBhvr>
                                      <p:to>
                                        <p:strVal val="visible"/>
                                      </p:to>
                                    </p:set>
                                    <p:anim calcmode="lin" valueType="num">
                                      <p:cBhvr additive="base">
                                        <p:cTn id="112" dur="500" fill="hold"/>
                                        <p:tgtEl>
                                          <p:spTgt spid="60"/>
                                        </p:tgtEl>
                                        <p:attrNameLst>
                                          <p:attrName>ppt_x</p:attrName>
                                        </p:attrNameLst>
                                      </p:cBhvr>
                                      <p:tavLst>
                                        <p:tav tm="0">
                                          <p:val>
                                            <p:strVal val="1+#ppt_w/2"/>
                                          </p:val>
                                        </p:tav>
                                        <p:tav tm="100000">
                                          <p:val>
                                            <p:strVal val="#ppt_x"/>
                                          </p:val>
                                        </p:tav>
                                      </p:tavLst>
                                    </p:anim>
                                    <p:anim calcmode="lin" valueType="num">
                                      <p:cBhvr additive="base">
                                        <p:cTn id="113" dur="500" fill="hold"/>
                                        <p:tgtEl>
                                          <p:spTgt spid="60"/>
                                        </p:tgtEl>
                                        <p:attrNameLst>
                                          <p:attrName>ppt_y</p:attrName>
                                        </p:attrNameLst>
                                      </p:cBhvr>
                                      <p:tavLst>
                                        <p:tav tm="0">
                                          <p:val>
                                            <p:strVal val="#ppt_y"/>
                                          </p:val>
                                        </p:tav>
                                        <p:tav tm="100000">
                                          <p:val>
                                            <p:strVal val="#ppt_y"/>
                                          </p:val>
                                        </p:tav>
                                      </p:tavLst>
                                    </p:anim>
                                  </p:childTnLst>
                                </p:cTn>
                              </p:par>
                              <p:par>
                                <p:cTn id="114" presetID="2" presetClass="entr" presetSubtype="2" fill="hold" grpId="0" nodeType="withEffect">
                                  <p:stCondLst>
                                    <p:cond delay="0"/>
                                  </p:stCondLst>
                                  <p:childTnLst>
                                    <p:set>
                                      <p:cBhvr>
                                        <p:cTn id="115" dur="1" fill="hold">
                                          <p:stCondLst>
                                            <p:cond delay="0"/>
                                          </p:stCondLst>
                                        </p:cTn>
                                        <p:tgtEl>
                                          <p:spTgt spid="61"/>
                                        </p:tgtEl>
                                        <p:attrNameLst>
                                          <p:attrName>style.visibility</p:attrName>
                                        </p:attrNameLst>
                                      </p:cBhvr>
                                      <p:to>
                                        <p:strVal val="visible"/>
                                      </p:to>
                                    </p:set>
                                    <p:anim calcmode="lin" valueType="num">
                                      <p:cBhvr additive="base">
                                        <p:cTn id="116" dur="500" fill="hold"/>
                                        <p:tgtEl>
                                          <p:spTgt spid="61"/>
                                        </p:tgtEl>
                                        <p:attrNameLst>
                                          <p:attrName>ppt_x</p:attrName>
                                        </p:attrNameLst>
                                      </p:cBhvr>
                                      <p:tavLst>
                                        <p:tav tm="0">
                                          <p:val>
                                            <p:strVal val="1+#ppt_w/2"/>
                                          </p:val>
                                        </p:tav>
                                        <p:tav tm="100000">
                                          <p:val>
                                            <p:strVal val="#ppt_x"/>
                                          </p:val>
                                        </p:tav>
                                      </p:tavLst>
                                    </p:anim>
                                    <p:anim calcmode="lin" valueType="num">
                                      <p:cBhvr additive="base">
                                        <p:cTn id="117" dur="500" fill="hold"/>
                                        <p:tgtEl>
                                          <p:spTgt spid="61"/>
                                        </p:tgtEl>
                                        <p:attrNameLst>
                                          <p:attrName>ppt_y</p:attrName>
                                        </p:attrNameLst>
                                      </p:cBhvr>
                                      <p:tavLst>
                                        <p:tav tm="0">
                                          <p:val>
                                            <p:strVal val="#ppt_y"/>
                                          </p:val>
                                        </p:tav>
                                        <p:tav tm="100000">
                                          <p:val>
                                            <p:strVal val="#ppt_y"/>
                                          </p:val>
                                        </p:tav>
                                      </p:tavLst>
                                    </p:anim>
                                  </p:childTnLst>
                                </p:cTn>
                              </p:par>
                              <p:par>
                                <p:cTn id="118" presetID="2" presetClass="entr" presetSubtype="2" fill="hold" nodeType="withEffect">
                                  <p:stCondLst>
                                    <p:cond delay="0"/>
                                  </p:stCondLst>
                                  <p:childTnLst>
                                    <p:set>
                                      <p:cBhvr>
                                        <p:cTn id="119" dur="1" fill="hold">
                                          <p:stCondLst>
                                            <p:cond delay="0"/>
                                          </p:stCondLst>
                                        </p:cTn>
                                        <p:tgtEl>
                                          <p:spTgt spid="62"/>
                                        </p:tgtEl>
                                        <p:attrNameLst>
                                          <p:attrName>style.visibility</p:attrName>
                                        </p:attrNameLst>
                                      </p:cBhvr>
                                      <p:to>
                                        <p:strVal val="visible"/>
                                      </p:to>
                                    </p:set>
                                    <p:anim calcmode="lin" valueType="num">
                                      <p:cBhvr additive="base">
                                        <p:cTn id="120" dur="500" fill="hold"/>
                                        <p:tgtEl>
                                          <p:spTgt spid="62"/>
                                        </p:tgtEl>
                                        <p:attrNameLst>
                                          <p:attrName>ppt_x</p:attrName>
                                        </p:attrNameLst>
                                      </p:cBhvr>
                                      <p:tavLst>
                                        <p:tav tm="0">
                                          <p:val>
                                            <p:strVal val="1+#ppt_w/2"/>
                                          </p:val>
                                        </p:tav>
                                        <p:tav tm="100000">
                                          <p:val>
                                            <p:strVal val="#ppt_x"/>
                                          </p:val>
                                        </p:tav>
                                      </p:tavLst>
                                    </p:anim>
                                    <p:anim calcmode="lin" valueType="num">
                                      <p:cBhvr additive="base">
                                        <p:cTn id="121" dur="500" fill="hold"/>
                                        <p:tgtEl>
                                          <p:spTgt spid="62"/>
                                        </p:tgtEl>
                                        <p:attrNameLst>
                                          <p:attrName>ppt_y</p:attrName>
                                        </p:attrNameLst>
                                      </p:cBhvr>
                                      <p:tavLst>
                                        <p:tav tm="0">
                                          <p:val>
                                            <p:strVal val="#ppt_y"/>
                                          </p:val>
                                        </p:tav>
                                        <p:tav tm="100000">
                                          <p:val>
                                            <p:strVal val="#ppt_y"/>
                                          </p:val>
                                        </p:tav>
                                      </p:tavLst>
                                    </p:anim>
                                  </p:childTnLst>
                                </p:cTn>
                              </p:par>
                              <p:par>
                                <p:cTn id="122" presetID="2" presetClass="entr" presetSubtype="2" fill="hold" grpId="0" nodeType="withEffect">
                                  <p:stCondLst>
                                    <p:cond delay="0"/>
                                  </p:stCondLst>
                                  <p:childTnLst>
                                    <p:set>
                                      <p:cBhvr>
                                        <p:cTn id="123" dur="1" fill="hold">
                                          <p:stCondLst>
                                            <p:cond delay="0"/>
                                          </p:stCondLst>
                                        </p:cTn>
                                        <p:tgtEl>
                                          <p:spTgt spid="63"/>
                                        </p:tgtEl>
                                        <p:attrNameLst>
                                          <p:attrName>style.visibility</p:attrName>
                                        </p:attrNameLst>
                                      </p:cBhvr>
                                      <p:to>
                                        <p:strVal val="visible"/>
                                      </p:to>
                                    </p:set>
                                    <p:anim calcmode="lin" valueType="num">
                                      <p:cBhvr additive="base">
                                        <p:cTn id="124" dur="500" fill="hold"/>
                                        <p:tgtEl>
                                          <p:spTgt spid="63"/>
                                        </p:tgtEl>
                                        <p:attrNameLst>
                                          <p:attrName>ppt_x</p:attrName>
                                        </p:attrNameLst>
                                      </p:cBhvr>
                                      <p:tavLst>
                                        <p:tav tm="0">
                                          <p:val>
                                            <p:strVal val="1+#ppt_w/2"/>
                                          </p:val>
                                        </p:tav>
                                        <p:tav tm="100000">
                                          <p:val>
                                            <p:strVal val="#ppt_x"/>
                                          </p:val>
                                        </p:tav>
                                      </p:tavLst>
                                    </p:anim>
                                    <p:anim calcmode="lin" valueType="num">
                                      <p:cBhvr additive="base">
                                        <p:cTn id="125" dur="500" fill="hold"/>
                                        <p:tgtEl>
                                          <p:spTgt spid="63"/>
                                        </p:tgtEl>
                                        <p:attrNameLst>
                                          <p:attrName>ppt_y</p:attrName>
                                        </p:attrNameLst>
                                      </p:cBhvr>
                                      <p:tavLst>
                                        <p:tav tm="0">
                                          <p:val>
                                            <p:strVal val="#ppt_y"/>
                                          </p:val>
                                        </p:tav>
                                        <p:tav tm="100000">
                                          <p:val>
                                            <p:strVal val="#ppt_y"/>
                                          </p:val>
                                        </p:tav>
                                      </p:tavLst>
                                    </p:anim>
                                  </p:childTnLst>
                                </p:cTn>
                              </p:par>
                              <p:par>
                                <p:cTn id="126" presetID="2" presetClass="entr" presetSubtype="2" fill="hold" grpId="0" nodeType="withEffect">
                                  <p:stCondLst>
                                    <p:cond delay="0"/>
                                  </p:stCondLst>
                                  <p:childTnLst>
                                    <p:set>
                                      <p:cBhvr>
                                        <p:cTn id="127" dur="1" fill="hold">
                                          <p:stCondLst>
                                            <p:cond delay="0"/>
                                          </p:stCondLst>
                                        </p:cTn>
                                        <p:tgtEl>
                                          <p:spTgt spid="64"/>
                                        </p:tgtEl>
                                        <p:attrNameLst>
                                          <p:attrName>style.visibility</p:attrName>
                                        </p:attrNameLst>
                                      </p:cBhvr>
                                      <p:to>
                                        <p:strVal val="visible"/>
                                      </p:to>
                                    </p:set>
                                    <p:anim calcmode="lin" valueType="num">
                                      <p:cBhvr additive="base">
                                        <p:cTn id="128" dur="500" fill="hold"/>
                                        <p:tgtEl>
                                          <p:spTgt spid="64"/>
                                        </p:tgtEl>
                                        <p:attrNameLst>
                                          <p:attrName>ppt_x</p:attrName>
                                        </p:attrNameLst>
                                      </p:cBhvr>
                                      <p:tavLst>
                                        <p:tav tm="0">
                                          <p:val>
                                            <p:strVal val="1+#ppt_w/2"/>
                                          </p:val>
                                        </p:tav>
                                        <p:tav tm="100000">
                                          <p:val>
                                            <p:strVal val="#ppt_x"/>
                                          </p:val>
                                        </p:tav>
                                      </p:tavLst>
                                    </p:anim>
                                    <p:anim calcmode="lin" valueType="num">
                                      <p:cBhvr additive="base">
                                        <p:cTn id="129" dur="500" fill="hold"/>
                                        <p:tgtEl>
                                          <p:spTgt spid="64"/>
                                        </p:tgtEl>
                                        <p:attrNameLst>
                                          <p:attrName>ppt_y</p:attrName>
                                        </p:attrNameLst>
                                      </p:cBhvr>
                                      <p:tavLst>
                                        <p:tav tm="0">
                                          <p:val>
                                            <p:strVal val="#ppt_y"/>
                                          </p:val>
                                        </p:tav>
                                        <p:tav tm="100000">
                                          <p:val>
                                            <p:strVal val="#ppt_y"/>
                                          </p:val>
                                        </p:tav>
                                      </p:tavLst>
                                    </p:anim>
                                  </p:childTnLst>
                                </p:cTn>
                              </p:par>
                              <p:par>
                                <p:cTn id="130" presetID="2" presetClass="entr" presetSubtype="2" fill="hold" grpId="0" nodeType="withEffect">
                                  <p:stCondLst>
                                    <p:cond delay="0"/>
                                  </p:stCondLst>
                                  <p:childTnLst>
                                    <p:set>
                                      <p:cBhvr>
                                        <p:cTn id="131" dur="1" fill="hold">
                                          <p:stCondLst>
                                            <p:cond delay="0"/>
                                          </p:stCondLst>
                                        </p:cTn>
                                        <p:tgtEl>
                                          <p:spTgt spid="65"/>
                                        </p:tgtEl>
                                        <p:attrNameLst>
                                          <p:attrName>style.visibility</p:attrName>
                                        </p:attrNameLst>
                                      </p:cBhvr>
                                      <p:to>
                                        <p:strVal val="visible"/>
                                      </p:to>
                                    </p:set>
                                    <p:anim calcmode="lin" valueType="num">
                                      <p:cBhvr additive="base">
                                        <p:cTn id="132" dur="500" fill="hold"/>
                                        <p:tgtEl>
                                          <p:spTgt spid="65"/>
                                        </p:tgtEl>
                                        <p:attrNameLst>
                                          <p:attrName>ppt_x</p:attrName>
                                        </p:attrNameLst>
                                      </p:cBhvr>
                                      <p:tavLst>
                                        <p:tav tm="0">
                                          <p:val>
                                            <p:strVal val="1+#ppt_w/2"/>
                                          </p:val>
                                        </p:tav>
                                        <p:tav tm="100000">
                                          <p:val>
                                            <p:strVal val="#ppt_x"/>
                                          </p:val>
                                        </p:tav>
                                      </p:tavLst>
                                    </p:anim>
                                    <p:anim calcmode="lin" valueType="num">
                                      <p:cBhvr additive="base">
                                        <p:cTn id="133" dur="500" fill="hold"/>
                                        <p:tgtEl>
                                          <p:spTgt spid="65"/>
                                        </p:tgtEl>
                                        <p:attrNameLst>
                                          <p:attrName>ppt_y</p:attrName>
                                        </p:attrNameLst>
                                      </p:cBhvr>
                                      <p:tavLst>
                                        <p:tav tm="0">
                                          <p:val>
                                            <p:strVal val="#ppt_y"/>
                                          </p:val>
                                        </p:tav>
                                        <p:tav tm="100000">
                                          <p:val>
                                            <p:strVal val="#ppt_y"/>
                                          </p:val>
                                        </p:tav>
                                      </p:tavLst>
                                    </p:anim>
                                  </p:childTnLst>
                                </p:cTn>
                              </p:par>
                              <p:par>
                                <p:cTn id="134" presetID="2" presetClass="entr" presetSubtype="2" fill="hold" grpId="0" nodeType="withEffect">
                                  <p:stCondLst>
                                    <p:cond delay="0"/>
                                  </p:stCondLst>
                                  <p:childTnLst>
                                    <p:set>
                                      <p:cBhvr>
                                        <p:cTn id="135" dur="1" fill="hold">
                                          <p:stCondLst>
                                            <p:cond delay="0"/>
                                          </p:stCondLst>
                                        </p:cTn>
                                        <p:tgtEl>
                                          <p:spTgt spid="66"/>
                                        </p:tgtEl>
                                        <p:attrNameLst>
                                          <p:attrName>style.visibility</p:attrName>
                                        </p:attrNameLst>
                                      </p:cBhvr>
                                      <p:to>
                                        <p:strVal val="visible"/>
                                      </p:to>
                                    </p:set>
                                    <p:anim calcmode="lin" valueType="num">
                                      <p:cBhvr additive="base">
                                        <p:cTn id="136" dur="500" fill="hold"/>
                                        <p:tgtEl>
                                          <p:spTgt spid="66"/>
                                        </p:tgtEl>
                                        <p:attrNameLst>
                                          <p:attrName>ppt_x</p:attrName>
                                        </p:attrNameLst>
                                      </p:cBhvr>
                                      <p:tavLst>
                                        <p:tav tm="0">
                                          <p:val>
                                            <p:strVal val="1+#ppt_w/2"/>
                                          </p:val>
                                        </p:tav>
                                        <p:tav tm="100000">
                                          <p:val>
                                            <p:strVal val="#ppt_x"/>
                                          </p:val>
                                        </p:tav>
                                      </p:tavLst>
                                    </p:anim>
                                    <p:anim calcmode="lin" valueType="num">
                                      <p:cBhvr additive="base">
                                        <p:cTn id="137" dur="500" fill="hold"/>
                                        <p:tgtEl>
                                          <p:spTgt spid="66"/>
                                        </p:tgtEl>
                                        <p:attrNameLst>
                                          <p:attrName>ppt_y</p:attrName>
                                        </p:attrNameLst>
                                      </p:cBhvr>
                                      <p:tavLst>
                                        <p:tav tm="0">
                                          <p:val>
                                            <p:strVal val="#ppt_y"/>
                                          </p:val>
                                        </p:tav>
                                        <p:tav tm="100000">
                                          <p:val>
                                            <p:strVal val="#ppt_y"/>
                                          </p:val>
                                        </p:tav>
                                      </p:tavLst>
                                    </p:anim>
                                  </p:childTnLst>
                                </p:cTn>
                              </p:par>
                              <p:par>
                                <p:cTn id="138" presetID="2" presetClass="entr" presetSubtype="2" fill="hold" nodeType="withEffect">
                                  <p:stCondLst>
                                    <p:cond delay="0"/>
                                  </p:stCondLst>
                                  <p:childTnLst>
                                    <p:set>
                                      <p:cBhvr>
                                        <p:cTn id="139" dur="1" fill="hold">
                                          <p:stCondLst>
                                            <p:cond delay="0"/>
                                          </p:stCondLst>
                                        </p:cTn>
                                        <p:tgtEl>
                                          <p:spTgt spid="67"/>
                                        </p:tgtEl>
                                        <p:attrNameLst>
                                          <p:attrName>style.visibility</p:attrName>
                                        </p:attrNameLst>
                                      </p:cBhvr>
                                      <p:to>
                                        <p:strVal val="visible"/>
                                      </p:to>
                                    </p:set>
                                    <p:anim calcmode="lin" valueType="num">
                                      <p:cBhvr additive="base">
                                        <p:cTn id="140" dur="500" fill="hold"/>
                                        <p:tgtEl>
                                          <p:spTgt spid="67"/>
                                        </p:tgtEl>
                                        <p:attrNameLst>
                                          <p:attrName>ppt_x</p:attrName>
                                        </p:attrNameLst>
                                      </p:cBhvr>
                                      <p:tavLst>
                                        <p:tav tm="0">
                                          <p:val>
                                            <p:strVal val="1+#ppt_w/2"/>
                                          </p:val>
                                        </p:tav>
                                        <p:tav tm="100000">
                                          <p:val>
                                            <p:strVal val="#ppt_x"/>
                                          </p:val>
                                        </p:tav>
                                      </p:tavLst>
                                    </p:anim>
                                    <p:anim calcmode="lin" valueType="num">
                                      <p:cBhvr additive="base">
                                        <p:cTn id="141" dur="500" fill="hold"/>
                                        <p:tgtEl>
                                          <p:spTgt spid="67"/>
                                        </p:tgtEl>
                                        <p:attrNameLst>
                                          <p:attrName>ppt_y</p:attrName>
                                        </p:attrNameLst>
                                      </p:cBhvr>
                                      <p:tavLst>
                                        <p:tav tm="0">
                                          <p:val>
                                            <p:strVal val="#ppt_y"/>
                                          </p:val>
                                        </p:tav>
                                        <p:tav tm="100000">
                                          <p:val>
                                            <p:strVal val="#ppt_y"/>
                                          </p:val>
                                        </p:tav>
                                      </p:tavLst>
                                    </p:anim>
                                  </p:childTnLst>
                                </p:cTn>
                              </p:par>
                              <p:par>
                                <p:cTn id="142" presetID="2" presetClass="entr" presetSubtype="2" fill="hold" grpId="0" nodeType="withEffect">
                                  <p:stCondLst>
                                    <p:cond delay="0"/>
                                  </p:stCondLst>
                                  <p:childTnLst>
                                    <p:set>
                                      <p:cBhvr>
                                        <p:cTn id="143" dur="1" fill="hold">
                                          <p:stCondLst>
                                            <p:cond delay="0"/>
                                          </p:stCondLst>
                                        </p:cTn>
                                        <p:tgtEl>
                                          <p:spTgt spid="68"/>
                                        </p:tgtEl>
                                        <p:attrNameLst>
                                          <p:attrName>style.visibility</p:attrName>
                                        </p:attrNameLst>
                                      </p:cBhvr>
                                      <p:to>
                                        <p:strVal val="visible"/>
                                      </p:to>
                                    </p:set>
                                    <p:anim calcmode="lin" valueType="num">
                                      <p:cBhvr additive="base">
                                        <p:cTn id="144" dur="500" fill="hold"/>
                                        <p:tgtEl>
                                          <p:spTgt spid="68"/>
                                        </p:tgtEl>
                                        <p:attrNameLst>
                                          <p:attrName>ppt_x</p:attrName>
                                        </p:attrNameLst>
                                      </p:cBhvr>
                                      <p:tavLst>
                                        <p:tav tm="0">
                                          <p:val>
                                            <p:strVal val="1+#ppt_w/2"/>
                                          </p:val>
                                        </p:tav>
                                        <p:tav tm="100000">
                                          <p:val>
                                            <p:strVal val="#ppt_x"/>
                                          </p:val>
                                        </p:tav>
                                      </p:tavLst>
                                    </p:anim>
                                    <p:anim calcmode="lin" valueType="num">
                                      <p:cBhvr additive="base">
                                        <p:cTn id="145" dur="500" fill="hold"/>
                                        <p:tgtEl>
                                          <p:spTgt spid="68"/>
                                        </p:tgtEl>
                                        <p:attrNameLst>
                                          <p:attrName>ppt_y</p:attrName>
                                        </p:attrNameLst>
                                      </p:cBhvr>
                                      <p:tavLst>
                                        <p:tav tm="0">
                                          <p:val>
                                            <p:strVal val="#ppt_y"/>
                                          </p:val>
                                        </p:tav>
                                        <p:tav tm="100000">
                                          <p:val>
                                            <p:strVal val="#ppt_y"/>
                                          </p:val>
                                        </p:tav>
                                      </p:tavLst>
                                    </p:anim>
                                  </p:childTnLst>
                                </p:cTn>
                              </p:par>
                              <p:par>
                                <p:cTn id="146" presetID="2" presetClass="entr" presetSubtype="2" fill="hold" grpId="0" nodeType="withEffect">
                                  <p:stCondLst>
                                    <p:cond delay="0"/>
                                  </p:stCondLst>
                                  <p:childTnLst>
                                    <p:set>
                                      <p:cBhvr>
                                        <p:cTn id="147" dur="1" fill="hold">
                                          <p:stCondLst>
                                            <p:cond delay="0"/>
                                          </p:stCondLst>
                                        </p:cTn>
                                        <p:tgtEl>
                                          <p:spTgt spid="69"/>
                                        </p:tgtEl>
                                        <p:attrNameLst>
                                          <p:attrName>style.visibility</p:attrName>
                                        </p:attrNameLst>
                                      </p:cBhvr>
                                      <p:to>
                                        <p:strVal val="visible"/>
                                      </p:to>
                                    </p:set>
                                    <p:anim calcmode="lin" valueType="num">
                                      <p:cBhvr additive="base">
                                        <p:cTn id="148" dur="500" fill="hold"/>
                                        <p:tgtEl>
                                          <p:spTgt spid="69"/>
                                        </p:tgtEl>
                                        <p:attrNameLst>
                                          <p:attrName>ppt_x</p:attrName>
                                        </p:attrNameLst>
                                      </p:cBhvr>
                                      <p:tavLst>
                                        <p:tav tm="0">
                                          <p:val>
                                            <p:strVal val="1+#ppt_w/2"/>
                                          </p:val>
                                        </p:tav>
                                        <p:tav tm="100000">
                                          <p:val>
                                            <p:strVal val="#ppt_x"/>
                                          </p:val>
                                        </p:tav>
                                      </p:tavLst>
                                    </p:anim>
                                    <p:anim calcmode="lin" valueType="num">
                                      <p:cBhvr additive="base">
                                        <p:cTn id="149" dur="500" fill="hold"/>
                                        <p:tgtEl>
                                          <p:spTgt spid="69"/>
                                        </p:tgtEl>
                                        <p:attrNameLst>
                                          <p:attrName>ppt_y</p:attrName>
                                        </p:attrNameLst>
                                      </p:cBhvr>
                                      <p:tavLst>
                                        <p:tav tm="0">
                                          <p:val>
                                            <p:strVal val="#ppt_y"/>
                                          </p:val>
                                        </p:tav>
                                        <p:tav tm="100000">
                                          <p:val>
                                            <p:strVal val="#ppt_y"/>
                                          </p:val>
                                        </p:tav>
                                      </p:tavLst>
                                    </p:anim>
                                  </p:childTnLst>
                                </p:cTn>
                              </p:par>
                              <p:par>
                                <p:cTn id="150" presetID="2" presetClass="entr" presetSubtype="2" fill="hold" grpId="0" nodeType="withEffect">
                                  <p:stCondLst>
                                    <p:cond delay="0"/>
                                  </p:stCondLst>
                                  <p:childTnLst>
                                    <p:set>
                                      <p:cBhvr>
                                        <p:cTn id="151" dur="1" fill="hold">
                                          <p:stCondLst>
                                            <p:cond delay="0"/>
                                          </p:stCondLst>
                                        </p:cTn>
                                        <p:tgtEl>
                                          <p:spTgt spid="70"/>
                                        </p:tgtEl>
                                        <p:attrNameLst>
                                          <p:attrName>style.visibility</p:attrName>
                                        </p:attrNameLst>
                                      </p:cBhvr>
                                      <p:to>
                                        <p:strVal val="visible"/>
                                      </p:to>
                                    </p:set>
                                    <p:anim calcmode="lin" valueType="num">
                                      <p:cBhvr additive="base">
                                        <p:cTn id="152" dur="500" fill="hold"/>
                                        <p:tgtEl>
                                          <p:spTgt spid="70"/>
                                        </p:tgtEl>
                                        <p:attrNameLst>
                                          <p:attrName>ppt_x</p:attrName>
                                        </p:attrNameLst>
                                      </p:cBhvr>
                                      <p:tavLst>
                                        <p:tav tm="0">
                                          <p:val>
                                            <p:strVal val="1+#ppt_w/2"/>
                                          </p:val>
                                        </p:tav>
                                        <p:tav tm="100000">
                                          <p:val>
                                            <p:strVal val="#ppt_x"/>
                                          </p:val>
                                        </p:tav>
                                      </p:tavLst>
                                    </p:anim>
                                    <p:anim calcmode="lin" valueType="num">
                                      <p:cBhvr additive="base">
                                        <p:cTn id="153" dur="500" fill="hold"/>
                                        <p:tgtEl>
                                          <p:spTgt spid="7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6" grpId="0" animBg="1"/>
      <p:bldP spid="38" grpId="0" animBg="1"/>
      <p:bldP spid="39" grpId="0" animBg="1"/>
      <p:bldP spid="40" grpId="0" animBg="1"/>
      <p:bldP spid="41" grpId="0" animBg="1"/>
      <p:bldP spid="43" grpId="0" animBg="1"/>
      <p:bldP spid="44" grpId="0" animBg="1"/>
      <p:bldP spid="45" grpId="0" animBg="1"/>
      <p:bldP spid="46" grpId="0" animBg="1"/>
      <p:bldP spid="48" grpId="0" animBg="1"/>
      <p:bldP spid="49" grpId="0" animBg="1"/>
      <p:bldP spid="50" grpId="0" animBg="1"/>
      <p:bldP spid="51" grpId="0" animBg="1"/>
      <p:bldP spid="53" grpId="0" animBg="1"/>
      <p:bldP spid="54" grpId="0" animBg="1"/>
      <p:bldP spid="55" grpId="0" animBg="1"/>
      <p:bldP spid="56" grpId="0" animBg="1"/>
      <p:bldP spid="58" grpId="0" animBg="1"/>
      <p:bldP spid="59" grpId="0" animBg="1"/>
      <p:bldP spid="60" grpId="0" animBg="1"/>
      <p:bldP spid="61" grpId="0" animBg="1"/>
      <p:bldP spid="63" grpId="0" animBg="1"/>
      <p:bldP spid="64" grpId="0" animBg="1"/>
      <p:bldP spid="65" grpId="0" animBg="1"/>
      <p:bldP spid="66" grpId="0" animBg="1"/>
      <p:bldP spid="68" grpId="0" animBg="1"/>
      <p:bldP spid="69" grpId="0" animBg="1"/>
      <p:bldP spid="7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084D4E05-5741-6AA3-B800-78B68B93BE4B}"/>
            </a:ext>
          </a:extLst>
        </p:cNvPr>
        <p:cNvGrpSpPr/>
        <p:nvPr/>
      </p:nvGrpSpPr>
      <p:grpSpPr>
        <a:xfrm>
          <a:off x="0" y="0"/>
          <a:ext cx="0" cy="0"/>
          <a:chOff x="0" y="0"/>
          <a:chExt cx="0" cy="0"/>
        </a:xfrm>
      </p:grpSpPr>
      <p:sp>
        <p:nvSpPr>
          <p:cNvPr id="9" name="Google Shape;105;p27">
            <a:extLst>
              <a:ext uri="{FF2B5EF4-FFF2-40B4-BE49-F238E27FC236}">
                <a16:creationId xmlns:a16="http://schemas.microsoft.com/office/drawing/2014/main" id="{9EC878B4-2E55-51DF-BEF3-516E9F7F1239}"/>
              </a:ext>
            </a:extLst>
          </p:cNvPr>
          <p:cNvSpPr/>
          <p:nvPr/>
        </p:nvSpPr>
        <p:spPr>
          <a:xfrm rot="5400000">
            <a:off x="-660076" y="646210"/>
            <a:ext cx="2201895" cy="881743"/>
          </a:xfrm>
          <a:prstGeom prst="triangle">
            <a:avLst>
              <a:gd name="adj" fmla="val 50411"/>
            </a:avLst>
          </a:prstGeom>
          <a:solidFill>
            <a:schemeClr val="accent1">
              <a:lumMod val="75000"/>
            </a:schemeClr>
          </a:solidFill>
          <a:ln/>
        </p:spPr>
        <p:style>
          <a:lnRef idx="2">
            <a:schemeClr val="accent1"/>
          </a:lnRef>
          <a:fillRef idx="1">
            <a:schemeClr val="lt1"/>
          </a:fillRef>
          <a:effectRef idx="0">
            <a:schemeClr val="accent1"/>
          </a:effectRef>
          <a:fontRef idx="minor">
            <a:schemeClr val="dk1"/>
          </a:fontRef>
        </p:style>
        <p:txBody>
          <a:bodyPr spcFirstLastPara="1" wrap="square" lIns="121900" tIns="121900" rIns="121900" bIns="121900" anchor="ctr" anchorCtr="0">
            <a:noAutofit/>
          </a:bodyPr>
          <a:lstStyle/>
          <a:p>
            <a:endParaRPr sz="2400"/>
          </a:p>
        </p:txBody>
      </p:sp>
      <p:sp>
        <p:nvSpPr>
          <p:cNvPr id="10" name="Google Shape;105;p27">
            <a:extLst>
              <a:ext uri="{FF2B5EF4-FFF2-40B4-BE49-F238E27FC236}">
                <a16:creationId xmlns:a16="http://schemas.microsoft.com/office/drawing/2014/main" id="{EF589AC1-9BAA-0CA1-32AB-E8EBFE3CDD4C}"/>
              </a:ext>
            </a:extLst>
          </p:cNvPr>
          <p:cNvSpPr/>
          <p:nvPr/>
        </p:nvSpPr>
        <p:spPr>
          <a:xfrm rot="16200000">
            <a:off x="10650181" y="5330638"/>
            <a:ext cx="2201895" cy="881743"/>
          </a:xfrm>
          <a:prstGeom prst="triangle">
            <a:avLst>
              <a:gd name="adj" fmla="val 50411"/>
            </a:avLst>
          </a:prstGeom>
          <a:solidFill>
            <a:schemeClr val="accent1">
              <a:lumMod val="75000"/>
            </a:schemeClr>
          </a:solidFill>
          <a:ln>
            <a:solidFill>
              <a:schemeClr val="accent1"/>
            </a:solidFill>
          </a:ln>
        </p:spPr>
        <p:txBody>
          <a:bodyPr spcFirstLastPara="1" wrap="square" lIns="121900" tIns="121900" rIns="121900" bIns="121900" anchor="ctr" anchorCtr="0">
            <a:noAutofit/>
          </a:bodyPr>
          <a:lstStyle/>
          <a:p>
            <a:endParaRPr sz="2400"/>
          </a:p>
        </p:txBody>
      </p:sp>
      <p:sp>
        <p:nvSpPr>
          <p:cNvPr id="2" name="Shape 0">
            <a:extLst>
              <a:ext uri="{FF2B5EF4-FFF2-40B4-BE49-F238E27FC236}">
                <a16:creationId xmlns:a16="http://schemas.microsoft.com/office/drawing/2014/main" id="{490C506A-D05C-14A5-7773-AED7D391317A}"/>
              </a:ext>
            </a:extLst>
          </p:cNvPr>
          <p:cNvSpPr/>
          <p:nvPr/>
        </p:nvSpPr>
        <p:spPr>
          <a:xfrm>
            <a:off x="548640" y="502920"/>
            <a:ext cx="164592" cy="164592"/>
          </a:xfrm>
          <a:prstGeom prst="rect">
            <a:avLst/>
          </a:prstGeom>
          <a:solidFill>
            <a:srgbClr val="06B6D4"/>
          </a:solidFill>
          <a:ln w="12700">
            <a:solidFill>
              <a:srgbClr val="06B6D4"/>
            </a:solidFill>
            <a:prstDash val="solid"/>
          </a:ln>
        </p:spPr>
        <p:txBody>
          <a:bodyPr/>
          <a:lstStyle/>
          <a:p>
            <a:endParaRPr lang="fr-FR"/>
          </a:p>
        </p:txBody>
      </p:sp>
      <p:sp>
        <p:nvSpPr>
          <p:cNvPr id="3" name="Text 1">
            <a:extLst>
              <a:ext uri="{FF2B5EF4-FFF2-40B4-BE49-F238E27FC236}">
                <a16:creationId xmlns:a16="http://schemas.microsoft.com/office/drawing/2014/main" id="{560C7E5C-511B-67C0-1CB2-A2865E052A11}"/>
              </a:ext>
            </a:extLst>
          </p:cNvPr>
          <p:cNvSpPr/>
          <p:nvPr/>
        </p:nvSpPr>
        <p:spPr>
          <a:xfrm>
            <a:off x="777240" y="411480"/>
            <a:ext cx="2011680" cy="320040"/>
          </a:xfrm>
          <a:prstGeom prst="rect">
            <a:avLst/>
          </a:prstGeom>
          <a:noFill/>
          <a:ln/>
        </p:spPr>
        <p:txBody>
          <a:bodyPr wrap="square" rtlCol="0" anchor="ctr"/>
          <a:lstStyle/>
          <a:p>
            <a:pPr marL="0" indent="0">
              <a:buNone/>
            </a:pPr>
            <a:r>
              <a:rPr lang="en-US" sz="1100" b="1" kern="0" spc="200" dirty="0">
                <a:solidFill>
                  <a:srgbClr val="0F172A"/>
                </a:solidFill>
                <a:latin typeface="Calibri" pitchFamily="34" charset="0"/>
                <a:ea typeface="Calibri" pitchFamily="34" charset="-122"/>
                <a:cs typeface="Calibri" pitchFamily="34" charset="-120"/>
              </a:rPr>
              <a:t>Syndic IA</a:t>
            </a:r>
            <a:endParaRPr lang="en-US" sz="1100" dirty="0"/>
          </a:p>
        </p:txBody>
      </p:sp>
      <p:sp>
        <p:nvSpPr>
          <p:cNvPr id="4" name="Text 2">
            <a:extLst>
              <a:ext uri="{FF2B5EF4-FFF2-40B4-BE49-F238E27FC236}">
                <a16:creationId xmlns:a16="http://schemas.microsoft.com/office/drawing/2014/main" id="{E38E893C-8474-3E54-0BFC-86C87871FF2A}"/>
              </a:ext>
            </a:extLst>
          </p:cNvPr>
          <p:cNvSpPr/>
          <p:nvPr/>
        </p:nvSpPr>
        <p:spPr>
          <a:xfrm>
            <a:off x="548640" y="914400"/>
            <a:ext cx="5486400" cy="320040"/>
          </a:xfrm>
          <a:prstGeom prst="rect">
            <a:avLst/>
          </a:prstGeom>
          <a:noFill/>
          <a:ln/>
        </p:spPr>
        <p:txBody>
          <a:bodyPr wrap="square" rtlCol="0" anchor="ctr"/>
          <a:lstStyle/>
          <a:p>
            <a:pPr marL="0" indent="0">
              <a:buNone/>
            </a:pPr>
            <a:r>
              <a:rPr lang="en-US" sz="1200" b="1" kern="0" spc="400" dirty="0">
                <a:solidFill>
                  <a:srgbClr val="06B6D4"/>
                </a:solidFill>
                <a:latin typeface="Calibri" pitchFamily="34" charset="0"/>
                <a:ea typeface="Calibri" pitchFamily="34" charset="-122"/>
                <a:cs typeface="Calibri" pitchFamily="34" charset="-120"/>
              </a:rPr>
              <a:t>16 · FRONTEND DETAILS</a:t>
            </a:r>
            <a:endParaRPr lang="en-US" sz="1200" dirty="0"/>
          </a:p>
        </p:txBody>
      </p:sp>
      <p:sp>
        <p:nvSpPr>
          <p:cNvPr id="5" name="Text 3">
            <a:extLst>
              <a:ext uri="{FF2B5EF4-FFF2-40B4-BE49-F238E27FC236}">
                <a16:creationId xmlns:a16="http://schemas.microsoft.com/office/drawing/2014/main" id="{B5A824F5-404C-BF08-43AE-83FDBD5B4FEA}"/>
              </a:ext>
            </a:extLst>
          </p:cNvPr>
          <p:cNvSpPr/>
          <p:nvPr/>
        </p:nvSpPr>
        <p:spPr>
          <a:xfrm>
            <a:off x="548640" y="1234440"/>
            <a:ext cx="10972800" cy="822960"/>
          </a:xfrm>
          <a:prstGeom prst="rect">
            <a:avLst/>
          </a:prstGeom>
          <a:noFill/>
          <a:ln/>
        </p:spPr>
        <p:txBody>
          <a:bodyPr wrap="square" lIns="0" tIns="0" rIns="0" bIns="0" rtlCol="0" anchor="ctr"/>
          <a:lstStyle/>
          <a:p>
            <a:r>
              <a:rPr lang="en-US" sz="2400" b="1" dirty="0">
                <a:latin typeface="Georgia" panose="02040502050405020303" pitchFamily="18" charset="0"/>
              </a:rPr>
              <a:t>Back-office mobile pour la supervision et le </a:t>
            </a:r>
            <a:r>
              <a:rPr lang="en-US" sz="2400" b="1" dirty="0" err="1">
                <a:latin typeface="Georgia" panose="02040502050405020303" pitchFamily="18" charset="0"/>
              </a:rPr>
              <a:t>traitement</a:t>
            </a:r>
            <a:r>
              <a:rPr lang="en-US" sz="2400" b="1" dirty="0">
                <a:latin typeface="Georgia" panose="02040502050405020303" pitchFamily="18" charset="0"/>
              </a:rPr>
              <a:t> des </a:t>
            </a:r>
            <a:r>
              <a:rPr lang="en-US" sz="2400" b="1" dirty="0" err="1">
                <a:latin typeface="Georgia" panose="02040502050405020303" pitchFamily="18" charset="0"/>
              </a:rPr>
              <a:t>demandes</a:t>
            </a:r>
            <a:endParaRPr lang="en-US" sz="2400" b="1" dirty="0">
              <a:latin typeface="Georgia" panose="02040502050405020303" pitchFamily="18" charset="0"/>
            </a:endParaRPr>
          </a:p>
        </p:txBody>
      </p:sp>
      <p:sp>
        <p:nvSpPr>
          <p:cNvPr id="71" name="Shape 5">
            <a:extLst>
              <a:ext uri="{FF2B5EF4-FFF2-40B4-BE49-F238E27FC236}">
                <a16:creationId xmlns:a16="http://schemas.microsoft.com/office/drawing/2014/main" id="{DE3D8C4C-EBCD-FB54-E648-D995DE22A0BC}"/>
              </a:ext>
            </a:extLst>
          </p:cNvPr>
          <p:cNvSpPr/>
          <p:nvPr/>
        </p:nvSpPr>
        <p:spPr>
          <a:xfrm>
            <a:off x="594359" y="2057399"/>
            <a:ext cx="3381119" cy="2029421"/>
          </a:xfrm>
          <a:prstGeom prst="rect">
            <a:avLst/>
          </a:prstGeom>
          <a:solidFill>
            <a:srgbClr val="FFFFFF"/>
          </a:solidFill>
          <a:ln w="6350">
            <a:solidFill>
              <a:srgbClr val="CBD5E1"/>
            </a:solidFill>
            <a:prstDash val="solid"/>
          </a:ln>
          <a:effectLst>
            <a:outerShdw blurRad="76200" dist="25400" dir="8100000" algn="bl" rotWithShape="0">
              <a:srgbClr val="000000">
                <a:alpha val="10000"/>
              </a:srgbClr>
            </a:outerShdw>
          </a:effectLst>
        </p:spPr>
        <p:txBody>
          <a:bodyPr/>
          <a:lstStyle/>
          <a:p>
            <a:endParaRPr lang="fr-FR"/>
          </a:p>
        </p:txBody>
      </p:sp>
      <p:sp>
        <p:nvSpPr>
          <p:cNvPr id="72" name="Shape 6">
            <a:extLst>
              <a:ext uri="{FF2B5EF4-FFF2-40B4-BE49-F238E27FC236}">
                <a16:creationId xmlns:a16="http://schemas.microsoft.com/office/drawing/2014/main" id="{16932AC0-F51E-5F68-E574-F380B5F84051}"/>
              </a:ext>
            </a:extLst>
          </p:cNvPr>
          <p:cNvSpPr/>
          <p:nvPr/>
        </p:nvSpPr>
        <p:spPr>
          <a:xfrm>
            <a:off x="594359" y="2057400"/>
            <a:ext cx="3381119" cy="440674"/>
          </a:xfrm>
          <a:prstGeom prst="rect">
            <a:avLst/>
          </a:prstGeom>
          <a:solidFill>
            <a:srgbClr val="03334E"/>
          </a:solidFill>
          <a:ln w="12700">
            <a:solidFill>
              <a:srgbClr val="03334E"/>
            </a:solidFill>
            <a:prstDash val="solid"/>
          </a:ln>
        </p:spPr>
        <p:txBody>
          <a:bodyPr/>
          <a:lstStyle/>
          <a:p>
            <a:endParaRPr lang="fr-FR"/>
          </a:p>
        </p:txBody>
      </p:sp>
      <p:sp>
        <p:nvSpPr>
          <p:cNvPr id="73" name="Text 7">
            <a:extLst>
              <a:ext uri="{FF2B5EF4-FFF2-40B4-BE49-F238E27FC236}">
                <a16:creationId xmlns:a16="http://schemas.microsoft.com/office/drawing/2014/main" id="{0407B99C-E76D-3CF7-7CA6-722B9E24A99D}"/>
              </a:ext>
            </a:extLst>
          </p:cNvPr>
          <p:cNvSpPr/>
          <p:nvPr/>
        </p:nvSpPr>
        <p:spPr>
          <a:xfrm>
            <a:off x="594359" y="2057400"/>
            <a:ext cx="3381119" cy="440674"/>
          </a:xfrm>
          <a:prstGeom prst="rect">
            <a:avLst/>
          </a:prstGeom>
          <a:noFill/>
          <a:ln/>
        </p:spPr>
        <p:txBody>
          <a:bodyPr wrap="square" lIns="0" tIns="0" rIns="0" bIns="0" rtlCol="0" anchor="ctr"/>
          <a:lstStyle/>
          <a:p>
            <a:pPr marL="0" indent="0" algn="ctr">
              <a:buNone/>
            </a:pPr>
            <a:r>
              <a:rPr lang="en-US" sz="1600" b="1" dirty="0">
                <a:solidFill>
                  <a:srgbClr val="FFFFFF"/>
                </a:solidFill>
              </a:rPr>
              <a:t>Authentification</a:t>
            </a:r>
            <a:endParaRPr lang="en-US" sz="1600" dirty="0"/>
          </a:p>
        </p:txBody>
      </p:sp>
      <p:sp>
        <p:nvSpPr>
          <p:cNvPr id="74" name="Text 8">
            <a:extLst>
              <a:ext uri="{FF2B5EF4-FFF2-40B4-BE49-F238E27FC236}">
                <a16:creationId xmlns:a16="http://schemas.microsoft.com/office/drawing/2014/main" id="{51D33C0F-3353-5BF7-98D0-4E61E156E22D}"/>
              </a:ext>
            </a:extLst>
          </p:cNvPr>
          <p:cNvSpPr/>
          <p:nvPr/>
        </p:nvSpPr>
        <p:spPr>
          <a:xfrm>
            <a:off x="731519" y="2459736"/>
            <a:ext cx="3099359" cy="1437990"/>
          </a:xfrm>
          <a:prstGeom prst="rect">
            <a:avLst/>
          </a:prstGeom>
          <a:noFill/>
          <a:ln/>
        </p:spPr>
        <p:txBody>
          <a:bodyPr wrap="square" rtlCol="0" anchor="ctr"/>
          <a:lstStyle/>
          <a:p>
            <a:pPr marL="342900" indent="-342900">
              <a:buSzPct val="100000"/>
              <a:buChar char="•"/>
            </a:pPr>
            <a:r>
              <a:rPr lang="en-US" sz="1400" dirty="0">
                <a:solidFill>
                  <a:srgbClr val="1E293B"/>
                </a:solidFill>
              </a:rPr>
              <a:t>Firebase Auth (email/mot de passe)</a:t>
            </a:r>
            <a:endParaRPr lang="en-US" sz="1400" dirty="0"/>
          </a:p>
          <a:p>
            <a:pPr marL="342900" indent="-342900">
              <a:buSzPct val="100000"/>
              <a:buChar char="•"/>
            </a:pPr>
            <a:r>
              <a:rPr lang="en-US" sz="1400" dirty="0">
                <a:solidFill>
                  <a:srgbClr val="1E293B"/>
                </a:solidFill>
              </a:rPr>
              <a:t>Code d'invitation à usage unique</a:t>
            </a:r>
            <a:endParaRPr lang="en-US" sz="1400" dirty="0"/>
          </a:p>
          <a:p>
            <a:pPr marL="342900" indent="-342900">
              <a:buSzPct val="100000"/>
              <a:buChar char="•"/>
            </a:pPr>
            <a:r>
              <a:rPr lang="en-US" sz="1400" dirty="0">
                <a:solidFill>
                  <a:srgbClr val="1E293B"/>
                </a:solidFill>
              </a:rPr>
              <a:t>Accès sécurisé par token JWT</a:t>
            </a:r>
            <a:endParaRPr lang="en-US" sz="1400" dirty="0"/>
          </a:p>
        </p:txBody>
      </p:sp>
      <p:sp>
        <p:nvSpPr>
          <p:cNvPr id="75" name="Shape 9">
            <a:extLst>
              <a:ext uri="{FF2B5EF4-FFF2-40B4-BE49-F238E27FC236}">
                <a16:creationId xmlns:a16="http://schemas.microsoft.com/office/drawing/2014/main" id="{A058A86F-33B8-BB54-2590-0750817D6A57}"/>
              </a:ext>
            </a:extLst>
          </p:cNvPr>
          <p:cNvSpPr/>
          <p:nvPr/>
        </p:nvSpPr>
        <p:spPr>
          <a:xfrm>
            <a:off x="4357161" y="2057399"/>
            <a:ext cx="3381119" cy="2029421"/>
          </a:xfrm>
          <a:prstGeom prst="rect">
            <a:avLst/>
          </a:prstGeom>
          <a:solidFill>
            <a:srgbClr val="FFFFFF"/>
          </a:solidFill>
          <a:ln w="6350">
            <a:solidFill>
              <a:srgbClr val="CBD5E1"/>
            </a:solidFill>
            <a:prstDash val="solid"/>
          </a:ln>
          <a:effectLst>
            <a:outerShdw blurRad="76200" dist="25400" dir="8100000" algn="bl" rotWithShape="0">
              <a:srgbClr val="000000">
                <a:alpha val="10000"/>
              </a:srgbClr>
            </a:outerShdw>
          </a:effectLst>
        </p:spPr>
        <p:txBody>
          <a:bodyPr/>
          <a:lstStyle/>
          <a:p>
            <a:endParaRPr lang="fr-FR"/>
          </a:p>
        </p:txBody>
      </p:sp>
      <p:sp>
        <p:nvSpPr>
          <p:cNvPr id="76" name="Shape 10">
            <a:extLst>
              <a:ext uri="{FF2B5EF4-FFF2-40B4-BE49-F238E27FC236}">
                <a16:creationId xmlns:a16="http://schemas.microsoft.com/office/drawing/2014/main" id="{45F8F8CE-8DB7-2F61-EEB8-9EF4F204ABCB}"/>
              </a:ext>
            </a:extLst>
          </p:cNvPr>
          <p:cNvSpPr/>
          <p:nvPr/>
        </p:nvSpPr>
        <p:spPr>
          <a:xfrm>
            <a:off x="4357161" y="2057400"/>
            <a:ext cx="3381119" cy="440674"/>
          </a:xfrm>
          <a:prstGeom prst="rect">
            <a:avLst/>
          </a:prstGeom>
          <a:solidFill>
            <a:srgbClr val="065A82"/>
          </a:solidFill>
          <a:ln w="12700">
            <a:solidFill>
              <a:srgbClr val="065A82"/>
            </a:solidFill>
            <a:prstDash val="solid"/>
          </a:ln>
        </p:spPr>
        <p:txBody>
          <a:bodyPr/>
          <a:lstStyle/>
          <a:p>
            <a:endParaRPr lang="fr-FR"/>
          </a:p>
        </p:txBody>
      </p:sp>
      <p:sp>
        <p:nvSpPr>
          <p:cNvPr id="77" name="Text 11">
            <a:extLst>
              <a:ext uri="{FF2B5EF4-FFF2-40B4-BE49-F238E27FC236}">
                <a16:creationId xmlns:a16="http://schemas.microsoft.com/office/drawing/2014/main" id="{F922EA4C-FE4A-7C44-66A6-F36C914EEF04}"/>
              </a:ext>
            </a:extLst>
          </p:cNvPr>
          <p:cNvSpPr/>
          <p:nvPr/>
        </p:nvSpPr>
        <p:spPr>
          <a:xfrm>
            <a:off x="4357161" y="2057400"/>
            <a:ext cx="3381119" cy="440674"/>
          </a:xfrm>
          <a:prstGeom prst="rect">
            <a:avLst/>
          </a:prstGeom>
          <a:noFill/>
          <a:ln/>
        </p:spPr>
        <p:txBody>
          <a:bodyPr wrap="square" lIns="0" tIns="0" rIns="0" bIns="0" rtlCol="0" anchor="ctr"/>
          <a:lstStyle/>
          <a:p>
            <a:pPr marL="0" indent="0" algn="ctr">
              <a:buNone/>
            </a:pPr>
            <a:r>
              <a:rPr lang="en-US" sz="1600" b="1" dirty="0">
                <a:solidFill>
                  <a:srgbClr val="FFFFFF"/>
                </a:solidFill>
              </a:rPr>
              <a:t>Grille opérationnelle</a:t>
            </a:r>
            <a:endParaRPr lang="en-US" sz="1600" dirty="0"/>
          </a:p>
        </p:txBody>
      </p:sp>
      <p:sp>
        <p:nvSpPr>
          <p:cNvPr id="78" name="Text 12">
            <a:extLst>
              <a:ext uri="{FF2B5EF4-FFF2-40B4-BE49-F238E27FC236}">
                <a16:creationId xmlns:a16="http://schemas.microsoft.com/office/drawing/2014/main" id="{74F6E4D0-B0AF-19C8-CFCC-60C80295E52B}"/>
              </a:ext>
            </a:extLst>
          </p:cNvPr>
          <p:cNvSpPr/>
          <p:nvPr/>
        </p:nvSpPr>
        <p:spPr>
          <a:xfrm>
            <a:off x="4494321" y="2459736"/>
            <a:ext cx="3099359" cy="1437990"/>
          </a:xfrm>
          <a:prstGeom prst="rect">
            <a:avLst/>
          </a:prstGeom>
          <a:noFill/>
          <a:ln/>
        </p:spPr>
        <p:txBody>
          <a:bodyPr wrap="square" rtlCol="0" anchor="ctr"/>
          <a:lstStyle/>
          <a:p>
            <a:pPr marL="342900" indent="-342900">
              <a:buSzPct val="100000"/>
              <a:buChar char="•"/>
            </a:pPr>
            <a:r>
              <a:rPr lang="en-US" sz="1400" dirty="0">
                <a:solidFill>
                  <a:srgbClr val="1E293B"/>
                </a:solidFill>
              </a:rPr>
              <a:t>Tickets pending en temps réel</a:t>
            </a:r>
            <a:endParaRPr lang="en-US" sz="1400" dirty="0"/>
          </a:p>
          <a:p>
            <a:pPr marL="342900" indent="-342900">
              <a:buSzPct val="100000"/>
              <a:buChar char="•"/>
            </a:pPr>
            <a:r>
              <a:rPr lang="en-US" sz="1400" dirty="0">
                <a:solidFill>
                  <a:srgbClr val="1E293B"/>
                </a:solidFill>
              </a:rPr>
              <a:t>Mise à jour WebSocket (REFRESH)</a:t>
            </a:r>
            <a:endParaRPr lang="en-US" sz="1400" dirty="0"/>
          </a:p>
          <a:p>
            <a:pPr marL="342900" indent="-342900">
              <a:buSzPct val="100000"/>
              <a:buChar char="•"/>
            </a:pPr>
            <a:r>
              <a:rPr lang="en-US" sz="1400" dirty="0">
                <a:solidFill>
                  <a:srgbClr val="1E293B"/>
                </a:solidFill>
              </a:rPr>
              <a:t>Validation humaine en un clic</a:t>
            </a:r>
            <a:endParaRPr lang="en-US" sz="1400" dirty="0"/>
          </a:p>
        </p:txBody>
      </p:sp>
      <p:sp>
        <p:nvSpPr>
          <p:cNvPr id="79" name="Shape 13">
            <a:extLst>
              <a:ext uri="{FF2B5EF4-FFF2-40B4-BE49-F238E27FC236}">
                <a16:creationId xmlns:a16="http://schemas.microsoft.com/office/drawing/2014/main" id="{C1F3BC1C-C78A-A665-6AF5-3B1B8DA4FC7F}"/>
              </a:ext>
            </a:extLst>
          </p:cNvPr>
          <p:cNvSpPr/>
          <p:nvPr/>
        </p:nvSpPr>
        <p:spPr>
          <a:xfrm>
            <a:off x="8119963" y="2057399"/>
            <a:ext cx="3477678" cy="2029421"/>
          </a:xfrm>
          <a:prstGeom prst="rect">
            <a:avLst/>
          </a:prstGeom>
          <a:solidFill>
            <a:srgbClr val="FFFFFF"/>
          </a:solidFill>
          <a:ln w="6350">
            <a:solidFill>
              <a:srgbClr val="CBD5E1"/>
            </a:solidFill>
            <a:prstDash val="solid"/>
          </a:ln>
          <a:effectLst>
            <a:outerShdw blurRad="76200" dist="25400" dir="8100000" algn="bl" rotWithShape="0">
              <a:srgbClr val="000000">
                <a:alpha val="10000"/>
              </a:srgbClr>
            </a:outerShdw>
          </a:effectLst>
        </p:spPr>
        <p:txBody>
          <a:bodyPr/>
          <a:lstStyle/>
          <a:p>
            <a:endParaRPr lang="fr-FR"/>
          </a:p>
        </p:txBody>
      </p:sp>
      <p:sp>
        <p:nvSpPr>
          <p:cNvPr id="80" name="Shape 14">
            <a:extLst>
              <a:ext uri="{FF2B5EF4-FFF2-40B4-BE49-F238E27FC236}">
                <a16:creationId xmlns:a16="http://schemas.microsoft.com/office/drawing/2014/main" id="{7766922E-AD24-4BDF-E430-1A5002B53B66}"/>
              </a:ext>
            </a:extLst>
          </p:cNvPr>
          <p:cNvSpPr/>
          <p:nvPr/>
        </p:nvSpPr>
        <p:spPr>
          <a:xfrm>
            <a:off x="8119963" y="2057400"/>
            <a:ext cx="3477678" cy="440674"/>
          </a:xfrm>
          <a:prstGeom prst="rect">
            <a:avLst/>
          </a:prstGeom>
          <a:solidFill>
            <a:srgbClr val="1C7293"/>
          </a:solidFill>
          <a:ln w="12700">
            <a:solidFill>
              <a:srgbClr val="1C7293"/>
            </a:solidFill>
            <a:prstDash val="solid"/>
          </a:ln>
        </p:spPr>
        <p:txBody>
          <a:bodyPr/>
          <a:lstStyle/>
          <a:p>
            <a:endParaRPr lang="fr-FR"/>
          </a:p>
        </p:txBody>
      </p:sp>
      <p:sp>
        <p:nvSpPr>
          <p:cNvPr id="81" name="Text 15">
            <a:extLst>
              <a:ext uri="{FF2B5EF4-FFF2-40B4-BE49-F238E27FC236}">
                <a16:creationId xmlns:a16="http://schemas.microsoft.com/office/drawing/2014/main" id="{0CA969FC-2048-0D93-91DA-B9BD2029E10B}"/>
              </a:ext>
            </a:extLst>
          </p:cNvPr>
          <p:cNvSpPr/>
          <p:nvPr/>
        </p:nvSpPr>
        <p:spPr>
          <a:xfrm>
            <a:off x="8119963" y="2057400"/>
            <a:ext cx="3477678" cy="440674"/>
          </a:xfrm>
          <a:prstGeom prst="rect">
            <a:avLst/>
          </a:prstGeom>
          <a:noFill/>
          <a:ln/>
        </p:spPr>
        <p:txBody>
          <a:bodyPr wrap="square" lIns="0" tIns="0" rIns="0" bIns="0" rtlCol="0" anchor="ctr"/>
          <a:lstStyle/>
          <a:p>
            <a:pPr marL="0" indent="0" algn="ctr">
              <a:buNone/>
            </a:pPr>
            <a:r>
              <a:rPr lang="en-US" sz="1600" b="1" dirty="0">
                <a:solidFill>
                  <a:srgbClr val="FFFFFF"/>
                </a:solidFill>
              </a:rPr>
              <a:t>Gestion des résidents</a:t>
            </a:r>
            <a:endParaRPr lang="en-US" sz="1600" dirty="0"/>
          </a:p>
        </p:txBody>
      </p:sp>
      <p:sp>
        <p:nvSpPr>
          <p:cNvPr id="82" name="Text 16">
            <a:extLst>
              <a:ext uri="{FF2B5EF4-FFF2-40B4-BE49-F238E27FC236}">
                <a16:creationId xmlns:a16="http://schemas.microsoft.com/office/drawing/2014/main" id="{8CC91A54-CB5B-CB78-81D5-163CA911534E}"/>
              </a:ext>
            </a:extLst>
          </p:cNvPr>
          <p:cNvSpPr/>
          <p:nvPr/>
        </p:nvSpPr>
        <p:spPr>
          <a:xfrm>
            <a:off x="8306899" y="2459736"/>
            <a:ext cx="3187872" cy="1437990"/>
          </a:xfrm>
          <a:prstGeom prst="rect">
            <a:avLst/>
          </a:prstGeom>
          <a:noFill/>
          <a:ln/>
        </p:spPr>
        <p:txBody>
          <a:bodyPr wrap="square" rtlCol="0" anchor="ctr"/>
          <a:lstStyle/>
          <a:p>
            <a:pPr marL="342900" indent="-342900">
              <a:buSzPct val="100000"/>
              <a:buChar char="•"/>
            </a:pPr>
            <a:r>
              <a:rPr lang="en-US" sz="1400" dirty="0">
                <a:solidFill>
                  <a:srgbClr val="1E293B"/>
                </a:solidFill>
              </a:rPr>
              <a:t>Ajout / modification / suppression</a:t>
            </a:r>
            <a:endParaRPr lang="en-US" sz="1400" dirty="0"/>
          </a:p>
          <a:p>
            <a:pPr marL="342900" indent="-342900">
              <a:buSzPct val="100000"/>
              <a:buChar char="•"/>
            </a:pPr>
            <a:r>
              <a:rPr lang="en-US" sz="1400" dirty="0">
                <a:solidFill>
                  <a:srgbClr val="1E293B"/>
                </a:solidFill>
              </a:rPr>
              <a:t>Association unité ↔ résidence</a:t>
            </a:r>
            <a:endParaRPr lang="en-US" sz="1400" dirty="0"/>
          </a:p>
          <a:p>
            <a:pPr marL="342900" indent="-342900">
              <a:buSzPct val="100000"/>
              <a:buChar char="•"/>
            </a:pPr>
            <a:r>
              <a:rPr lang="en-US" sz="1400" dirty="0">
                <a:solidFill>
                  <a:srgbClr val="1E293B"/>
                </a:solidFill>
              </a:rPr>
              <a:t>Diffusion WhatsApp (broadcast)</a:t>
            </a:r>
            <a:endParaRPr lang="en-US" sz="1400" dirty="0"/>
          </a:p>
        </p:txBody>
      </p:sp>
      <p:sp>
        <p:nvSpPr>
          <p:cNvPr id="83" name="Shape 17">
            <a:extLst>
              <a:ext uri="{FF2B5EF4-FFF2-40B4-BE49-F238E27FC236}">
                <a16:creationId xmlns:a16="http://schemas.microsoft.com/office/drawing/2014/main" id="{90BDD2C7-E882-99F1-7E11-E79EBD79DBA2}"/>
              </a:ext>
            </a:extLst>
          </p:cNvPr>
          <p:cNvSpPr/>
          <p:nvPr/>
        </p:nvSpPr>
        <p:spPr>
          <a:xfrm>
            <a:off x="594359" y="4480560"/>
            <a:ext cx="3381119" cy="2029422"/>
          </a:xfrm>
          <a:prstGeom prst="rect">
            <a:avLst/>
          </a:prstGeom>
          <a:solidFill>
            <a:srgbClr val="FFFFFF"/>
          </a:solidFill>
          <a:ln w="6350">
            <a:solidFill>
              <a:srgbClr val="CBD5E1"/>
            </a:solidFill>
            <a:prstDash val="solid"/>
          </a:ln>
          <a:effectLst>
            <a:outerShdw blurRad="76200" dist="25400" dir="8100000" algn="bl" rotWithShape="0">
              <a:srgbClr val="000000">
                <a:alpha val="10000"/>
              </a:srgbClr>
            </a:outerShdw>
          </a:effectLst>
        </p:spPr>
        <p:txBody>
          <a:bodyPr/>
          <a:lstStyle/>
          <a:p>
            <a:endParaRPr lang="fr-FR"/>
          </a:p>
        </p:txBody>
      </p:sp>
      <p:sp>
        <p:nvSpPr>
          <p:cNvPr id="84" name="Shape 18">
            <a:extLst>
              <a:ext uri="{FF2B5EF4-FFF2-40B4-BE49-F238E27FC236}">
                <a16:creationId xmlns:a16="http://schemas.microsoft.com/office/drawing/2014/main" id="{8854A757-9DEC-59D9-24FE-7019340857E5}"/>
              </a:ext>
            </a:extLst>
          </p:cNvPr>
          <p:cNvSpPr/>
          <p:nvPr/>
        </p:nvSpPr>
        <p:spPr>
          <a:xfrm>
            <a:off x="594359" y="4480560"/>
            <a:ext cx="3381119" cy="440674"/>
          </a:xfrm>
          <a:prstGeom prst="rect">
            <a:avLst/>
          </a:prstGeom>
          <a:solidFill>
            <a:srgbClr val="02C39A"/>
          </a:solidFill>
          <a:ln w="12700">
            <a:solidFill>
              <a:srgbClr val="02C39A"/>
            </a:solidFill>
            <a:prstDash val="solid"/>
          </a:ln>
        </p:spPr>
        <p:txBody>
          <a:bodyPr/>
          <a:lstStyle/>
          <a:p>
            <a:endParaRPr lang="fr-FR"/>
          </a:p>
        </p:txBody>
      </p:sp>
      <p:sp>
        <p:nvSpPr>
          <p:cNvPr id="85" name="Text 19">
            <a:extLst>
              <a:ext uri="{FF2B5EF4-FFF2-40B4-BE49-F238E27FC236}">
                <a16:creationId xmlns:a16="http://schemas.microsoft.com/office/drawing/2014/main" id="{067F2AD3-E8C1-71A2-1C5D-EB08F9E96FDD}"/>
              </a:ext>
            </a:extLst>
          </p:cNvPr>
          <p:cNvSpPr/>
          <p:nvPr/>
        </p:nvSpPr>
        <p:spPr>
          <a:xfrm>
            <a:off x="594359" y="4480560"/>
            <a:ext cx="3381119" cy="440674"/>
          </a:xfrm>
          <a:prstGeom prst="rect">
            <a:avLst/>
          </a:prstGeom>
          <a:noFill/>
          <a:ln/>
        </p:spPr>
        <p:txBody>
          <a:bodyPr wrap="square" lIns="0" tIns="0" rIns="0" bIns="0" rtlCol="0" anchor="ctr"/>
          <a:lstStyle/>
          <a:p>
            <a:pPr marL="0" indent="0" algn="ctr">
              <a:buNone/>
            </a:pPr>
            <a:r>
              <a:rPr lang="en-US" sz="1600" b="1" dirty="0">
                <a:solidFill>
                  <a:srgbClr val="FFFFFF"/>
                </a:solidFill>
              </a:rPr>
              <a:t>Historique &amp; Analytics</a:t>
            </a:r>
            <a:endParaRPr lang="en-US" sz="1600" dirty="0"/>
          </a:p>
        </p:txBody>
      </p:sp>
      <p:sp>
        <p:nvSpPr>
          <p:cNvPr id="86" name="Text 20">
            <a:extLst>
              <a:ext uri="{FF2B5EF4-FFF2-40B4-BE49-F238E27FC236}">
                <a16:creationId xmlns:a16="http://schemas.microsoft.com/office/drawing/2014/main" id="{F6AFA38A-3A56-9014-F617-7E64E013C14B}"/>
              </a:ext>
            </a:extLst>
          </p:cNvPr>
          <p:cNvSpPr/>
          <p:nvPr/>
        </p:nvSpPr>
        <p:spPr>
          <a:xfrm>
            <a:off x="731519" y="4882896"/>
            <a:ext cx="3099359" cy="1437990"/>
          </a:xfrm>
          <a:prstGeom prst="rect">
            <a:avLst/>
          </a:prstGeom>
          <a:noFill/>
          <a:ln/>
        </p:spPr>
        <p:txBody>
          <a:bodyPr wrap="square" rtlCol="0" anchor="ctr"/>
          <a:lstStyle/>
          <a:p>
            <a:pPr marL="342900" indent="-342900">
              <a:buSzPct val="100000"/>
              <a:buChar char="•"/>
            </a:pPr>
            <a:r>
              <a:rPr lang="en-US" sz="1400" dirty="0">
                <a:solidFill>
                  <a:srgbClr val="1E293B"/>
                </a:solidFill>
              </a:rPr>
              <a:t>Pagination des tickets archivés</a:t>
            </a:r>
            <a:endParaRPr lang="en-US" sz="1400" dirty="0"/>
          </a:p>
          <a:p>
            <a:pPr marL="342900" indent="-342900">
              <a:buSzPct val="100000"/>
              <a:buChar char="•"/>
            </a:pPr>
            <a:r>
              <a:rPr lang="en-US" sz="1400" dirty="0">
                <a:solidFill>
                  <a:srgbClr val="1E293B"/>
                </a:solidFill>
              </a:rPr>
              <a:t>KPIs : catégories, urgences, SLA</a:t>
            </a:r>
            <a:endParaRPr lang="en-US" sz="1400" dirty="0"/>
          </a:p>
          <a:p>
            <a:pPr marL="342900" indent="-342900">
              <a:buSzPct val="100000"/>
              <a:buChar char="•"/>
            </a:pPr>
            <a:r>
              <a:rPr lang="en-US" sz="1400" dirty="0">
                <a:solidFill>
                  <a:srgbClr val="1E293B"/>
                </a:solidFill>
              </a:rPr>
              <a:t>Statistiques de satisfaction résident</a:t>
            </a:r>
            <a:endParaRPr lang="en-US" sz="1400" dirty="0"/>
          </a:p>
        </p:txBody>
      </p:sp>
      <p:sp>
        <p:nvSpPr>
          <p:cNvPr id="87" name="Shape 21">
            <a:extLst>
              <a:ext uri="{FF2B5EF4-FFF2-40B4-BE49-F238E27FC236}">
                <a16:creationId xmlns:a16="http://schemas.microsoft.com/office/drawing/2014/main" id="{5AB2D8DD-FC31-ECC6-8CB6-4A8788D43919}"/>
              </a:ext>
            </a:extLst>
          </p:cNvPr>
          <p:cNvSpPr/>
          <p:nvPr/>
        </p:nvSpPr>
        <p:spPr>
          <a:xfrm>
            <a:off x="4357161" y="4480560"/>
            <a:ext cx="3381119" cy="2029422"/>
          </a:xfrm>
          <a:prstGeom prst="rect">
            <a:avLst/>
          </a:prstGeom>
          <a:solidFill>
            <a:srgbClr val="FFFFFF"/>
          </a:solidFill>
          <a:ln w="6350">
            <a:solidFill>
              <a:srgbClr val="CBD5E1"/>
            </a:solidFill>
            <a:prstDash val="solid"/>
          </a:ln>
          <a:effectLst>
            <a:outerShdw blurRad="76200" dist="25400" dir="8100000" algn="bl" rotWithShape="0">
              <a:srgbClr val="000000">
                <a:alpha val="10000"/>
              </a:srgbClr>
            </a:outerShdw>
          </a:effectLst>
        </p:spPr>
        <p:txBody>
          <a:bodyPr/>
          <a:lstStyle/>
          <a:p>
            <a:endParaRPr lang="fr-FR"/>
          </a:p>
        </p:txBody>
      </p:sp>
      <p:sp>
        <p:nvSpPr>
          <p:cNvPr id="88" name="Shape 22">
            <a:extLst>
              <a:ext uri="{FF2B5EF4-FFF2-40B4-BE49-F238E27FC236}">
                <a16:creationId xmlns:a16="http://schemas.microsoft.com/office/drawing/2014/main" id="{08989B2F-A394-F05C-A3D7-6F57B06D8A56}"/>
              </a:ext>
            </a:extLst>
          </p:cNvPr>
          <p:cNvSpPr/>
          <p:nvPr/>
        </p:nvSpPr>
        <p:spPr>
          <a:xfrm>
            <a:off x="4357161" y="4480560"/>
            <a:ext cx="3381119" cy="440674"/>
          </a:xfrm>
          <a:prstGeom prst="rect">
            <a:avLst/>
          </a:prstGeom>
          <a:solidFill>
            <a:srgbClr val="7C3AED"/>
          </a:solidFill>
          <a:ln w="12700">
            <a:solidFill>
              <a:srgbClr val="7C3AED"/>
            </a:solidFill>
            <a:prstDash val="solid"/>
          </a:ln>
        </p:spPr>
        <p:txBody>
          <a:bodyPr/>
          <a:lstStyle/>
          <a:p>
            <a:endParaRPr lang="fr-FR"/>
          </a:p>
        </p:txBody>
      </p:sp>
      <p:sp>
        <p:nvSpPr>
          <p:cNvPr id="89" name="Text 23">
            <a:extLst>
              <a:ext uri="{FF2B5EF4-FFF2-40B4-BE49-F238E27FC236}">
                <a16:creationId xmlns:a16="http://schemas.microsoft.com/office/drawing/2014/main" id="{0D9D16B9-7755-3888-588A-DA4FDE05C2CE}"/>
              </a:ext>
            </a:extLst>
          </p:cNvPr>
          <p:cNvSpPr/>
          <p:nvPr/>
        </p:nvSpPr>
        <p:spPr>
          <a:xfrm>
            <a:off x="4357161" y="4480560"/>
            <a:ext cx="3381119" cy="440674"/>
          </a:xfrm>
          <a:prstGeom prst="rect">
            <a:avLst/>
          </a:prstGeom>
          <a:noFill/>
          <a:ln/>
        </p:spPr>
        <p:txBody>
          <a:bodyPr wrap="square" lIns="0" tIns="0" rIns="0" bIns="0" rtlCol="0" anchor="ctr"/>
          <a:lstStyle/>
          <a:p>
            <a:pPr marL="0" indent="0" algn="ctr">
              <a:buNone/>
            </a:pPr>
            <a:r>
              <a:rPr lang="en-US" sz="1600" b="1" dirty="0">
                <a:solidFill>
                  <a:srgbClr val="FFFFFF"/>
                </a:solidFill>
              </a:rPr>
              <a:t>Notifications FCM</a:t>
            </a:r>
            <a:endParaRPr lang="en-US" sz="1600" dirty="0"/>
          </a:p>
        </p:txBody>
      </p:sp>
      <p:sp>
        <p:nvSpPr>
          <p:cNvPr id="90" name="Text 24">
            <a:extLst>
              <a:ext uri="{FF2B5EF4-FFF2-40B4-BE49-F238E27FC236}">
                <a16:creationId xmlns:a16="http://schemas.microsoft.com/office/drawing/2014/main" id="{3F98E52B-E820-2C24-63CF-CBA78250FA29}"/>
              </a:ext>
            </a:extLst>
          </p:cNvPr>
          <p:cNvSpPr/>
          <p:nvPr/>
        </p:nvSpPr>
        <p:spPr>
          <a:xfrm>
            <a:off x="4494321" y="4882896"/>
            <a:ext cx="3099359" cy="1437990"/>
          </a:xfrm>
          <a:prstGeom prst="rect">
            <a:avLst/>
          </a:prstGeom>
          <a:noFill/>
          <a:ln/>
        </p:spPr>
        <p:txBody>
          <a:bodyPr wrap="square" rtlCol="0" anchor="ctr"/>
          <a:lstStyle/>
          <a:p>
            <a:pPr marL="342900" indent="-342900">
              <a:buSzPct val="100000"/>
              <a:buChar char="•"/>
            </a:pPr>
            <a:r>
              <a:rPr lang="en-US" sz="1400" dirty="0">
                <a:solidFill>
                  <a:srgbClr val="1E293B"/>
                </a:solidFill>
              </a:rPr>
              <a:t>Alertes P0/P1 en temps réel</a:t>
            </a:r>
            <a:endParaRPr lang="en-US" sz="1400" dirty="0"/>
          </a:p>
          <a:p>
            <a:pPr marL="342900" indent="-342900">
              <a:buSzPct val="100000"/>
              <a:buChar char="•"/>
            </a:pPr>
            <a:r>
              <a:rPr lang="en-US" sz="1400" dirty="0">
                <a:solidFill>
                  <a:srgbClr val="1E293B"/>
                </a:solidFill>
              </a:rPr>
              <a:t>Topic admin_alerts</a:t>
            </a:r>
            <a:endParaRPr lang="en-US" sz="1400" dirty="0"/>
          </a:p>
          <a:p>
            <a:pPr marL="342900" indent="-342900">
              <a:buSzPct val="100000"/>
              <a:buChar char="•"/>
            </a:pPr>
            <a:r>
              <a:rPr lang="en-US" sz="1400" dirty="0">
                <a:solidFill>
                  <a:srgbClr val="1E293B"/>
                </a:solidFill>
              </a:rPr>
              <a:t>Affichage natif sur appareil mobile</a:t>
            </a:r>
            <a:endParaRPr lang="en-US" sz="1400" dirty="0"/>
          </a:p>
        </p:txBody>
      </p:sp>
      <p:sp>
        <p:nvSpPr>
          <p:cNvPr id="91" name="Shape 25">
            <a:extLst>
              <a:ext uri="{FF2B5EF4-FFF2-40B4-BE49-F238E27FC236}">
                <a16:creationId xmlns:a16="http://schemas.microsoft.com/office/drawing/2014/main" id="{325B3921-E0A7-B136-C2DF-CE57AE7AB609}"/>
              </a:ext>
            </a:extLst>
          </p:cNvPr>
          <p:cNvSpPr/>
          <p:nvPr/>
        </p:nvSpPr>
        <p:spPr>
          <a:xfrm>
            <a:off x="8119963" y="4480560"/>
            <a:ext cx="3477678" cy="2029422"/>
          </a:xfrm>
          <a:prstGeom prst="rect">
            <a:avLst/>
          </a:prstGeom>
          <a:solidFill>
            <a:srgbClr val="FFFFFF"/>
          </a:solidFill>
          <a:ln w="6350">
            <a:solidFill>
              <a:srgbClr val="CBD5E1"/>
            </a:solidFill>
            <a:prstDash val="solid"/>
          </a:ln>
          <a:effectLst>
            <a:outerShdw blurRad="76200" dist="25400" dir="8100000" algn="bl" rotWithShape="0">
              <a:srgbClr val="000000">
                <a:alpha val="10000"/>
              </a:srgbClr>
            </a:outerShdw>
          </a:effectLst>
        </p:spPr>
        <p:txBody>
          <a:bodyPr/>
          <a:lstStyle/>
          <a:p>
            <a:endParaRPr lang="fr-FR"/>
          </a:p>
        </p:txBody>
      </p:sp>
      <p:sp>
        <p:nvSpPr>
          <p:cNvPr id="92" name="Shape 26">
            <a:extLst>
              <a:ext uri="{FF2B5EF4-FFF2-40B4-BE49-F238E27FC236}">
                <a16:creationId xmlns:a16="http://schemas.microsoft.com/office/drawing/2014/main" id="{C64C22DB-E835-0350-B54B-69005C008FE1}"/>
              </a:ext>
            </a:extLst>
          </p:cNvPr>
          <p:cNvSpPr/>
          <p:nvPr/>
        </p:nvSpPr>
        <p:spPr>
          <a:xfrm>
            <a:off x="8119963" y="4480560"/>
            <a:ext cx="3477678" cy="440674"/>
          </a:xfrm>
          <a:prstGeom prst="rect">
            <a:avLst/>
          </a:prstGeom>
          <a:solidFill>
            <a:srgbClr val="F59E0B"/>
          </a:solidFill>
          <a:ln w="12700">
            <a:solidFill>
              <a:srgbClr val="F59E0B"/>
            </a:solidFill>
            <a:prstDash val="solid"/>
          </a:ln>
        </p:spPr>
        <p:txBody>
          <a:bodyPr/>
          <a:lstStyle/>
          <a:p>
            <a:endParaRPr lang="fr-FR"/>
          </a:p>
        </p:txBody>
      </p:sp>
      <p:sp>
        <p:nvSpPr>
          <p:cNvPr id="93" name="Text 27">
            <a:extLst>
              <a:ext uri="{FF2B5EF4-FFF2-40B4-BE49-F238E27FC236}">
                <a16:creationId xmlns:a16="http://schemas.microsoft.com/office/drawing/2014/main" id="{33EDF694-C21C-2072-1070-7812CE55A01D}"/>
              </a:ext>
            </a:extLst>
          </p:cNvPr>
          <p:cNvSpPr/>
          <p:nvPr/>
        </p:nvSpPr>
        <p:spPr>
          <a:xfrm>
            <a:off x="8119963" y="4480560"/>
            <a:ext cx="3477678" cy="440674"/>
          </a:xfrm>
          <a:prstGeom prst="rect">
            <a:avLst/>
          </a:prstGeom>
          <a:noFill/>
          <a:ln/>
        </p:spPr>
        <p:txBody>
          <a:bodyPr wrap="square" lIns="0" tIns="0" rIns="0" bIns="0" rtlCol="0" anchor="ctr"/>
          <a:lstStyle/>
          <a:p>
            <a:pPr marL="0" indent="0" algn="ctr">
              <a:buNone/>
            </a:pPr>
            <a:r>
              <a:rPr lang="en-US" sz="1600" b="1" dirty="0">
                <a:solidFill>
                  <a:srgbClr val="FFFFFF"/>
                </a:solidFill>
              </a:rPr>
              <a:t>Compte administrateur</a:t>
            </a:r>
            <a:endParaRPr lang="en-US" sz="1600" dirty="0"/>
          </a:p>
        </p:txBody>
      </p:sp>
      <p:sp>
        <p:nvSpPr>
          <p:cNvPr id="94" name="Text 28">
            <a:extLst>
              <a:ext uri="{FF2B5EF4-FFF2-40B4-BE49-F238E27FC236}">
                <a16:creationId xmlns:a16="http://schemas.microsoft.com/office/drawing/2014/main" id="{1D24934A-0D46-4FE6-C746-46948FF2859B}"/>
              </a:ext>
            </a:extLst>
          </p:cNvPr>
          <p:cNvSpPr/>
          <p:nvPr/>
        </p:nvSpPr>
        <p:spPr>
          <a:xfrm>
            <a:off x="8306899" y="4882896"/>
            <a:ext cx="3187872" cy="1437990"/>
          </a:xfrm>
          <a:prstGeom prst="rect">
            <a:avLst/>
          </a:prstGeom>
          <a:noFill/>
          <a:ln/>
        </p:spPr>
        <p:txBody>
          <a:bodyPr wrap="square" rtlCol="0" anchor="ctr"/>
          <a:lstStyle/>
          <a:p>
            <a:pPr marL="342900" indent="-342900">
              <a:buSzPct val="100000"/>
              <a:buChar char="•"/>
            </a:pPr>
            <a:r>
              <a:rPr lang="en-US" sz="1400" dirty="0">
                <a:solidFill>
                  <a:srgbClr val="1E293B"/>
                </a:solidFill>
              </a:rPr>
              <a:t>Statistiques personnelles (tickets validés)</a:t>
            </a:r>
            <a:endParaRPr lang="en-US" sz="1400" dirty="0"/>
          </a:p>
          <a:p>
            <a:pPr marL="342900" indent="-342900">
              <a:buSzPct val="100000"/>
              <a:buChar char="•"/>
            </a:pPr>
            <a:r>
              <a:rPr lang="en-US" sz="1400" dirty="0">
                <a:solidFill>
                  <a:srgbClr val="1E293B"/>
                </a:solidFill>
              </a:rPr>
              <a:t>Historique des actions</a:t>
            </a:r>
            <a:endParaRPr lang="en-US" sz="1400" dirty="0"/>
          </a:p>
          <a:p>
            <a:pPr marL="342900" indent="-342900">
              <a:buSzPct val="100000"/>
              <a:buChar char="•"/>
            </a:pPr>
            <a:r>
              <a:rPr lang="en-US" sz="1400" dirty="0">
                <a:solidFill>
                  <a:srgbClr val="1E293B"/>
                </a:solidFill>
              </a:rPr>
              <a:t>Temps moyen de traitement, P0 gérés</a:t>
            </a:r>
            <a:endParaRPr lang="en-US" sz="1400" dirty="0"/>
          </a:p>
        </p:txBody>
      </p:sp>
      <p:sp>
        <p:nvSpPr>
          <p:cNvPr id="8" name="Text 61">
            <a:extLst>
              <a:ext uri="{FF2B5EF4-FFF2-40B4-BE49-F238E27FC236}">
                <a16:creationId xmlns:a16="http://schemas.microsoft.com/office/drawing/2014/main" id="{F5869B44-2736-47D0-6D9F-1B8AA1A9CE31}"/>
              </a:ext>
            </a:extLst>
          </p:cNvPr>
          <p:cNvSpPr/>
          <p:nvPr/>
        </p:nvSpPr>
        <p:spPr>
          <a:xfrm>
            <a:off x="10911535" y="6446520"/>
            <a:ext cx="914400" cy="274320"/>
          </a:xfrm>
          <a:prstGeom prst="rect">
            <a:avLst/>
          </a:prstGeom>
          <a:noFill/>
          <a:ln/>
        </p:spPr>
        <p:txBody>
          <a:bodyPr wrap="square" rtlCol="0" anchor="ctr"/>
          <a:lstStyle/>
          <a:p>
            <a:pPr marL="0" indent="0" algn="r">
              <a:buNone/>
            </a:pPr>
            <a:r>
              <a:rPr lang="en-US" sz="1000" dirty="0">
                <a:solidFill>
                  <a:srgbClr val="475569"/>
                </a:solidFill>
                <a:latin typeface="Calibri" pitchFamily="34" charset="0"/>
                <a:ea typeface="Calibri" pitchFamily="34" charset="-122"/>
                <a:cs typeface="Calibri" pitchFamily="34" charset="-120"/>
              </a:rPr>
              <a:t>16 / 24</a:t>
            </a:r>
            <a:endParaRPr lang="en-US" sz="1000" dirty="0"/>
          </a:p>
        </p:txBody>
      </p:sp>
    </p:spTree>
    <p:extLst>
      <p:ext uri="{BB962C8B-B14F-4D97-AF65-F5344CB8AC3E}">
        <p14:creationId xmlns:p14="http://schemas.microsoft.com/office/powerpoint/2010/main" val="29003993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1"/>
                                        </p:tgtEl>
                                        <p:attrNameLst>
                                          <p:attrName>style.visibility</p:attrName>
                                        </p:attrNameLst>
                                      </p:cBhvr>
                                      <p:to>
                                        <p:strVal val="visible"/>
                                      </p:to>
                                    </p:set>
                                    <p:anim calcmode="lin" valueType="num">
                                      <p:cBhvr additive="base">
                                        <p:cTn id="7" dur="500" fill="hold"/>
                                        <p:tgtEl>
                                          <p:spTgt spid="71"/>
                                        </p:tgtEl>
                                        <p:attrNameLst>
                                          <p:attrName>ppt_x</p:attrName>
                                        </p:attrNameLst>
                                      </p:cBhvr>
                                      <p:tavLst>
                                        <p:tav tm="0">
                                          <p:val>
                                            <p:strVal val="1+#ppt_w/2"/>
                                          </p:val>
                                        </p:tav>
                                        <p:tav tm="100000">
                                          <p:val>
                                            <p:strVal val="#ppt_x"/>
                                          </p:val>
                                        </p:tav>
                                      </p:tavLst>
                                    </p:anim>
                                    <p:anim calcmode="lin" valueType="num">
                                      <p:cBhvr additive="base">
                                        <p:cTn id="8" dur="500" fill="hold"/>
                                        <p:tgtEl>
                                          <p:spTgt spid="71"/>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72"/>
                                        </p:tgtEl>
                                        <p:attrNameLst>
                                          <p:attrName>style.visibility</p:attrName>
                                        </p:attrNameLst>
                                      </p:cBhvr>
                                      <p:to>
                                        <p:strVal val="visible"/>
                                      </p:to>
                                    </p:set>
                                    <p:anim calcmode="lin" valueType="num">
                                      <p:cBhvr additive="base">
                                        <p:cTn id="11" dur="500" fill="hold"/>
                                        <p:tgtEl>
                                          <p:spTgt spid="72"/>
                                        </p:tgtEl>
                                        <p:attrNameLst>
                                          <p:attrName>ppt_x</p:attrName>
                                        </p:attrNameLst>
                                      </p:cBhvr>
                                      <p:tavLst>
                                        <p:tav tm="0">
                                          <p:val>
                                            <p:strVal val="1+#ppt_w/2"/>
                                          </p:val>
                                        </p:tav>
                                        <p:tav tm="100000">
                                          <p:val>
                                            <p:strVal val="#ppt_x"/>
                                          </p:val>
                                        </p:tav>
                                      </p:tavLst>
                                    </p:anim>
                                    <p:anim calcmode="lin" valueType="num">
                                      <p:cBhvr additive="base">
                                        <p:cTn id="12" dur="500" fill="hold"/>
                                        <p:tgtEl>
                                          <p:spTgt spid="72"/>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73"/>
                                        </p:tgtEl>
                                        <p:attrNameLst>
                                          <p:attrName>style.visibility</p:attrName>
                                        </p:attrNameLst>
                                      </p:cBhvr>
                                      <p:to>
                                        <p:strVal val="visible"/>
                                      </p:to>
                                    </p:set>
                                    <p:anim calcmode="lin" valueType="num">
                                      <p:cBhvr additive="base">
                                        <p:cTn id="15" dur="500" fill="hold"/>
                                        <p:tgtEl>
                                          <p:spTgt spid="73"/>
                                        </p:tgtEl>
                                        <p:attrNameLst>
                                          <p:attrName>ppt_x</p:attrName>
                                        </p:attrNameLst>
                                      </p:cBhvr>
                                      <p:tavLst>
                                        <p:tav tm="0">
                                          <p:val>
                                            <p:strVal val="1+#ppt_w/2"/>
                                          </p:val>
                                        </p:tav>
                                        <p:tav tm="100000">
                                          <p:val>
                                            <p:strVal val="#ppt_x"/>
                                          </p:val>
                                        </p:tav>
                                      </p:tavLst>
                                    </p:anim>
                                    <p:anim calcmode="lin" valueType="num">
                                      <p:cBhvr additive="base">
                                        <p:cTn id="16" dur="500" fill="hold"/>
                                        <p:tgtEl>
                                          <p:spTgt spid="73"/>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74"/>
                                        </p:tgtEl>
                                        <p:attrNameLst>
                                          <p:attrName>style.visibility</p:attrName>
                                        </p:attrNameLst>
                                      </p:cBhvr>
                                      <p:to>
                                        <p:strVal val="visible"/>
                                      </p:to>
                                    </p:set>
                                    <p:anim calcmode="lin" valueType="num">
                                      <p:cBhvr additive="base">
                                        <p:cTn id="19" dur="500" fill="hold"/>
                                        <p:tgtEl>
                                          <p:spTgt spid="74"/>
                                        </p:tgtEl>
                                        <p:attrNameLst>
                                          <p:attrName>ppt_x</p:attrName>
                                        </p:attrNameLst>
                                      </p:cBhvr>
                                      <p:tavLst>
                                        <p:tav tm="0">
                                          <p:val>
                                            <p:strVal val="1+#ppt_w/2"/>
                                          </p:val>
                                        </p:tav>
                                        <p:tav tm="100000">
                                          <p:val>
                                            <p:strVal val="#ppt_x"/>
                                          </p:val>
                                        </p:tav>
                                      </p:tavLst>
                                    </p:anim>
                                    <p:anim calcmode="lin" valueType="num">
                                      <p:cBhvr additive="base">
                                        <p:cTn id="20" dur="500" fill="hold"/>
                                        <p:tgtEl>
                                          <p:spTgt spid="74"/>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75"/>
                                        </p:tgtEl>
                                        <p:attrNameLst>
                                          <p:attrName>style.visibility</p:attrName>
                                        </p:attrNameLst>
                                      </p:cBhvr>
                                      <p:to>
                                        <p:strVal val="visible"/>
                                      </p:to>
                                    </p:set>
                                    <p:anim calcmode="lin" valueType="num">
                                      <p:cBhvr additive="base">
                                        <p:cTn id="23" dur="500" fill="hold"/>
                                        <p:tgtEl>
                                          <p:spTgt spid="75"/>
                                        </p:tgtEl>
                                        <p:attrNameLst>
                                          <p:attrName>ppt_x</p:attrName>
                                        </p:attrNameLst>
                                      </p:cBhvr>
                                      <p:tavLst>
                                        <p:tav tm="0">
                                          <p:val>
                                            <p:strVal val="1+#ppt_w/2"/>
                                          </p:val>
                                        </p:tav>
                                        <p:tav tm="100000">
                                          <p:val>
                                            <p:strVal val="#ppt_x"/>
                                          </p:val>
                                        </p:tav>
                                      </p:tavLst>
                                    </p:anim>
                                    <p:anim calcmode="lin" valueType="num">
                                      <p:cBhvr additive="base">
                                        <p:cTn id="24" dur="500" fill="hold"/>
                                        <p:tgtEl>
                                          <p:spTgt spid="75"/>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76"/>
                                        </p:tgtEl>
                                        <p:attrNameLst>
                                          <p:attrName>style.visibility</p:attrName>
                                        </p:attrNameLst>
                                      </p:cBhvr>
                                      <p:to>
                                        <p:strVal val="visible"/>
                                      </p:to>
                                    </p:set>
                                    <p:anim calcmode="lin" valueType="num">
                                      <p:cBhvr additive="base">
                                        <p:cTn id="27" dur="500" fill="hold"/>
                                        <p:tgtEl>
                                          <p:spTgt spid="76"/>
                                        </p:tgtEl>
                                        <p:attrNameLst>
                                          <p:attrName>ppt_x</p:attrName>
                                        </p:attrNameLst>
                                      </p:cBhvr>
                                      <p:tavLst>
                                        <p:tav tm="0">
                                          <p:val>
                                            <p:strVal val="1+#ppt_w/2"/>
                                          </p:val>
                                        </p:tav>
                                        <p:tav tm="100000">
                                          <p:val>
                                            <p:strVal val="#ppt_x"/>
                                          </p:val>
                                        </p:tav>
                                      </p:tavLst>
                                    </p:anim>
                                    <p:anim calcmode="lin" valueType="num">
                                      <p:cBhvr additive="base">
                                        <p:cTn id="28" dur="500" fill="hold"/>
                                        <p:tgtEl>
                                          <p:spTgt spid="76"/>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77"/>
                                        </p:tgtEl>
                                        <p:attrNameLst>
                                          <p:attrName>style.visibility</p:attrName>
                                        </p:attrNameLst>
                                      </p:cBhvr>
                                      <p:to>
                                        <p:strVal val="visible"/>
                                      </p:to>
                                    </p:set>
                                    <p:anim calcmode="lin" valueType="num">
                                      <p:cBhvr additive="base">
                                        <p:cTn id="31" dur="500" fill="hold"/>
                                        <p:tgtEl>
                                          <p:spTgt spid="77"/>
                                        </p:tgtEl>
                                        <p:attrNameLst>
                                          <p:attrName>ppt_x</p:attrName>
                                        </p:attrNameLst>
                                      </p:cBhvr>
                                      <p:tavLst>
                                        <p:tav tm="0">
                                          <p:val>
                                            <p:strVal val="1+#ppt_w/2"/>
                                          </p:val>
                                        </p:tav>
                                        <p:tav tm="100000">
                                          <p:val>
                                            <p:strVal val="#ppt_x"/>
                                          </p:val>
                                        </p:tav>
                                      </p:tavLst>
                                    </p:anim>
                                    <p:anim calcmode="lin" valueType="num">
                                      <p:cBhvr additive="base">
                                        <p:cTn id="32" dur="500" fill="hold"/>
                                        <p:tgtEl>
                                          <p:spTgt spid="77"/>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78"/>
                                        </p:tgtEl>
                                        <p:attrNameLst>
                                          <p:attrName>style.visibility</p:attrName>
                                        </p:attrNameLst>
                                      </p:cBhvr>
                                      <p:to>
                                        <p:strVal val="visible"/>
                                      </p:to>
                                    </p:set>
                                    <p:anim calcmode="lin" valueType="num">
                                      <p:cBhvr additive="base">
                                        <p:cTn id="35" dur="500" fill="hold"/>
                                        <p:tgtEl>
                                          <p:spTgt spid="78"/>
                                        </p:tgtEl>
                                        <p:attrNameLst>
                                          <p:attrName>ppt_x</p:attrName>
                                        </p:attrNameLst>
                                      </p:cBhvr>
                                      <p:tavLst>
                                        <p:tav tm="0">
                                          <p:val>
                                            <p:strVal val="1+#ppt_w/2"/>
                                          </p:val>
                                        </p:tav>
                                        <p:tav tm="100000">
                                          <p:val>
                                            <p:strVal val="#ppt_x"/>
                                          </p:val>
                                        </p:tav>
                                      </p:tavLst>
                                    </p:anim>
                                    <p:anim calcmode="lin" valueType="num">
                                      <p:cBhvr additive="base">
                                        <p:cTn id="36" dur="500" fill="hold"/>
                                        <p:tgtEl>
                                          <p:spTgt spid="78"/>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0"/>
                                  </p:stCondLst>
                                  <p:childTnLst>
                                    <p:set>
                                      <p:cBhvr>
                                        <p:cTn id="38" dur="1" fill="hold">
                                          <p:stCondLst>
                                            <p:cond delay="0"/>
                                          </p:stCondLst>
                                        </p:cTn>
                                        <p:tgtEl>
                                          <p:spTgt spid="79"/>
                                        </p:tgtEl>
                                        <p:attrNameLst>
                                          <p:attrName>style.visibility</p:attrName>
                                        </p:attrNameLst>
                                      </p:cBhvr>
                                      <p:to>
                                        <p:strVal val="visible"/>
                                      </p:to>
                                    </p:set>
                                    <p:anim calcmode="lin" valueType="num">
                                      <p:cBhvr additive="base">
                                        <p:cTn id="39" dur="500" fill="hold"/>
                                        <p:tgtEl>
                                          <p:spTgt spid="79"/>
                                        </p:tgtEl>
                                        <p:attrNameLst>
                                          <p:attrName>ppt_x</p:attrName>
                                        </p:attrNameLst>
                                      </p:cBhvr>
                                      <p:tavLst>
                                        <p:tav tm="0">
                                          <p:val>
                                            <p:strVal val="1+#ppt_w/2"/>
                                          </p:val>
                                        </p:tav>
                                        <p:tav tm="100000">
                                          <p:val>
                                            <p:strVal val="#ppt_x"/>
                                          </p:val>
                                        </p:tav>
                                      </p:tavLst>
                                    </p:anim>
                                    <p:anim calcmode="lin" valueType="num">
                                      <p:cBhvr additive="base">
                                        <p:cTn id="40" dur="500" fill="hold"/>
                                        <p:tgtEl>
                                          <p:spTgt spid="79"/>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0"/>
                                  </p:stCondLst>
                                  <p:childTnLst>
                                    <p:set>
                                      <p:cBhvr>
                                        <p:cTn id="42" dur="1" fill="hold">
                                          <p:stCondLst>
                                            <p:cond delay="0"/>
                                          </p:stCondLst>
                                        </p:cTn>
                                        <p:tgtEl>
                                          <p:spTgt spid="80"/>
                                        </p:tgtEl>
                                        <p:attrNameLst>
                                          <p:attrName>style.visibility</p:attrName>
                                        </p:attrNameLst>
                                      </p:cBhvr>
                                      <p:to>
                                        <p:strVal val="visible"/>
                                      </p:to>
                                    </p:set>
                                    <p:anim calcmode="lin" valueType="num">
                                      <p:cBhvr additive="base">
                                        <p:cTn id="43" dur="500" fill="hold"/>
                                        <p:tgtEl>
                                          <p:spTgt spid="80"/>
                                        </p:tgtEl>
                                        <p:attrNameLst>
                                          <p:attrName>ppt_x</p:attrName>
                                        </p:attrNameLst>
                                      </p:cBhvr>
                                      <p:tavLst>
                                        <p:tav tm="0">
                                          <p:val>
                                            <p:strVal val="1+#ppt_w/2"/>
                                          </p:val>
                                        </p:tav>
                                        <p:tav tm="100000">
                                          <p:val>
                                            <p:strVal val="#ppt_x"/>
                                          </p:val>
                                        </p:tav>
                                      </p:tavLst>
                                    </p:anim>
                                    <p:anim calcmode="lin" valueType="num">
                                      <p:cBhvr additive="base">
                                        <p:cTn id="44" dur="500" fill="hold"/>
                                        <p:tgtEl>
                                          <p:spTgt spid="80"/>
                                        </p:tgtEl>
                                        <p:attrNameLst>
                                          <p:attrName>ppt_y</p:attrName>
                                        </p:attrNameLst>
                                      </p:cBhvr>
                                      <p:tavLst>
                                        <p:tav tm="0">
                                          <p:val>
                                            <p:strVal val="#ppt_y"/>
                                          </p:val>
                                        </p:tav>
                                        <p:tav tm="100000">
                                          <p:val>
                                            <p:strVal val="#ppt_y"/>
                                          </p:val>
                                        </p:tav>
                                      </p:tavLst>
                                    </p:anim>
                                  </p:childTnLst>
                                </p:cTn>
                              </p:par>
                              <p:par>
                                <p:cTn id="45" presetID="2" presetClass="entr" presetSubtype="2" fill="hold" grpId="0" nodeType="withEffect">
                                  <p:stCondLst>
                                    <p:cond delay="0"/>
                                  </p:stCondLst>
                                  <p:childTnLst>
                                    <p:set>
                                      <p:cBhvr>
                                        <p:cTn id="46" dur="1" fill="hold">
                                          <p:stCondLst>
                                            <p:cond delay="0"/>
                                          </p:stCondLst>
                                        </p:cTn>
                                        <p:tgtEl>
                                          <p:spTgt spid="81"/>
                                        </p:tgtEl>
                                        <p:attrNameLst>
                                          <p:attrName>style.visibility</p:attrName>
                                        </p:attrNameLst>
                                      </p:cBhvr>
                                      <p:to>
                                        <p:strVal val="visible"/>
                                      </p:to>
                                    </p:set>
                                    <p:anim calcmode="lin" valueType="num">
                                      <p:cBhvr additive="base">
                                        <p:cTn id="47" dur="500" fill="hold"/>
                                        <p:tgtEl>
                                          <p:spTgt spid="81"/>
                                        </p:tgtEl>
                                        <p:attrNameLst>
                                          <p:attrName>ppt_x</p:attrName>
                                        </p:attrNameLst>
                                      </p:cBhvr>
                                      <p:tavLst>
                                        <p:tav tm="0">
                                          <p:val>
                                            <p:strVal val="1+#ppt_w/2"/>
                                          </p:val>
                                        </p:tav>
                                        <p:tav tm="100000">
                                          <p:val>
                                            <p:strVal val="#ppt_x"/>
                                          </p:val>
                                        </p:tav>
                                      </p:tavLst>
                                    </p:anim>
                                    <p:anim calcmode="lin" valueType="num">
                                      <p:cBhvr additive="base">
                                        <p:cTn id="48" dur="500" fill="hold"/>
                                        <p:tgtEl>
                                          <p:spTgt spid="81"/>
                                        </p:tgtEl>
                                        <p:attrNameLst>
                                          <p:attrName>ppt_y</p:attrName>
                                        </p:attrNameLst>
                                      </p:cBhvr>
                                      <p:tavLst>
                                        <p:tav tm="0">
                                          <p:val>
                                            <p:strVal val="#ppt_y"/>
                                          </p:val>
                                        </p:tav>
                                        <p:tav tm="100000">
                                          <p:val>
                                            <p:strVal val="#ppt_y"/>
                                          </p:val>
                                        </p:tav>
                                      </p:tavLst>
                                    </p:anim>
                                  </p:childTnLst>
                                </p:cTn>
                              </p:par>
                              <p:par>
                                <p:cTn id="49" presetID="2" presetClass="entr" presetSubtype="2" fill="hold" grpId="0" nodeType="withEffect">
                                  <p:stCondLst>
                                    <p:cond delay="0"/>
                                  </p:stCondLst>
                                  <p:childTnLst>
                                    <p:set>
                                      <p:cBhvr>
                                        <p:cTn id="50" dur="1" fill="hold">
                                          <p:stCondLst>
                                            <p:cond delay="0"/>
                                          </p:stCondLst>
                                        </p:cTn>
                                        <p:tgtEl>
                                          <p:spTgt spid="82"/>
                                        </p:tgtEl>
                                        <p:attrNameLst>
                                          <p:attrName>style.visibility</p:attrName>
                                        </p:attrNameLst>
                                      </p:cBhvr>
                                      <p:to>
                                        <p:strVal val="visible"/>
                                      </p:to>
                                    </p:set>
                                    <p:anim calcmode="lin" valueType="num">
                                      <p:cBhvr additive="base">
                                        <p:cTn id="51" dur="500" fill="hold"/>
                                        <p:tgtEl>
                                          <p:spTgt spid="82"/>
                                        </p:tgtEl>
                                        <p:attrNameLst>
                                          <p:attrName>ppt_x</p:attrName>
                                        </p:attrNameLst>
                                      </p:cBhvr>
                                      <p:tavLst>
                                        <p:tav tm="0">
                                          <p:val>
                                            <p:strVal val="1+#ppt_w/2"/>
                                          </p:val>
                                        </p:tav>
                                        <p:tav tm="100000">
                                          <p:val>
                                            <p:strVal val="#ppt_x"/>
                                          </p:val>
                                        </p:tav>
                                      </p:tavLst>
                                    </p:anim>
                                    <p:anim calcmode="lin" valueType="num">
                                      <p:cBhvr additive="base">
                                        <p:cTn id="52" dur="500" fill="hold"/>
                                        <p:tgtEl>
                                          <p:spTgt spid="82"/>
                                        </p:tgtEl>
                                        <p:attrNameLst>
                                          <p:attrName>ppt_y</p:attrName>
                                        </p:attrNameLst>
                                      </p:cBhvr>
                                      <p:tavLst>
                                        <p:tav tm="0">
                                          <p:val>
                                            <p:strVal val="#ppt_y"/>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2" fill="hold" grpId="0" nodeType="clickEffect">
                                  <p:stCondLst>
                                    <p:cond delay="0"/>
                                  </p:stCondLst>
                                  <p:childTnLst>
                                    <p:set>
                                      <p:cBhvr>
                                        <p:cTn id="56" dur="1" fill="hold">
                                          <p:stCondLst>
                                            <p:cond delay="0"/>
                                          </p:stCondLst>
                                        </p:cTn>
                                        <p:tgtEl>
                                          <p:spTgt spid="83"/>
                                        </p:tgtEl>
                                        <p:attrNameLst>
                                          <p:attrName>style.visibility</p:attrName>
                                        </p:attrNameLst>
                                      </p:cBhvr>
                                      <p:to>
                                        <p:strVal val="visible"/>
                                      </p:to>
                                    </p:set>
                                    <p:anim calcmode="lin" valueType="num">
                                      <p:cBhvr additive="base">
                                        <p:cTn id="57" dur="500" fill="hold"/>
                                        <p:tgtEl>
                                          <p:spTgt spid="83"/>
                                        </p:tgtEl>
                                        <p:attrNameLst>
                                          <p:attrName>ppt_x</p:attrName>
                                        </p:attrNameLst>
                                      </p:cBhvr>
                                      <p:tavLst>
                                        <p:tav tm="0">
                                          <p:val>
                                            <p:strVal val="1+#ppt_w/2"/>
                                          </p:val>
                                        </p:tav>
                                        <p:tav tm="100000">
                                          <p:val>
                                            <p:strVal val="#ppt_x"/>
                                          </p:val>
                                        </p:tav>
                                      </p:tavLst>
                                    </p:anim>
                                    <p:anim calcmode="lin" valueType="num">
                                      <p:cBhvr additive="base">
                                        <p:cTn id="58" dur="500" fill="hold"/>
                                        <p:tgtEl>
                                          <p:spTgt spid="83"/>
                                        </p:tgtEl>
                                        <p:attrNameLst>
                                          <p:attrName>ppt_y</p:attrName>
                                        </p:attrNameLst>
                                      </p:cBhvr>
                                      <p:tavLst>
                                        <p:tav tm="0">
                                          <p:val>
                                            <p:strVal val="#ppt_y"/>
                                          </p:val>
                                        </p:tav>
                                        <p:tav tm="100000">
                                          <p:val>
                                            <p:strVal val="#ppt_y"/>
                                          </p:val>
                                        </p:tav>
                                      </p:tavLst>
                                    </p:anim>
                                  </p:childTnLst>
                                </p:cTn>
                              </p:par>
                              <p:par>
                                <p:cTn id="59" presetID="2" presetClass="entr" presetSubtype="2" fill="hold" grpId="0" nodeType="withEffect">
                                  <p:stCondLst>
                                    <p:cond delay="0"/>
                                  </p:stCondLst>
                                  <p:childTnLst>
                                    <p:set>
                                      <p:cBhvr>
                                        <p:cTn id="60" dur="1" fill="hold">
                                          <p:stCondLst>
                                            <p:cond delay="0"/>
                                          </p:stCondLst>
                                        </p:cTn>
                                        <p:tgtEl>
                                          <p:spTgt spid="84"/>
                                        </p:tgtEl>
                                        <p:attrNameLst>
                                          <p:attrName>style.visibility</p:attrName>
                                        </p:attrNameLst>
                                      </p:cBhvr>
                                      <p:to>
                                        <p:strVal val="visible"/>
                                      </p:to>
                                    </p:set>
                                    <p:anim calcmode="lin" valueType="num">
                                      <p:cBhvr additive="base">
                                        <p:cTn id="61" dur="500" fill="hold"/>
                                        <p:tgtEl>
                                          <p:spTgt spid="84"/>
                                        </p:tgtEl>
                                        <p:attrNameLst>
                                          <p:attrName>ppt_x</p:attrName>
                                        </p:attrNameLst>
                                      </p:cBhvr>
                                      <p:tavLst>
                                        <p:tav tm="0">
                                          <p:val>
                                            <p:strVal val="1+#ppt_w/2"/>
                                          </p:val>
                                        </p:tav>
                                        <p:tav tm="100000">
                                          <p:val>
                                            <p:strVal val="#ppt_x"/>
                                          </p:val>
                                        </p:tav>
                                      </p:tavLst>
                                    </p:anim>
                                    <p:anim calcmode="lin" valueType="num">
                                      <p:cBhvr additive="base">
                                        <p:cTn id="62" dur="500" fill="hold"/>
                                        <p:tgtEl>
                                          <p:spTgt spid="84"/>
                                        </p:tgtEl>
                                        <p:attrNameLst>
                                          <p:attrName>ppt_y</p:attrName>
                                        </p:attrNameLst>
                                      </p:cBhvr>
                                      <p:tavLst>
                                        <p:tav tm="0">
                                          <p:val>
                                            <p:strVal val="#ppt_y"/>
                                          </p:val>
                                        </p:tav>
                                        <p:tav tm="100000">
                                          <p:val>
                                            <p:strVal val="#ppt_y"/>
                                          </p:val>
                                        </p:tav>
                                      </p:tavLst>
                                    </p:anim>
                                  </p:childTnLst>
                                </p:cTn>
                              </p:par>
                              <p:par>
                                <p:cTn id="63" presetID="2" presetClass="entr" presetSubtype="2" fill="hold" grpId="0" nodeType="withEffect">
                                  <p:stCondLst>
                                    <p:cond delay="0"/>
                                  </p:stCondLst>
                                  <p:childTnLst>
                                    <p:set>
                                      <p:cBhvr>
                                        <p:cTn id="64" dur="1" fill="hold">
                                          <p:stCondLst>
                                            <p:cond delay="0"/>
                                          </p:stCondLst>
                                        </p:cTn>
                                        <p:tgtEl>
                                          <p:spTgt spid="85"/>
                                        </p:tgtEl>
                                        <p:attrNameLst>
                                          <p:attrName>style.visibility</p:attrName>
                                        </p:attrNameLst>
                                      </p:cBhvr>
                                      <p:to>
                                        <p:strVal val="visible"/>
                                      </p:to>
                                    </p:set>
                                    <p:anim calcmode="lin" valueType="num">
                                      <p:cBhvr additive="base">
                                        <p:cTn id="65" dur="500" fill="hold"/>
                                        <p:tgtEl>
                                          <p:spTgt spid="85"/>
                                        </p:tgtEl>
                                        <p:attrNameLst>
                                          <p:attrName>ppt_x</p:attrName>
                                        </p:attrNameLst>
                                      </p:cBhvr>
                                      <p:tavLst>
                                        <p:tav tm="0">
                                          <p:val>
                                            <p:strVal val="1+#ppt_w/2"/>
                                          </p:val>
                                        </p:tav>
                                        <p:tav tm="100000">
                                          <p:val>
                                            <p:strVal val="#ppt_x"/>
                                          </p:val>
                                        </p:tav>
                                      </p:tavLst>
                                    </p:anim>
                                    <p:anim calcmode="lin" valueType="num">
                                      <p:cBhvr additive="base">
                                        <p:cTn id="66" dur="500" fill="hold"/>
                                        <p:tgtEl>
                                          <p:spTgt spid="85"/>
                                        </p:tgtEl>
                                        <p:attrNameLst>
                                          <p:attrName>ppt_y</p:attrName>
                                        </p:attrNameLst>
                                      </p:cBhvr>
                                      <p:tavLst>
                                        <p:tav tm="0">
                                          <p:val>
                                            <p:strVal val="#ppt_y"/>
                                          </p:val>
                                        </p:tav>
                                        <p:tav tm="100000">
                                          <p:val>
                                            <p:strVal val="#ppt_y"/>
                                          </p:val>
                                        </p:tav>
                                      </p:tavLst>
                                    </p:anim>
                                  </p:childTnLst>
                                </p:cTn>
                              </p:par>
                              <p:par>
                                <p:cTn id="67" presetID="2" presetClass="entr" presetSubtype="2" fill="hold" grpId="0" nodeType="withEffect">
                                  <p:stCondLst>
                                    <p:cond delay="0"/>
                                  </p:stCondLst>
                                  <p:childTnLst>
                                    <p:set>
                                      <p:cBhvr>
                                        <p:cTn id="68" dur="1" fill="hold">
                                          <p:stCondLst>
                                            <p:cond delay="0"/>
                                          </p:stCondLst>
                                        </p:cTn>
                                        <p:tgtEl>
                                          <p:spTgt spid="86"/>
                                        </p:tgtEl>
                                        <p:attrNameLst>
                                          <p:attrName>style.visibility</p:attrName>
                                        </p:attrNameLst>
                                      </p:cBhvr>
                                      <p:to>
                                        <p:strVal val="visible"/>
                                      </p:to>
                                    </p:set>
                                    <p:anim calcmode="lin" valueType="num">
                                      <p:cBhvr additive="base">
                                        <p:cTn id="69" dur="500" fill="hold"/>
                                        <p:tgtEl>
                                          <p:spTgt spid="86"/>
                                        </p:tgtEl>
                                        <p:attrNameLst>
                                          <p:attrName>ppt_x</p:attrName>
                                        </p:attrNameLst>
                                      </p:cBhvr>
                                      <p:tavLst>
                                        <p:tav tm="0">
                                          <p:val>
                                            <p:strVal val="1+#ppt_w/2"/>
                                          </p:val>
                                        </p:tav>
                                        <p:tav tm="100000">
                                          <p:val>
                                            <p:strVal val="#ppt_x"/>
                                          </p:val>
                                        </p:tav>
                                      </p:tavLst>
                                    </p:anim>
                                    <p:anim calcmode="lin" valueType="num">
                                      <p:cBhvr additive="base">
                                        <p:cTn id="70" dur="500" fill="hold"/>
                                        <p:tgtEl>
                                          <p:spTgt spid="86"/>
                                        </p:tgtEl>
                                        <p:attrNameLst>
                                          <p:attrName>ppt_y</p:attrName>
                                        </p:attrNameLst>
                                      </p:cBhvr>
                                      <p:tavLst>
                                        <p:tav tm="0">
                                          <p:val>
                                            <p:strVal val="#ppt_y"/>
                                          </p:val>
                                        </p:tav>
                                        <p:tav tm="100000">
                                          <p:val>
                                            <p:strVal val="#ppt_y"/>
                                          </p:val>
                                        </p:tav>
                                      </p:tavLst>
                                    </p:anim>
                                  </p:childTnLst>
                                </p:cTn>
                              </p:par>
                              <p:par>
                                <p:cTn id="71" presetID="2" presetClass="entr" presetSubtype="2" fill="hold" grpId="0" nodeType="withEffect">
                                  <p:stCondLst>
                                    <p:cond delay="0"/>
                                  </p:stCondLst>
                                  <p:childTnLst>
                                    <p:set>
                                      <p:cBhvr>
                                        <p:cTn id="72" dur="1" fill="hold">
                                          <p:stCondLst>
                                            <p:cond delay="0"/>
                                          </p:stCondLst>
                                        </p:cTn>
                                        <p:tgtEl>
                                          <p:spTgt spid="87"/>
                                        </p:tgtEl>
                                        <p:attrNameLst>
                                          <p:attrName>style.visibility</p:attrName>
                                        </p:attrNameLst>
                                      </p:cBhvr>
                                      <p:to>
                                        <p:strVal val="visible"/>
                                      </p:to>
                                    </p:set>
                                    <p:anim calcmode="lin" valueType="num">
                                      <p:cBhvr additive="base">
                                        <p:cTn id="73" dur="500" fill="hold"/>
                                        <p:tgtEl>
                                          <p:spTgt spid="87"/>
                                        </p:tgtEl>
                                        <p:attrNameLst>
                                          <p:attrName>ppt_x</p:attrName>
                                        </p:attrNameLst>
                                      </p:cBhvr>
                                      <p:tavLst>
                                        <p:tav tm="0">
                                          <p:val>
                                            <p:strVal val="1+#ppt_w/2"/>
                                          </p:val>
                                        </p:tav>
                                        <p:tav tm="100000">
                                          <p:val>
                                            <p:strVal val="#ppt_x"/>
                                          </p:val>
                                        </p:tav>
                                      </p:tavLst>
                                    </p:anim>
                                    <p:anim calcmode="lin" valueType="num">
                                      <p:cBhvr additive="base">
                                        <p:cTn id="74" dur="500" fill="hold"/>
                                        <p:tgtEl>
                                          <p:spTgt spid="87"/>
                                        </p:tgtEl>
                                        <p:attrNameLst>
                                          <p:attrName>ppt_y</p:attrName>
                                        </p:attrNameLst>
                                      </p:cBhvr>
                                      <p:tavLst>
                                        <p:tav tm="0">
                                          <p:val>
                                            <p:strVal val="#ppt_y"/>
                                          </p:val>
                                        </p:tav>
                                        <p:tav tm="100000">
                                          <p:val>
                                            <p:strVal val="#ppt_y"/>
                                          </p:val>
                                        </p:tav>
                                      </p:tavLst>
                                    </p:anim>
                                  </p:childTnLst>
                                </p:cTn>
                              </p:par>
                              <p:par>
                                <p:cTn id="75" presetID="2" presetClass="entr" presetSubtype="2" fill="hold" grpId="0" nodeType="withEffect">
                                  <p:stCondLst>
                                    <p:cond delay="0"/>
                                  </p:stCondLst>
                                  <p:childTnLst>
                                    <p:set>
                                      <p:cBhvr>
                                        <p:cTn id="76" dur="1" fill="hold">
                                          <p:stCondLst>
                                            <p:cond delay="0"/>
                                          </p:stCondLst>
                                        </p:cTn>
                                        <p:tgtEl>
                                          <p:spTgt spid="88"/>
                                        </p:tgtEl>
                                        <p:attrNameLst>
                                          <p:attrName>style.visibility</p:attrName>
                                        </p:attrNameLst>
                                      </p:cBhvr>
                                      <p:to>
                                        <p:strVal val="visible"/>
                                      </p:to>
                                    </p:set>
                                    <p:anim calcmode="lin" valueType="num">
                                      <p:cBhvr additive="base">
                                        <p:cTn id="77" dur="500" fill="hold"/>
                                        <p:tgtEl>
                                          <p:spTgt spid="88"/>
                                        </p:tgtEl>
                                        <p:attrNameLst>
                                          <p:attrName>ppt_x</p:attrName>
                                        </p:attrNameLst>
                                      </p:cBhvr>
                                      <p:tavLst>
                                        <p:tav tm="0">
                                          <p:val>
                                            <p:strVal val="1+#ppt_w/2"/>
                                          </p:val>
                                        </p:tav>
                                        <p:tav tm="100000">
                                          <p:val>
                                            <p:strVal val="#ppt_x"/>
                                          </p:val>
                                        </p:tav>
                                      </p:tavLst>
                                    </p:anim>
                                    <p:anim calcmode="lin" valueType="num">
                                      <p:cBhvr additive="base">
                                        <p:cTn id="78" dur="500" fill="hold"/>
                                        <p:tgtEl>
                                          <p:spTgt spid="88"/>
                                        </p:tgtEl>
                                        <p:attrNameLst>
                                          <p:attrName>ppt_y</p:attrName>
                                        </p:attrNameLst>
                                      </p:cBhvr>
                                      <p:tavLst>
                                        <p:tav tm="0">
                                          <p:val>
                                            <p:strVal val="#ppt_y"/>
                                          </p:val>
                                        </p:tav>
                                        <p:tav tm="100000">
                                          <p:val>
                                            <p:strVal val="#ppt_y"/>
                                          </p:val>
                                        </p:tav>
                                      </p:tavLst>
                                    </p:anim>
                                  </p:childTnLst>
                                </p:cTn>
                              </p:par>
                              <p:par>
                                <p:cTn id="79" presetID="2" presetClass="entr" presetSubtype="2" fill="hold" grpId="0" nodeType="withEffect">
                                  <p:stCondLst>
                                    <p:cond delay="0"/>
                                  </p:stCondLst>
                                  <p:childTnLst>
                                    <p:set>
                                      <p:cBhvr>
                                        <p:cTn id="80" dur="1" fill="hold">
                                          <p:stCondLst>
                                            <p:cond delay="0"/>
                                          </p:stCondLst>
                                        </p:cTn>
                                        <p:tgtEl>
                                          <p:spTgt spid="89"/>
                                        </p:tgtEl>
                                        <p:attrNameLst>
                                          <p:attrName>style.visibility</p:attrName>
                                        </p:attrNameLst>
                                      </p:cBhvr>
                                      <p:to>
                                        <p:strVal val="visible"/>
                                      </p:to>
                                    </p:set>
                                    <p:anim calcmode="lin" valueType="num">
                                      <p:cBhvr additive="base">
                                        <p:cTn id="81" dur="500" fill="hold"/>
                                        <p:tgtEl>
                                          <p:spTgt spid="89"/>
                                        </p:tgtEl>
                                        <p:attrNameLst>
                                          <p:attrName>ppt_x</p:attrName>
                                        </p:attrNameLst>
                                      </p:cBhvr>
                                      <p:tavLst>
                                        <p:tav tm="0">
                                          <p:val>
                                            <p:strVal val="1+#ppt_w/2"/>
                                          </p:val>
                                        </p:tav>
                                        <p:tav tm="100000">
                                          <p:val>
                                            <p:strVal val="#ppt_x"/>
                                          </p:val>
                                        </p:tav>
                                      </p:tavLst>
                                    </p:anim>
                                    <p:anim calcmode="lin" valueType="num">
                                      <p:cBhvr additive="base">
                                        <p:cTn id="82" dur="500" fill="hold"/>
                                        <p:tgtEl>
                                          <p:spTgt spid="89"/>
                                        </p:tgtEl>
                                        <p:attrNameLst>
                                          <p:attrName>ppt_y</p:attrName>
                                        </p:attrNameLst>
                                      </p:cBhvr>
                                      <p:tavLst>
                                        <p:tav tm="0">
                                          <p:val>
                                            <p:strVal val="#ppt_y"/>
                                          </p:val>
                                        </p:tav>
                                        <p:tav tm="100000">
                                          <p:val>
                                            <p:strVal val="#ppt_y"/>
                                          </p:val>
                                        </p:tav>
                                      </p:tavLst>
                                    </p:anim>
                                  </p:childTnLst>
                                </p:cTn>
                              </p:par>
                              <p:par>
                                <p:cTn id="83" presetID="2" presetClass="entr" presetSubtype="2" fill="hold" grpId="0" nodeType="withEffect">
                                  <p:stCondLst>
                                    <p:cond delay="0"/>
                                  </p:stCondLst>
                                  <p:childTnLst>
                                    <p:set>
                                      <p:cBhvr>
                                        <p:cTn id="84" dur="1" fill="hold">
                                          <p:stCondLst>
                                            <p:cond delay="0"/>
                                          </p:stCondLst>
                                        </p:cTn>
                                        <p:tgtEl>
                                          <p:spTgt spid="90"/>
                                        </p:tgtEl>
                                        <p:attrNameLst>
                                          <p:attrName>style.visibility</p:attrName>
                                        </p:attrNameLst>
                                      </p:cBhvr>
                                      <p:to>
                                        <p:strVal val="visible"/>
                                      </p:to>
                                    </p:set>
                                    <p:anim calcmode="lin" valueType="num">
                                      <p:cBhvr additive="base">
                                        <p:cTn id="85" dur="500" fill="hold"/>
                                        <p:tgtEl>
                                          <p:spTgt spid="90"/>
                                        </p:tgtEl>
                                        <p:attrNameLst>
                                          <p:attrName>ppt_x</p:attrName>
                                        </p:attrNameLst>
                                      </p:cBhvr>
                                      <p:tavLst>
                                        <p:tav tm="0">
                                          <p:val>
                                            <p:strVal val="1+#ppt_w/2"/>
                                          </p:val>
                                        </p:tav>
                                        <p:tav tm="100000">
                                          <p:val>
                                            <p:strVal val="#ppt_x"/>
                                          </p:val>
                                        </p:tav>
                                      </p:tavLst>
                                    </p:anim>
                                    <p:anim calcmode="lin" valueType="num">
                                      <p:cBhvr additive="base">
                                        <p:cTn id="86" dur="500" fill="hold"/>
                                        <p:tgtEl>
                                          <p:spTgt spid="90"/>
                                        </p:tgtEl>
                                        <p:attrNameLst>
                                          <p:attrName>ppt_y</p:attrName>
                                        </p:attrNameLst>
                                      </p:cBhvr>
                                      <p:tavLst>
                                        <p:tav tm="0">
                                          <p:val>
                                            <p:strVal val="#ppt_y"/>
                                          </p:val>
                                        </p:tav>
                                        <p:tav tm="100000">
                                          <p:val>
                                            <p:strVal val="#ppt_y"/>
                                          </p:val>
                                        </p:tav>
                                      </p:tavLst>
                                    </p:anim>
                                  </p:childTnLst>
                                </p:cTn>
                              </p:par>
                              <p:par>
                                <p:cTn id="87" presetID="2" presetClass="entr" presetSubtype="2" fill="hold" grpId="0" nodeType="withEffect">
                                  <p:stCondLst>
                                    <p:cond delay="0"/>
                                  </p:stCondLst>
                                  <p:childTnLst>
                                    <p:set>
                                      <p:cBhvr>
                                        <p:cTn id="88" dur="1" fill="hold">
                                          <p:stCondLst>
                                            <p:cond delay="0"/>
                                          </p:stCondLst>
                                        </p:cTn>
                                        <p:tgtEl>
                                          <p:spTgt spid="91"/>
                                        </p:tgtEl>
                                        <p:attrNameLst>
                                          <p:attrName>style.visibility</p:attrName>
                                        </p:attrNameLst>
                                      </p:cBhvr>
                                      <p:to>
                                        <p:strVal val="visible"/>
                                      </p:to>
                                    </p:set>
                                    <p:anim calcmode="lin" valueType="num">
                                      <p:cBhvr additive="base">
                                        <p:cTn id="89" dur="500" fill="hold"/>
                                        <p:tgtEl>
                                          <p:spTgt spid="91"/>
                                        </p:tgtEl>
                                        <p:attrNameLst>
                                          <p:attrName>ppt_x</p:attrName>
                                        </p:attrNameLst>
                                      </p:cBhvr>
                                      <p:tavLst>
                                        <p:tav tm="0">
                                          <p:val>
                                            <p:strVal val="1+#ppt_w/2"/>
                                          </p:val>
                                        </p:tav>
                                        <p:tav tm="100000">
                                          <p:val>
                                            <p:strVal val="#ppt_x"/>
                                          </p:val>
                                        </p:tav>
                                      </p:tavLst>
                                    </p:anim>
                                    <p:anim calcmode="lin" valueType="num">
                                      <p:cBhvr additive="base">
                                        <p:cTn id="90" dur="500" fill="hold"/>
                                        <p:tgtEl>
                                          <p:spTgt spid="91"/>
                                        </p:tgtEl>
                                        <p:attrNameLst>
                                          <p:attrName>ppt_y</p:attrName>
                                        </p:attrNameLst>
                                      </p:cBhvr>
                                      <p:tavLst>
                                        <p:tav tm="0">
                                          <p:val>
                                            <p:strVal val="#ppt_y"/>
                                          </p:val>
                                        </p:tav>
                                        <p:tav tm="100000">
                                          <p:val>
                                            <p:strVal val="#ppt_y"/>
                                          </p:val>
                                        </p:tav>
                                      </p:tavLst>
                                    </p:anim>
                                  </p:childTnLst>
                                </p:cTn>
                              </p:par>
                              <p:par>
                                <p:cTn id="91" presetID="2" presetClass="entr" presetSubtype="2" fill="hold" grpId="0" nodeType="withEffect">
                                  <p:stCondLst>
                                    <p:cond delay="0"/>
                                  </p:stCondLst>
                                  <p:childTnLst>
                                    <p:set>
                                      <p:cBhvr>
                                        <p:cTn id="92" dur="1" fill="hold">
                                          <p:stCondLst>
                                            <p:cond delay="0"/>
                                          </p:stCondLst>
                                        </p:cTn>
                                        <p:tgtEl>
                                          <p:spTgt spid="92"/>
                                        </p:tgtEl>
                                        <p:attrNameLst>
                                          <p:attrName>style.visibility</p:attrName>
                                        </p:attrNameLst>
                                      </p:cBhvr>
                                      <p:to>
                                        <p:strVal val="visible"/>
                                      </p:to>
                                    </p:set>
                                    <p:anim calcmode="lin" valueType="num">
                                      <p:cBhvr additive="base">
                                        <p:cTn id="93" dur="500" fill="hold"/>
                                        <p:tgtEl>
                                          <p:spTgt spid="92"/>
                                        </p:tgtEl>
                                        <p:attrNameLst>
                                          <p:attrName>ppt_x</p:attrName>
                                        </p:attrNameLst>
                                      </p:cBhvr>
                                      <p:tavLst>
                                        <p:tav tm="0">
                                          <p:val>
                                            <p:strVal val="1+#ppt_w/2"/>
                                          </p:val>
                                        </p:tav>
                                        <p:tav tm="100000">
                                          <p:val>
                                            <p:strVal val="#ppt_x"/>
                                          </p:val>
                                        </p:tav>
                                      </p:tavLst>
                                    </p:anim>
                                    <p:anim calcmode="lin" valueType="num">
                                      <p:cBhvr additive="base">
                                        <p:cTn id="94" dur="500" fill="hold"/>
                                        <p:tgtEl>
                                          <p:spTgt spid="92"/>
                                        </p:tgtEl>
                                        <p:attrNameLst>
                                          <p:attrName>ppt_y</p:attrName>
                                        </p:attrNameLst>
                                      </p:cBhvr>
                                      <p:tavLst>
                                        <p:tav tm="0">
                                          <p:val>
                                            <p:strVal val="#ppt_y"/>
                                          </p:val>
                                        </p:tav>
                                        <p:tav tm="100000">
                                          <p:val>
                                            <p:strVal val="#ppt_y"/>
                                          </p:val>
                                        </p:tav>
                                      </p:tavLst>
                                    </p:anim>
                                  </p:childTnLst>
                                </p:cTn>
                              </p:par>
                              <p:par>
                                <p:cTn id="95" presetID="2" presetClass="entr" presetSubtype="2" fill="hold" grpId="0" nodeType="withEffect">
                                  <p:stCondLst>
                                    <p:cond delay="0"/>
                                  </p:stCondLst>
                                  <p:childTnLst>
                                    <p:set>
                                      <p:cBhvr>
                                        <p:cTn id="96" dur="1" fill="hold">
                                          <p:stCondLst>
                                            <p:cond delay="0"/>
                                          </p:stCondLst>
                                        </p:cTn>
                                        <p:tgtEl>
                                          <p:spTgt spid="93"/>
                                        </p:tgtEl>
                                        <p:attrNameLst>
                                          <p:attrName>style.visibility</p:attrName>
                                        </p:attrNameLst>
                                      </p:cBhvr>
                                      <p:to>
                                        <p:strVal val="visible"/>
                                      </p:to>
                                    </p:set>
                                    <p:anim calcmode="lin" valueType="num">
                                      <p:cBhvr additive="base">
                                        <p:cTn id="97" dur="500" fill="hold"/>
                                        <p:tgtEl>
                                          <p:spTgt spid="93"/>
                                        </p:tgtEl>
                                        <p:attrNameLst>
                                          <p:attrName>ppt_x</p:attrName>
                                        </p:attrNameLst>
                                      </p:cBhvr>
                                      <p:tavLst>
                                        <p:tav tm="0">
                                          <p:val>
                                            <p:strVal val="1+#ppt_w/2"/>
                                          </p:val>
                                        </p:tav>
                                        <p:tav tm="100000">
                                          <p:val>
                                            <p:strVal val="#ppt_x"/>
                                          </p:val>
                                        </p:tav>
                                      </p:tavLst>
                                    </p:anim>
                                    <p:anim calcmode="lin" valueType="num">
                                      <p:cBhvr additive="base">
                                        <p:cTn id="98" dur="500" fill="hold"/>
                                        <p:tgtEl>
                                          <p:spTgt spid="93"/>
                                        </p:tgtEl>
                                        <p:attrNameLst>
                                          <p:attrName>ppt_y</p:attrName>
                                        </p:attrNameLst>
                                      </p:cBhvr>
                                      <p:tavLst>
                                        <p:tav tm="0">
                                          <p:val>
                                            <p:strVal val="#ppt_y"/>
                                          </p:val>
                                        </p:tav>
                                        <p:tav tm="100000">
                                          <p:val>
                                            <p:strVal val="#ppt_y"/>
                                          </p:val>
                                        </p:tav>
                                      </p:tavLst>
                                    </p:anim>
                                  </p:childTnLst>
                                </p:cTn>
                              </p:par>
                              <p:par>
                                <p:cTn id="99" presetID="2" presetClass="entr" presetSubtype="2" fill="hold" grpId="0" nodeType="withEffect">
                                  <p:stCondLst>
                                    <p:cond delay="0"/>
                                  </p:stCondLst>
                                  <p:childTnLst>
                                    <p:set>
                                      <p:cBhvr>
                                        <p:cTn id="100" dur="1" fill="hold">
                                          <p:stCondLst>
                                            <p:cond delay="0"/>
                                          </p:stCondLst>
                                        </p:cTn>
                                        <p:tgtEl>
                                          <p:spTgt spid="94"/>
                                        </p:tgtEl>
                                        <p:attrNameLst>
                                          <p:attrName>style.visibility</p:attrName>
                                        </p:attrNameLst>
                                      </p:cBhvr>
                                      <p:to>
                                        <p:strVal val="visible"/>
                                      </p:to>
                                    </p:set>
                                    <p:anim calcmode="lin" valueType="num">
                                      <p:cBhvr additive="base">
                                        <p:cTn id="101" dur="500" fill="hold"/>
                                        <p:tgtEl>
                                          <p:spTgt spid="94"/>
                                        </p:tgtEl>
                                        <p:attrNameLst>
                                          <p:attrName>ppt_x</p:attrName>
                                        </p:attrNameLst>
                                      </p:cBhvr>
                                      <p:tavLst>
                                        <p:tav tm="0">
                                          <p:val>
                                            <p:strVal val="1+#ppt_w/2"/>
                                          </p:val>
                                        </p:tav>
                                        <p:tav tm="100000">
                                          <p:val>
                                            <p:strVal val="#ppt_x"/>
                                          </p:val>
                                        </p:tav>
                                      </p:tavLst>
                                    </p:anim>
                                    <p:anim calcmode="lin" valueType="num">
                                      <p:cBhvr additive="base">
                                        <p:cTn id="102" dur="500" fill="hold"/>
                                        <p:tgtEl>
                                          <p:spTgt spid="94"/>
                                        </p:tgtEl>
                                        <p:attrNameLst>
                                          <p:attrName>ppt_y</p:attrName>
                                        </p:attrNameLst>
                                      </p:cBhvr>
                                      <p:tavLst>
                                        <p:tav tm="0">
                                          <p:val>
                                            <p:strVal val="#ppt_y"/>
                                          </p:val>
                                        </p:tav>
                                        <p:tav tm="100000">
                                          <p:val>
                                            <p:strVal val="#ppt_y"/>
                                          </p:val>
                                        </p:tav>
                                      </p:tavLst>
                                    </p:anim>
                                  </p:childTnLst>
                                </p:cTn>
                              </p:par>
                              <p:par>
                                <p:cTn id="103" presetID="2" presetClass="entr" presetSubtype="2" fill="hold" grpId="0" nodeType="withEffect">
                                  <p:stCondLst>
                                    <p:cond delay="0"/>
                                  </p:stCondLst>
                                  <p:childTnLst>
                                    <p:set>
                                      <p:cBhvr>
                                        <p:cTn id="104" dur="1" fill="hold">
                                          <p:stCondLst>
                                            <p:cond delay="0"/>
                                          </p:stCondLst>
                                        </p:cTn>
                                        <p:tgtEl>
                                          <p:spTgt spid="8"/>
                                        </p:tgtEl>
                                        <p:attrNameLst>
                                          <p:attrName>style.visibility</p:attrName>
                                        </p:attrNameLst>
                                      </p:cBhvr>
                                      <p:to>
                                        <p:strVal val="visible"/>
                                      </p:to>
                                    </p:set>
                                    <p:anim calcmode="lin" valueType="num">
                                      <p:cBhvr additive="base">
                                        <p:cTn id="105" dur="500" fill="hold"/>
                                        <p:tgtEl>
                                          <p:spTgt spid="8"/>
                                        </p:tgtEl>
                                        <p:attrNameLst>
                                          <p:attrName>ppt_x</p:attrName>
                                        </p:attrNameLst>
                                      </p:cBhvr>
                                      <p:tavLst>
                                        <p:tav tm="0">
                                          <p:val>
                                            <p:strVal val="1+#ppt_w/2"/>
                                          </p:val>
                                        </p:tav>
                                        <p:tav tm="100000">
                                          <p:val>
                                            <p:strVal val="#ppt_x"/>
                                          </p:val>
                                        </p:tav>
                                      </p:tavLst>
                                    </p:anim>
                                    <p:anim calcmode="lin" valueType="num">
                                      <p:cBhvr additive="base">
                                        <p:cTn id="106"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a:effectLst/>
      </p:bgPr>
    </p:bg>
    <p:spTree>
      <p:nvGrpSpPr>
        <p:cNvPr id="1" name=""/>
        <p:cNvGrpSpPr/>
        <p:nvPr/>
      </p:nvGrpSpPr>
      <p:grpSpPr>
        <a:xfrm>
          <a:off x="0" y="0"/>
          <a:ext cx="0" cy="0"/>
          <a:chOff x="0" y="0"/>
          <a:chExt cx="0" cy="0"/>
        </a:xfrm>
      </p:grpSpPr>
      <p:sp>
        <p:nvSpPr>
          <p:cNvPr id="43" name="Google Shape;105;p27">
            <a:extLst>
              <a:ext uri="{FF2B5EF4-FFF2-40B4-BE49-F238E27FC236}">
                <a16:creationId xmlns:a16="http://schemas.microsoft.com/office/drawing/2014/main" id="{A5D94997-C94E-7661-F569-9F70BB27B332}"/>
              </a:ext>
            </a:extLst>
          </p:cNvPr>
          <p:cNvSpPr/>
          <p:nvPr/>
        </p:nvSpPr>
        <p:spPr>
          <a:xfrm rot="5400000">
            <a:off x="-660076" y="646210"/>
            <a:ext cx="2201895" cy="881743"/>
          </a:xfrm>
          <a:prstGeom prst="triangle">
            <a:avLst>
              <a:gd name="adj" fmla="val 50411"/>
            </a:avLst>
          </a:prstGeom>
          <a:solidFill>
            <a:schemeClr val="accent1">
              <a:lumMod val="75000"/>
            </a:schemeClr>
          </a:solidFill>
          <a:ln/>
        </p:spPr>
        <p:style>
          <a:lnRef idx="2">
            <a:schemeClr val="accent1"/>
          </a:lnRef>
          <a:fillRef idx="1">
            <a:schemeClr val="lt1"/>
          </a:fillRef>
          <a:effectRef idx="0">
            <a:schemeClr val="accent1"/>
          </a:effectRef>
          <a:fontRef idx="minor">
            <a:schemeClr val="dk1"/>
          </a:fontRef>
        </p:style>
        <p:txBody>
          <a:bodyPr spcFirstLastPara="1" wrap="square" lIns="121900" tIns="121900" rIns="121900" bIns="121900" anchor="ctr" anchorCtr="0">
            <a:noAutofit/>
          </a:bodyPr>
          <a:lstStyle/>
          <a:p>
            <a:endParaRPr sz="2400"/>
          </a:p>
        </p:txBody>
      </p:sp>
      <p:sp>
        <p:nvSpPr>
          <p:cNvPr id="44" name="Google Shape;105;p27">
            <a:extLst>
              <a:ext uri="{FF2B5EF4-FFF2-40B4-BE49-F238E27FC236}">
                <a16:creationId xmlns:a16="http://schemas.microsoft.com/office/drawing/2014/main" id="{2D9EB1F4-0F13-6C93-5D41-2F05AEAF1C3A}"/>
              </a:ext>
            </a:extLst>
          </p:cNvPr>
          <p:cNvSpPr/>
          <p:nvPr/>
        </p:nvSpPr>
        <p:spPr>
          <a:xfrm rot="16200000">
            <a:off x="10650181" y="5330638"/>
            <a:ext cx="2201895" cy="881743"/>
          </a:xfrm>
          <a:prstGeom prst="triangle">
            <a:avLst>
              <a:gd name="adj" fmla="val 50411"/>
            </a:avLst>
          </a:prstGeom>
          <a:solidFill>
            <a:schemeClr val="accent1">
              <a:lumMod val="75000"/>
            </a:schemeClr>
          </a:solidFill>
          <a:ln>
            <a:solidFill>
              <a:schemeClr val="accent1"/>
            </a:solidFill>
          </a:ln>
        </p:spPr>
        <p:txBody>
          <a:bodyPr spcFirstLastPara="1" wrap="square" lIns="121900" tIns="121900" rIns="121900" bIns="121900" anchor="ctr" anchorCtr="0">
            <a:noAutofit/>
          </a:bodyPr>
          <a:lstStyle/>
          <a:p>
            <a:endParaRPr sz="2400"/>
          </a:p>
        </p:txBody>
      </p:sp>
      <p:sp>
        <p:nvSpPr>
          <p:cNvPr id="2" name="Shape 0"/>
          <p:cNvSpPr/>
          <p:nvPr/>
        </p:nvSpPr>
        <p:spPr>
          <a:xfrm>
            <a:off x="548640" y="502920"/>
            <a:ext cx="164592" cy="164592"/>
          </a:xfrm>
          <a:prstGeom prst="rect">
            <a:avLst/>
          </a:prstGeom>
          <a:solidFill>
            <a:srgbClr val="06B6D4"/>
          </a:solidFill>
          <a:ln w="12700">
            <a:solidFill>
              <a:srgbClr val="06B6D4"/>
            </a:solidFill>
            <a:prstDash val="solid"/>
          </a:ln>
        </p:spPr>
        <p:txBody>
          <a:bodyPr/>
          <a:lstStyle/>
          <a:p>
            <a:endParaRPr lang="fr-FR"/>
          </a:p>
        </p:txBody>
      </p:sp>
      <p:sp>
        <p:nvSpPr>
          <p:cNvPr id="3" name="Text 1"/>
          <p:cNvSpPr/>
          <p:nvPr/>
        </p:nvSpPr>
        <p:spPr>
          <a:xfrm>
            <a:off x="777240" y="411480"/>
            <a:ext cx="2011680" cy="320040"/>
          </a:xfrm>
          <a:prstGeom prst="rect">
            <a:avLst/>
          </a:prstGeom>
          <a:noFill/>
          <a:ln/>
        </p:spPr>
        <p:txBody>
          <a:bodyPr wrap="square" rtlCol="0" anchor="ctr"/>
          <a:lstStyle/>
          <a:p>
            <a:pPr marL="0" indent="0">
              <a:buNone/>
            </a:pPr>
            <a:r>
              <a:rPr lang="en-US" sz="1100" b="1" kern="0" spc="200" dirty="0">
                <a:solidFill>
                  <a:srgbClr val="0F172A"/>
                </a:solidFill>
                <a:latin typeface="Calibri" pitchFamily="34" charset="0"/>
                <a:ea typeface="Calibri" pitchFamily="34" charset="-122"/>
                <a:cs typeface="Calibri" pitchFamily="34" charset="-120"/>
              </a:rPr>
              <a:t>Syndic IA</a:t>
            </a:r>
            <a:endParaRPr lang="en-US" sz="1100" dirty="0"/>
          </a:p>
        </p:txBody>
      </p:sp>
      <p:sp>
        <p:nvSpPr>
          <p:cNvPr id="4" name="Text 2"/>
          <p:cNvSpPr/>
          <p:nvPr/>
        </p:nvSpPr>
        <p:spPr>
          <a:xfrm>
            <a:off x="548640" y="914400"/>
            <a:ext cx="5486400" cy="320040"/>
          </a:xfrm>
          <a:prstGeom prst="rect">
            <a:avLst/>
          </a:prstGeom>
          <a:noFill/>
          <a:ln/>
        </p:spPr>
        <p:txBody>
          <a:bodyPr wrap="square" rtlCol="0" anchor="ctr"/>
          <a:lstStyle/>
          <a:p>
            <a:pPr marL="0" indent="0">
              <a:buNone/>
            </a:pPr>
            <a:r>
              <a:rPr lang="en-US" sz="1200" b="1" kern="0" spc="400" dirty="0">
                <a:solidFill>
                  <a:srgbClr val="06B6D4"/>
                </a:solidFill>
                <a:latin typeface="Calibri" pitchFamily="34" charset="0"/>
                <a:ea typeface="Calibri" pitchFamily="34" charset="-122"/>
                <a:cs typeface="Calibri" pitchFamily="34" charset="-120"/>
              </a:rPr>
              <a:t>17 · TEMPS RÉEL</a:t>
            </a:r>
            <a:endParaRPr lang="en-US" sz="1200" dirty="0"/>
          </a:p>
        </p:txBody>
      </p:sp>
      <p:sp>
        <p:nvSpPr>
          <p:cNvPr id="5" name="Text 3"/>
          <p:cNvSpPr/>
          <p:nvPr/>
        </p:nvSpPr>
        <p:spPr>
          <a:xfrm>
            <a:off x="548640" y="1234440"/>
            <a:ext cx="10972800" cy="822960"/>
          </a:xfrm>
          <a:prstGeom prst="rect">
            <a:avLst/>
          </a:prstGeom>
          <a:noFill/>
          <a:ln/>
        </p:spPr>
        <p:txBody>
          <a:bodyPr wrap="square" lIns="0" tIns="0" rIns="0" bIns="0" rtlCol="0" anchor="ctr"/>
          <a:lstStyle/>
          <a:p>
            <a:pPr marL="0" indent="0">
              <a:buNone/>
            </a:pPr>
            <a:r>
              <a:rPr lang="en-US" sz="3600" b="1" dirty="0">
                <a:solidFill>
                  <a:srgbClr val="0F172A"/>
                </a:solidFill>
                <a:latin typeface="Georgia" pitchFamily="34" charset="0"/>
                <a:ea typeface="Georgia" pitchFamily="34" charset="-122"/>
                <a:cs typeface="Georgia" pitchFamily="34" charset="-120"/>
              </a:rPr>
              <a:t>Notifications &amp; mises à jour live</a:t>
            </a:r>
            <a:endParaRPr lang="en-US" sz="3600" dirty="0"/>
          </a:p>
        </p:txBody>
      </p:sp>
      <p:sp>
        <p:nvSpPr>
          <p:cNvPr id="6" name="Shape 4"/>
          <p:cNvSpPr/>
          <p:nvPr/>
        </p:nvSpPr>
        <p:spPr>
          <a:xfrm>
            <a:off x="548640" y="2103120"/>
            <a:ext cx="11094415" cy="1828800"/>
          </a:xfrm>
          <a:prstGeom prst="rect">
            <a:avLst/>
          </a:prstGeom>
          <a:solidFill>
            <a:srgbClr val="FFFFFF"/>
          </a:solidFill>
          <a:ln w="12700">
            <a:solidFill>
              <a:srgbClr val="E2E8F0"/>
            </a:solidFill>
            <a:prstDash val="solid"/>
          </a:ln>
        </p:spPr>
        <p:txBody>
          <a:bodyPr/>
          <a:lstStyle/>
          <a:p>
            <a:endParaRPr lang="fr-FR"/>
          </a:p>
        </p:txBody>
      </p:sp>
      <p:sp>
        <p:nvSpPr>
          <p:cNvPr id="7" name="Shape 5"/>
          <p:cNvSpPr/>
          <p:nvPr/>
        </p:nvSpPr>
        <p:spPr>
          <a:xfrm>
            <a:off x="548640" y="2103120"/>
            <a:ext cx="137160" cy="1828800"/>
          </a:xfrm>
          <a:prstGeom prst="rect">
            <a:avLst/>
          </a:prstGeom>
          <a:solidFill>
            <a:srgbClr val="F59E0B"/>
          </a:solidFill>
          <a:ln w="12700">
            <a:solidFill>
              <a:srgbClr val="F59E0B"/>
            </a:solidFill>
            <a:prstDash val="solid"/>
          </a:ln>
        </p:spPr>
        <p:txBody>
          <a:bodyPr/>
          <a:lstStyle/>
          <a:p>
            <a:endParaRPr lang="fr-FR"/>
          </a:p>
        </p:txBody>
      </p:sp>
      <p:sp>
        <p:nvSpPr>
          <p:cNvPr id="8" name="Text 6"/>
          <p:cNvSpPr/>
          <p:nvPr/>
        </p:nvSpPr>
        <p:spPr>
          <a:xfrm>
            <a:off x="868680" y="2240280"/>
            <a:ext cx="5486400" cy="36576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FIREBASE CLOUD MESSAGING — admin_alerts</a:t>
            </a:r>
            <a:endParaRPr lang="en-US" sz="1600" dirty="0"/>
          </a:p>
        </p:txBody>
      </p:sp>
      <p:sp>
        <p:nvSpPr>
          <p:cNvPr id="9" name="Shape 7"/>
          <p:cNvSpPr/>
          <p:nvPr/>
        </p:nvSpPr>
        <p:spPr>
          <a:xfrm>
            <a:off x="2529688" y="2743200"/>
            <a:ext cx="2011680" cy="1005840"/>
          </a:xfrm>
          <a:prstGeom prst="roundRect">
            <a:avLst>
              <a:gd name="adj" fmla="val 9091"/>
            </a:avLst>
          </a:prstGeom>
          <a:solidFill>
            <a:srgbClr val="F8FAFC"/>
          </a:solidFill>
          <a:ln w="19050">
            <a:solidFill>
              <a:srgbClr val="F59E0B"/>
            </a:solidFill>
            <a:prstDash val="solid"/>
          </a:ln>
        </p:spPr>
        <p:txBody>
          <a:bodyPr/>
          <a:lstStyle/>
          <a:p>
            <a:endParaRPr lang="fr-FR"/>
          </a:p>
        </p:txBody>
      </p:sp>
      <p:pic>
        <p:nvPicPr>
          <p:cNvPr id="10" name="Image 0" descr="preencoded.png"/>
          <p:cNvPicPr>
            <a:picLocks noChangeAspect="1"/>
          </p:cNvPicPr>
          <p:nvPr/>
        </p:nvPicPr>
        <p:blipFill>
          <a:blip r:embed="rId3"/>
          <a:stretch>
            <a:fillRect/>
          </a:stretch>
        </p:blipFill>
        <p:spPr>
          <a:xfrm>
            <a:off x="2694280" y="2999232"/>
            <a:ext cx="502920" cy="502920"/>
          </a:xfrm>
          <a:prstGeom prst="rect">
            <a:avLst/>
          </a:prstGeom>
        </p:spPr>
      </p:pic>
      <p:sp>
        <p:nvSpPr>
          <p:cNvPr id="11" name="Text 8"/>
          <p:cNvSpPr/>
          <p:nvPr/>
        </p:nvSpPr>
        <p:spPr>
          <a:xfrm>
            <a:off x="3306928" y="2880360"/>
            <a:ext cx="1188720" cy="365760"/>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Backend</a:t>
            </a:r>
            <a:endParaRPr lang="en-US" sz="1200" dirty="0"/>
          </a:p>
        </p:txBody>
      </p:sp>
      <p:sp>
        <p:nvSpPr>
          <p:cNvPr id="12" name="Text 9"/>
          <p:cNvSpPr/>
          <p:nvPr/>
        </p:nvSpPr>
        <p:spPr>
          <a:xfrm>
            <a:off x="3306928" y="3246120"/>
            <a:ext cx="1188720" cy="45720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Détection urgence</a:t>
            </a:r>
            <a:endParaRPr lang="en-US" sz="1000" dirty="0"/>
          </a:p>
        </p:txBody>
      </p:sp>
      <p:sp>
        <p:nvSpPr>
          <p:cNvPr id="13" name="Shape 10"/>
          <p:cNvSpPr/>
          <p:nvPr/>
        </p:nvSpPr>
        <p:spPr>
          <a:xfrm>
            <a:off x="4541368" y="3246120"/>
            <a:ext cx="548640" cy="0"/>
          </a:xfrm>
          <a:prstGeom prst="line">
            <a:avLst/>
          </a:prstGeom>
          <a:noFill/>
          <a:ln w="25400">
            <a:solidFill>
              <a:srgbClr val="F59E0B"/>
            </a:solidFill>
            <a:prstDash val="solid"/>
            <a:tailEnd type="triangle"/>
          </a:ln>
        </p:spPr>
        <p:txBody>
          <a:bodyPr/>
          <a:lstStyle/>
          <a:p>
            <a:endParaRPr lang="fr-FR"/>
          </a:p>
        </p:txBody>
      </p:sp>
      <p:sp>
        <p:nvSpPr>
          <p:cNvPr id="14" name="Shape 11"/>
          <p:cNvSpPr/>
          <p:nvPr/>
        </p:nvSpPr>
        <p:spPr>
          <a:xfrm>
            <a:off x="5090008" y="2743200"/>
            <a:ext cx="2011680" cy="1005840"/>
          </a:xfrm>
          <a:prstGeom prst="roundRect">
            <a:avLst>
              <a:gd name="adj" fmla="val 9091"/>
            </a:avLst>
          </a:prstGeom>
          <a:solidFill>
            <a:srgbClr val="F8FAFC"/>
          </a:solidFill>
          <a:ln w="19050">
            <a:solidFill>
              <a:srgbClr val="F59E0B"/>
            </a:solidFill>
            <a:prstDash val="solid"/>
          </a:ln>
        </p:spPr>
        <p:txBody>
          <a:bodyPr/>
          <a:lstStyle/>
          <a:p>
            <a:endParaRPr lang="fr-FR"/>
          </a:p>
        </p:txBody>
      </p:sp>
      <p:pic>
        <p:nvPicPr>
          <p:cNvPr id="15" name="Image 1" descr="preencoded.png"/>
          <p:cNvPicPr>
            <a:picLocks noChangeAspect="1"/>
          </p:cNvPicPr>
          <p:nvPr/>
        </p:nvPicPr>
        <p:blipFill>
          <a:blip r:embed="rId4"/>
          <a:stretch>
            <a:fillRect/>
          </a:stretch>
        </p:blipFill>
        <p:spPr>
          <a:xfrm>
            <a:off x="5254600" y="2999232"/>
            <a:ext cx="502920" cy="502920"/>
          </a:xfrm>
          <a:prstGeom prst="rect">
            <a:avLst/>
          </a:prstGeom>
        </p:spPr>
      </p:pic>
      <p:sp>
        <p:nvSpPr>
          <p:cNvPr id="16" name="Text 12"/>
          <p:cNvSpPr/>
          <p:nvPr/>
        </p:nvSpPr>
        <p:spPr>
          <a:xfrm>
            <a:off x="5867248" y="2880360"/>
            <a:ext cx="1188720" cy="365760"/>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FCM</a:t>
            </a:r>
            <a:endParaRPr lang="en-US" sz="1200" dirty="0"/>
          </a:p>
        </p:txBody>
      </p:sp>
      <p:sp>
        <p:nvSpPr>
          <p:cNvPr id="17" name="Text 13"/>
          <p:cNvSpPr/>
          <p:nvPr/>
        </p:nvSpPr>
        <p:spPr>
          <a:xfrm>
            <a:off x="5867248" y="3246120"/>
            <a:ext cx="1188720" cy="45720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Topic admin_alerts</a:t>
            </a:r>
            <a:endParaRPr lang="en-US" sz="1000" dirty="0"/>
          </a:p>
        </p:txBody>
      </p:sp>
      <p:sp>
        <p:nvSpPr>
          <p:cNvPr id="18" name="Shape 14"/>
          <p:cNvSpPr/>
          <p:nvPr/>
        </p:nvSpPr>
        <p:spPr>
          <a:xfrm>
            <a:off x="7101688" y="3246120"/>
            <a:ext cx="548640" cy="0"/>
          </a:xfrm>
          <a:prstGeom prst="line">
            <a:avLst/>
          </a:prstGeom>
          <a:noFill/>
          <a:ln w="25400">
            <a:solidFill>
              <a:srgbClr val="F59E0B"/>
            </a:solidFill>
            <a:prstDash val="solid"/>
            <a:tailEnd type="triangle"/>
          </a:ln>
        </p:spPr>
        <p:txBody>
          <a:bodyPr/>
          <a:lstStyle/>
          <a:p>
            <a:endParaRPr lang="fr-FR"/>
          </a:p>
        </p:txBody>
      </p:sp>
      <p:sp>
        <p:nvSpPr>
          <p:cNvPr id="19" name="Shape 15"/>
          <p:cNvSpPr/>
          <p:nvPr/>
        </p:nvSpPr>
        <p:spPr>
          <a:xfrm>
            <a:off x="7650328" y="2743200"/>
            <a:ext cx="2011680" cy="1005840"/>
          </a:xfrm>
          <a:prstGeom prst="roundRect">
            <a:avLst>
              <a:gd name="adj" fmla="val 9091"/>
            </a:avLst>
          </a:prstGeom>
          <a:solidFill>
            <a:srgbClr val="F8FAFC"/>
          </a:solidFill>
          <a:ln w="19050">
            <a:solidFill>
              <a:srgbClr val="F59E0B"/>
            </a:solidFill>
            <a:prstDash val="solid"/>
          </a:ln>
        </p:spPr>
        <p:txBody>
          <a:bodyPr/>
          <a:lstStyle/>
          <a:p>
            <a:endParaRPr lang="fr-FR"/>
          </a:p>
        </p:txBody>
      </p:sp>
      <p:pic>
        <p:nvPicPr>
          <p:cNvPr id="20" name="Image 2" descr="preencoded.png"/>
          <p:cNvPicPr>
            <a:picLocks noChangeAspect="1"/>
          </p:cNvPicPr>
          <p:nvPr/>
        </p:nvPicPr>
        <p:blipFill>
          <a:blip r:embed="rId5"/>
          <a:stretch>
            <a:fillRect/>
          </a:stretch>
        </p:blipFill>
        <p:spPr>
          <a:xfrm>
            <a:off x="7814920" y="2999232"/>
            <a:ext cx="502920" cy="502920"/>
          </a:xfrm>
          <a:prstGeom prst="rect">
            <a:avLst/>
          </a:prstGeom>
        </p:spPr>
      </p:pic>
      <p:sp>
        <p:nvSpPr>
          <p:cNvPr id="21" name="Text 16"/>
          <p:cNvSpPr/>
          <p:nvPr/>
        </p:nvSpPr>
        <p:spPr>
          <a:xfrm>
            <a:off x="8427568" y="2880360"/>
            <a:ext cx="1188720" cy="365760"/>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Notification</a:t>
            </a:r>
            <a:endParaRPr lang="en-US" sz="1200" dirty="0"/>
          </a:p>
        </p:txBody>
      </p:sp>
      <p:sp>
        <p:nvSpPr>
          <p:cNvPr id="22" name="Text 17"/>
          <p:cNvSpPr/>
          <p:nvPr/>
        </p:nvSpPr>
        <p:spPr>
          <a:xfrm>
            <a:off x="8427568" y="3246120"/>
            <a:ext cx="1188720" cy="45720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Mobile + dashboard</a:t>
            </a:r>
            <a:endParaRPr lang="en-US" sz="1000" dirty="0"/>
          </a:p>
        </p:txBody>
      </p:sp>
      <p:sp>
        <p:nvSpPr>
          <p:cNvPr id="23" name="Shape 18"/>
          <p:cNvSpPr/>
          <p:nvPr/>
        </p:nvSpPr>
        <p:spPr>
          <a:xfrm>
            <a:off x="548640" y="4160520"/>
            <a:ext cx="11094415" cy="1828800"/>
          </a:xfrm>
          <a:prstGeom prst="rect">
            <a:avLst/>
          </a:prstGeom>
          <a:solidFill>
            <a:srgbClr val="FFFFFF"/>
          </a:solidFill>
          <a:ln w="12700">
            <a:solidFill>
              <a:srgbClr val="E2E8F0"/>
            </a:solidFill>
            <a:prstDash val="solid"/>
          </a:ln>
        </p:spPr>
        <p:txBody>
          <a:bodyPr/>
          <a:lstStyle/>
          <a:p>
            <a:endParaRPr lang="fr-FR"/>
          </a:p>
        </p:txBody>
      </p:sp>
      <p:sp>
        <p:nvSpPr>
          <p:cNvPr id="24" name="Shape 19"/>
          <p:cNvSpPr/>
          <p:nvPr/>
        </p:nvSpPr>
        <p:spPr>
          <a:xfrm>
            <a:off x="548640" y="4160520"/>
            <a:ext cx="137160" cy="1828800"/>
          </a:xfrm>
          <a:prstGeom prst="rect">
            <a:avLst/>
          </a:prstGeom>
          <a:solidFill>
            <a:srgbClr val="06B6D4"/>
          </a:solidFill>
          <a:ln w="12700">
            <a:solidFill>
              <a:srgbClr val="06B6D4"/>
            </a:solidFill>
            <a:prstDash val="solid"/>
          </a:ln>
        </p:spPr>
        <p:txBody>
          <a:bodyPr/>
          <a:lstStyle/>
          <a:p>
            <a:endParaRPr lang="fr-FR"/>
          </a:p>
        </p:txBody>
      </p:sp>
      <p:sp>
        <p:nvSpPr>
          <p:cNvPr id="25" name="Text 20"/>
          <p:cNvSpPr/>
          <p:nvPr/>
        </p:nvSpPr>
        <p:spPr>
          <a:xfrm>
            <a:off x="868680" y="4297680"/>
            <a:ext cx="5486400" cy="365760"/>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WEBSOCKET /ws — message REFRESH</a:t>
            </a:r>
            <a:endParaRPr lang="en-US" sz="1600" dirty="0"/>
          </a:p>
        </p:txBody>
      </p:sp>
      <p:sp>
        <p:nvSpPr>
          <p:cNvPr id="26" name="Shape 21"/>
          <p:cNvSpPr/>
          <p:nvPr/>
        </p:nvSpPr>
        <p:spPr>
          <a:xfrm>
            <a:off x="2529688" y="4800600"/>
            <a:ext cx="2011680" cy="1005840"/>
          </a:xfrm>
          <a:prstGeom prst="roundRect">
            <a:avLst>
              <a:gd name="adj" fmla="val 9091"/>
            </a:avLst>
          </a:prstGeom>
          <a:solidFill>
            <a:srgbClr val="F8FAFC"/>
          </a:solidFill>
          <a:ln w="19050">
            <a:solidFill>
              <a:srgbClr val="06B6D4"/>
            </a:solidFill>
            <a:prstDash val="solid"/>
          </a:ln>
        </p:spPr>
        <p:txBody>
          <a:bodyPr/>
          <a:lstStyle/>
          <a:p>
            <a:endParaRPr lang="fr-FR"/>
          </a:p>
        </p:txBody>
      </p:sp>
      <p:pic>
        <p:nvPicPr>
          <p:cNvPr id="27" name="Image 3" descr="preencoded.png"/>
          <p:cNvPicPr>
            <a:picLocks noChangeAspect="1"/>
          </p:cNvPicPr>
          <p:nvPr/>
        </p:nvPicPr>
        <p:blipFill>
          <a:blip r:embed="rId6"/>
          <a:stretch>
            <a:fillRect/>
          </a:stretch>
        </p:blipFill>
        <p:spPr>
          <a:xfrm>
            <a:off x="2694280" y="5056632"/>
            <a:ext cx="502920" cy="502920"/>
          </a:xfrm>
          <a:prstGeom prst="rect">
            <a:avLst/>
          </a:prstGeom>
        </p:spPr>
      </p:pic>
      <p:sp>
        <p:nvSpPr>
          <p:cNvPr id="28" name="Text 22"/>
          <p:cNvSpPr/>
          <p:nvPr/>
        </p:nvSpPr>
        <p:spPr>
          <a:xfrm>
            <a:off x="3306928" y="4937760"/>
            <a:ext cx="1188720" cy="365760"/>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Backend</a:t>
            </a:r>
            <a:endParaRPr lang="en-US" sz="1200" dirty="0"/>
          </a:p>
        </p:txBody>
      </p:sp>
      <p:sp>
        <p:nvSpPr>
          <p:cNvPr id="29" name="Text 23"/>
          <p:cNvSpPr/>
          <p:nvPr/>
        </p:nvSpPr>
        <p:spPr>
          <a:xfrm>
            <a:off x="3306928" y="5303520"/>
            <a:ext cx="1188720" cy="45720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Nouveau ticket</a:t>
            </a:r>
            <a:endParaRPr lang="en-US" sz="1000" dirty="0"/>
          </a:p>
        </p:txBody>
      </p:sp>
      <p:sp>
        <p:nvSpPr>
          <p:cNvPr id="30" name="Shape 24"/>
          <p:cNvSpPr/>
          <p:nvPr/>
        </p:nvSpPr>
        <p:spPr>
          <a:xfrm>
            <a:off x="4541368" y="5303520"/>
            <a:ext cx="548640" cy="0"/>
          </a:xfrm>
          <a:prstGeom prst="line">
            <a:avLst/>
          </a:prstGeom>
          <a:noFill/>
          <a:ln w="25400">
            <a:solidFill>
              <a:srgbClr val="06B6D4"/>
            </a:solidFill>
            <a:prstDash val="solid"/>
            <a:tailEnd type="triangle"/>
          </a:ln>
        </p:spPr>
        <p:txBody>
          <a:bodyPr/>
          <a:lstStyle/>
          <a:p>
            <a:endParaRPr lang="fr-FR"/>
          </a:p>
        </p:txBody>
      </p:sp>
      <p:sp>
        <p:nvSpPr>
          <p:cNvPr id="31" name="Shape 25"/>
          <p:cNvSpPr/>
          <p:nvPr/>
        </p:nvSpPr>
        <p:spPr>
          <a:xfrm>
            <a:off x="5090008" y="4800600"/>
            <a:ext cx="2011680" cy="1005840"/>
          </a:xfrm>
          <a:prstGeom prst="roundRect">
            <a:avLst>
              <a:gd name="adj" fmla="val 9091"/>
            </a:avLst>
          </a:prstGeom>
          <a:solidFill>
            <a:srgbClr val="F8FAFC"/>
          </a:solidFill>
          <a:ln w="19050">
            <a:solidFill>
              <a:srgbClr val="06B6D4"/>
            </a:solidFill>
            <a:prstDash val="solid"/>
          </a:ln>
        </p:spPr>
        <p:txBody>
          <a:bodyPr/>
          <a:lstStyle/>
          <a:p>
            <a:endParaRPr lang="fr-FR"/>
          </a:p>
        </p:txBody>
      </p:sp>
      <p:pic>
        <p:nvPicPr>
          <p:cNvPr id="32" name="Image 4" descr="preencoded.png"/>
          <p:cNvPicPr>
            <a:picLocks noChangeAspect="1"/>
          </p:cNvPicPr>
          <p:nvPr/>
        </p:nvPicPr>
        <p:blipFill>
          <a:blip r:embed="rId7"/>
          <a:stretch>
            <a:fillRect/>
          </a:stretch>
        </p:blipFill>
        <p:spPr>
          <a:xfrm>
            <a:off x="5254600" y="5056632"/>
            <a:ext cx="502920" cy="502920"/>
          </a:xfrm>
          <a:prstGeom prst="rect">
            <a:avLst/>
          </a:prstGeom>
        </p:spPr>
      </p:pic>
      <p:sp>
        <p:nvSpPr>
          <p:cNvPr id="33" name="Text 26"/>
          <p:cNvSpPr/>
          <p:nvPr/>
        </p:nvSpPr>
        <p:spPr>
          <a:xfrm>
            <a:off x="5867248" y="4937760"/>
            <a:ext cx="1188720" cy="365760"/>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WebSocket</a:t>
            </a:r>
            <a:endParaRPr lang="en-US" sz="1200" dirty="0"/>
          </a:p>
        </p:txBody>
      </p:sp>
      <p:sp>
        <p:nvSpPr>
          <p:cNvPr id="34" name="Text 27"/>
          <p:cNvSpPr/>
          <p:nvPr/>
        </p:nvSpPr>
        <p:spPr>
          <a:xfrm>
            <a:off x="5867248" y="5303520"/>
            <a:ext cx="1188720" cy="45720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Broadcast REFRESH</a:t>
            </a:r>
            <a:endParaRPr lang="en-US" sz="1000" dirty="0"/>
          </a:p>
        </p:txBody>
      </p:sp>
      <p:sp>
        <p:nvSpPr>
          <p:cNvPr id="35" name="Shape 28"/>
          <p:cNvSpPr/>
          <p:nvPr/>
        </p:nvSpPr>
        <p:spPr>
          <a:xfrm>
            <a:off x="7101688" y="5303520"/>
            <a:ext cx="548640" cy="0"/>
          </a:xfrm>
          <a:prstGeom prst="line">
            <a:avLst/>
          </a:prstGeom>
          <a:noFill/>
          <a:ln w="25400">
            <a:solidFill>
              <a:srgbClr val="06B6D4"/>
            </a:solidFill>
            <a:prstDash val="solid"/>
            <a:tailEnd type="triangle"/>
          </a:ln>
        </p:spPr>
        <p:txBody>
          <a:bodyPr/>
          <a:lstStyle/>
          <a:p>
            <a:endParaRPr lang="fr-FR"/>
          </a:p>
        </p:txBody>
      </p:sp>
      <p:sp>
        <p:nvSpPr>
          <p:cNvPr id="36" name="Shape 29"/>
          <p:cNvSpPr/>
          <p:nvPr/>
        </p:nvSpPr>
        <p:spPr>
          <a:xfrm>
            <a:off x="7650328" y="4800600"/>
            <a:ext cx="2011680" cy="1005840"/>
          </a:xfrm>
          <a:prstGeom prst="roundRect">
            <a:avLst>
              <a:gd name="adj" fmla="val 9091"/>
            </a:avLst>
          </a:prstGeom>
          <a:solidFill>
            <a:srgbClr val="F8FAFC"/>
          </a:solidFill>
          <a:ln w="19050">
            <a:solidFill>
              <a:srgbClr val="06B6D4"/>
            </a:solidFill>
            <a:prstDash val="solid"/>
          </a:ln>
        </p:spPr>
        <p:txBody>
          <a:bodyPr/>
          <a:lstStyle/>
          <a:p>
            <a:endParaRPr lang="fr-FR"/>
          </a:p>
        </p:txBody>
      </p:sp>
      <p:pic>
        <p:nvPicPr>
          <p:cNvPr id="37" name="Image 5" descr="preencoded.png"/>
          <p:cNvPicPr>
            <a:picLocks noChangeAspect="1"/>
          </p:cNvPicPr>
          <p:nvPr/>
        </p:nvPicPr>
        <p:blipFill>
          <a:blip r:embed="rId8"/>
          <a:stretch>
            <a:fillRect/>
          </a:stretch>
        </p:blipFill>
        <p:spPr>
          <a:xfrm>
            <a:off x="7814920" y="5056632"/>
            <a:ext cx="502920" cy="502920"/>
          </a:xfrm>
          <a:prstGeom prst="rect">
            <a:avLst/>
          </a:prstGeom>
        </p:spPr>
      </p:pic>
      <p:sp>
        <p:nvSpPr>
          <p:cNvPr id="38" name="Text 30"/>
          <p:cNvSpPr/>
          <p:nvPr/>
        </p:nvSpPr>
        <p:spPr>
          <a:xfrm>
            <a:off x="8427568" y="4937760"/>
            <a:ext cx="1188720" cy="365760"/>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Flutter</a:t>
            </a:r>
            <a:endParaRPr lang="en-US" sz="1200" dirty="0"/>
          </a:p>
        </p:txBody>
      </p:sp>
      <p:sp>
        <p:nvSpPr>
          <p:cNvPr id="39" name="Text 31"/>
          <p:cNvSpPr/>
          <p:nvPr/>
        </p:nvSpPr>
        <p:spPr>
          <a:xfrm>
            <a:off x="8427568" y="5303520"/>
            <a:ext cx="1188720" cy="45720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Recharge UI live</a:t>
            </a:r>
            <a:endParaRPr lang="en-US" sz="1000" dirty="0"/>
          </a:p>
        </p:txBody>
      </p:sp>
      <p:sp>
        <p:nvSpPr>
          <p:cNvPr id="40" name="Shape 32"/>
          <p:cNvSpPr/>
          <p:nvPr/>
        </p:nvSpPr>
        <p:spPr>
          <a:xfrm>
            <a:off x="548640" y="6217920"/>
            <a:ext cx="9875520" cy="411480"/>
          </a:xfrm>
          <a:prstGeom prst="rect">
            <a:avLst/>
          </a:prstGeom>
          <a:solidFill>
            <a:srgbClr val="0F172A"/>
          </a:solidFill>
          <a:ln w="12700">
            <a:solidFill>
              <a:srgbClr val="0F172A"/>
            </a:solidFill>
            <a:prstDash val="solid"/>
          </a:ln>
        </p:spPr>
        <p:txBody>
          <a:bodyPr/>
          <a:lstStyle/>
          <a:p>
            <a:endParaRPr lang="fr-FR"/>
          </a:p>
        </p:txBody>
      </p:sp>
      <p:sp>
        <p:nvSpPr>
          <p:cNvPr id="41" name="Text 33"/>
          <p:cNvSpPr/>
          <p:nvPr/>
        </p:nvSpPr>
        <p:spPr>
          <a:xfrm>
            <a:off x="777240" y="6217920"/>
            <a:ext cx="9418320" cy="411480"/>
          </a:xfrm>
          <a:prstGeom prst="rect">
            <a:avLst/>
          </a:prstGeom>
          <a:noFill/>
          <a:ln/>
        </p:spPr>
        <p:txBody>
          <a:bodyPr wrap="square" lIns="0" tIns="0" rIns="0" bIns="0" rtlCol="0" anchor="ctr"/>
          <a:lstStyle/>
          <a:p>
            <a:pPr marL="0" indent="0">
              <a:buNone/>
            </a:pPr>
            <a:r>
              <a:rPr lang="en-US" sz="1200" i="1" dirty="0">
                <a:solidFill>
                  <a:srgbClr val="06B6D4"/>
                </a:solidFill>
                <a:latin typeface="Calibri" pitchFamily="34" charset="0"/>
                <a:ea typeface="Calibri" pitchFamily="34" charset="-122"/>
                <a:cs typeface="Calibri" pitchFamily="34" charset="-120"/>
              </a:rPr>
              <a:t>Les urgences arrivent à l'admin en quelques secondes — pas de rafraîchissement manuel.</a:t>
            </a:r>
            <a:endParaRPr lang="en-US" sz="1200" dirty="0"/>
          </a:p>
        </p:txBody>
      </p:sp>
      <p:sp>
        <p:nvSpPr>
          <p:cNvPr id="42" name="Text 34"/>
          <p:cNvSpPr/>
          <p:nvPr/>
        </p:nvSpPr>
        <p:spPr>
          <a:xfrm>
            <a:off x="10911535" y="6446520"/>
            <a:ext cx="914400" cy="274320"/>
          </a:xfrm>
          <a:prstGeom prst="rect">
            <a:avLst/>
          </a:prstGeom>
          <a:noFill/>
          <a:ln/>
        </p:spPr>
        <p:txBody>
          <a:bodyPr wrap="square" rtlCol="0" anchor="ctr"/>
          <a:lstStyle/>
          <a:p>
            <a:pPr marL="0" indent="0" algn="r">
              <a:buNone/>
            </a:pPr>
            <a:r>
              <a:rPr lang="en-US" sz="1000" dirty="0">
                <a:solidFill>
                  <a:srgbClr val="475569"/>
                </a:solidFill>
                <a:latin typeface="Calibri" pitchFamily="34" charset="0"/>
                <a:ea typeface="Calibri" pitchFamily="34" charset="-122"/>
                <a:cs typeface="Calibri" pitchFamily="34" charset="-120"/>
              </a:rPr>
              <a:t>17 / 24</a:t>
            </a:r>
            <a:endParaRPr lang="en-US" sz="1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par>
                                <p:cTn id="32" presetID="10" presetClass="entr" presetSubtype="0" fill="hold"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500"/>
                                        <p:tgtEl>
                                          <p:spTgt spid="1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500"/>
                                        <p:tgtEl>
                                          <p:spTgt spid="1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500"/>
                                        <p:tgtEl>
                                          <p:spTgt spid="1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500"/>
                                        <p:tgtEl>
                                          <p:spTgt spid="19"/>
                                        </p:tgtEl>
                                      </p:cBhvr>
                                    </p:animEffect>
                                  </p:childTnLst>
                                </p:cTn>
                              </p:par>
                              <p:par>
                                <p:cTn id="47" presetID="10" presetClass="entr" presetSubtype="0" fill="hold"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500"/>
                                        <p:tgtEl>
                                          <p:spTgt spid="2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500"/>
                                        <p:tgtEl>
                                          <p:spTgt spid="2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500"/>
                                        <p:tgtEl>
                                          <p:spTgt spid="22"/>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500"/>
                                        <p:tgtEl>
                                          <p:spTgt spid="23"/>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500"/>
                                        <p:tgtEl>
                                          <p:spTgt spid="24"/>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500"/>
                                        <p:tgtEl>
                                          <p:spTgt spid="25"/>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500"/>
                                        <p:tgtEl>
                                          <p:spTgt spid="26"/>
                                        </p:tgtEl>
                                      </p:cBhvr>
                                    </p:animEffect>
                                  </p:childTnLst>
                                </p:cTn>
                              </p:par>
                              <p:par>
                                <p:cTn id="70" presetID="10" presetClass="entr" presetSubtype="0" fill="hold" nodeType="withEffect">
                                  <p:stCondLst>
                                    <p:cond delay="0"/>
                                  </p:stCondLst>
                                  <p:childTnLst>
                                    <p:set>
                                      <p:cBhvr>
                                        <p:cTn id="71" dur="1" fill="hold">
                                          <p:stCondLst>
                                            <p:cond delay="0"/>
                                          </p:stCondLst>
                                        </p:cTn>
                                        <p:tgtEl>
                                          <p:spTgt spid="27"/>
                                        </p:tgtEl>
                                        <p:attrNameLst>
                                          <p:attrName>style.visibility</p:attrName>
                                        </p:attrNameLst>
                                      </p:cBhvr>
                                      <p:to>
                                        <p:strVal val="visible"/>
                                      </p:to>
                                    </p:set>
                                    <p:animEffect transition="in" filter="fade">
                                      <p:cBhvr>
                                        <p:cTn id="72" dur="500"/>
                                        <p:tgtEl>
                                          <p:spTgt spid="27"/>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fade">
                                      <p:cBhvr>
                                        <p:cTn id="75" dur="500"/>
                                        <p:tgtEl>
                                          <p:spTgt spid="28"/>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fade">
                                      <p:cBhvr>
                                        <p:cTn id="78" dur="500"/>
                                        <p:tgtEl>
                                          <p:spTgt spid="29"/>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0"/>
                                        </p:tgtEl>
                                        <p:attrNameLst>
                                          <p:attrName>style.visibility</p:attrName>
                                        </p:attrNameLst>
                                      </p:cBhvr>
                                      <p:to>
                                        <p:strVal val="visible"/>
                                      </p:to>
                                    </p:set>
                                    <p:animEffect transition="in" filter="fade">
                                      <p:cBhvr>
                                        <p:cTn id="81" dur="500"/>
                                        <p:tgtEl>
                                          <p:spTgt spid="30"/>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1"/>
                                        </p:tgtEl>
                                        <p:attrNameLst>
                                          <p:attrName>style.visibility</p:attrName>
                                        </p:attrNameLst>
                                      </p:cBhvr>
                                      <p:to>
                                        <p:strVal val="visible"/>
                                      </p:to>
                                    </p:set>
                                    <p:animEffect transition="in" filter="fade">
                                      <p:cBhvr>
                                        <p:cTn id="84" dur="500"/>
                                        <p:tgtEl>
                                          <p:spTgt spid="31"/>
                                        </p:tgtEl>
                                      </p:cBhvr>
                                    </p:animEffect>
                                  </p:childTnLst>
                                </p:cTn>
                              </p:par>
                              <p:par>
                                <p:cTn id="85" presetID="10" presetClass="entr" presetSubtype="0" fill="hold" nodeType="withEffect">
                                  <p:stCondLst>
                                    <p:cond delay="0"/>
                                  </p:stCondLst>
                                  <p:childTnLst>
                                    <p:set>
                                      <p:cBhvr>
                                        <p:cTn id="86" dur="1" fill="hold">
                                          <p:stCondLst>
                                            <p:cond delay="0"/>
                                          </p:stCondLst>
                                        </p:cTn>
                                        <p:tgtEl>
                                          <p:spTgt spid="32"/>
                                        </p:tgtEl>
                                        <p:attrNameLst>
                                          <p:attrName>style.visibility</p:attrName>
                                        </p:attrNameLst>
                                      </p:cBhvr>
                                      <p:to>
                                        <p:strVal val="visible"/>
                                      </p:to>
                                    </p:set>
                                    <p:animEffect transition="in" filter="fade">
                                      <p:cBhvr>
                                        <p:cTn id="87" dur="500"/>
                                        <p:tgtEl>
                                          <p:spTgt spid="32"/>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3"/>
                                        </p:tgtEl>
                                        <p:attrNameLst>
                                          <p:attrName>style.visibility</p:attrName>
                                        </p:attrNameLst>
                                      </p:cBhvr>
                                      <p:to>
                                        <p:strVal val="visible"/>
                                      </p:to>
                                    </p:set>
                                    <p:animEffect transition="in" filter="fade">
                                      <p:cBhvr>
                                        <p:cTn id="90" dur="500"/>
                                        <p:tgtEl>
                                          <p:spTgt spid="33"/>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4"/>
                                        </p:tgtEl>
                                        <p:attrNameLst>
                                          <p:attrName>style.visibility</p:attrName>
                                        </p:attrNameLst>
                                      </p:cBhvr>
                                      <p:to>
                                        <p:strVal val="visible"/>
                                      </p:to>
                                    </p:set>
                                    <p:animEffect transition="in" filter="fade">
                                      <p:cBhvr>
                                        <p:cTn id="93" dur="500"/>
                                        <p:tgtEl>
                                          <p:spTgt spid="34"/>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5"/>
                                        </p:tgtEl>
                                        <p:attrNameLst>
                                          <p:attrName>style.visibility</p:attrName>
                                        </p:attrNameLst>
                                      </p:cBhvr>
                                      <p:to>
                                        <p:strVal val="visible"/>
                                      </p:to>
                                    </p:set>
                                    <p:animEffect transition="in" filter="fade">
                                      <p:cBhvr>
                                        <p:cTn id="96" dur="500"/>
                                        <p:tgtEl>
                                          <p:spTgt spid="35"/>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6"/>
                                        </p:tgtEl>
                                        <p:attrNameLst>
                                          <p:attrName>style.visibility</p:attrName>
                                        </p:attrNameLst>
                                      </p:cBhvr>
                                      <p:to>
                                        <p:strVal val="visible"/>
                                      </p:to>
                                    </p:set>
                                    <p:animEffect transition="in" filter="fade">
                                      <p:cBhvr>
                                        <p:cTn id="99" dur="500"/>
                                        <p:tgtEl>
                                          <p:spTgt spid="36"/>
                                        </p:tgtEl>
                                      </p:cBhvr>
                                    </p:animEffect>
                                  </p:childTnLst>
                                </p:cTn>
                              </p:par>
                              <p:par>
                                <p:cTn id="100" presetID="10" presetClass="entr" presetSubtype="0" fill="hold" nodeType="withEffect">
                                  <p:stCondLst>
                                    <p:cond delay="0"/>
                                  </p:stCondLst>
                                  <p:childTnLst>
                                    <p:set>
                                      <p:cBhvr>
                                        <p:cTn id="101" dur="1" fill="hold">
                                          <p:stCondLst>
                                            <p:cond delay="0"/>
                                          </p:stCondLst>
                                        </p:cTn>
                                        <p:tgtEl>
                                          <p:spTgt spid="37"/>
                                        </p:tgtEl>
                                        <p:attrNameLst>
                                          <p:attrName>style.visibility</p:attrName>
                                        </p:attrNameLst>
                                      </p:cBhvr>
                                      <p:to>
                                        <p:strVal val="visible"/>
                                      </p:to>
                                    </p:set>
                                    <p:animEffect transition="in" filter="fade">
                                      <p:cBhvr>
                                        <p:cTn id="102" dur="500"/>
                                        <p:tgtEl>
                                          <p:spTgt spid="37"/>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8"/>
                                        </p:tgtEl>
                                        <p:attrNameLst>
                                          <p:attrName>style.visibility</p:attrName>
                                        </p:attrNameLst>
                                      </p:cBhvr>
                                      <p:to>
                                        <p:strVal val="visible"/>
                                      </p:to>
                                    </p:set>
                                    <p:animEffect transition="in" filter="fade">
                                      <p:cBhvr>
                                        <p:cTn id="105" dur="500"/>
                                        <p:tgtEl>
                                          <p:spTgt spid="38"/>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9"/>
                                        </p:tgtEl>
                                        <p:attrNameLst>
                                          <p:attrName>style.visibility</p:attrName>
                                        </p:attrNameLst>
                                      </p:cBhvr>
                                      <p:to>
                                        <p:strVal val="visible"/>
                                      </p:to>
                                    </p:set>
                                    <p:animEffect transition="in" filter="fade">
                                      <p:cBhvr>
                                        <p:cTn id="108"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1" grpId="0" animBg="1"/>
      <p:bldP spid="12" grpId="0" animBg="1"/>
      <p:bldP spid="13" grpId="0" animBg="1"/>
      <p:bldP spid="14" grpId="0" animBg="1"/>
      <p:bldP spid="16" grpId="0" animBg="1"/>
      <p:bldP spid="17" grpId="0" animBg="1"/>
      <p:bldP spid="18" grpId="0" animBg="1"/>
      <p:bldP spid="19" grpId="0" animBg="1"/>
      <p:bldP spid="21" grpId="0" animBg="1"/>
      <p:bldP spid="22" grpId="0" animBg="1"/>
      <p:bldP spid="23" grpId="0" animBg="1"/>
      <p:bldP spid="24" grpId="0" animBg="1"/>
      <p:bldP spid="25" grpId="0" animBg="1"/>
      <p:bldP spid="26" grpId="0" animBg="1"/>
      <p:bldP spid="28" grpId="0" animBg="1"/>
      <p:bldP spid="29" grpId="0" animBg="1"/>
      <p:bldP spid="30" grpId="0" animBg="1"/>
      <p:bldP spid="31" grpId="0" animBg="1"/>
      <p:bldP spid="33" grpId="0" animBg="1"/>
      <p:bldP spid="34" grpId="0" animBg="1"/>
      <p:bldP spid="35" grpId="0" animBg="1"/>
      <p:bldP spid="36" grpId="0" animBg="1"/>
      <p:bldP spid="38" grpId="0" animBg="1"/>
      <p:bldP spid="3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0">
          <a:extLst>
            <a:ext uri="{FF2B5EF4-FFF2-40B4-BE49-F238E27FC236}">
              <a16:creationId xmlns:a16="http://schemas.microsoft.com/office/drawing/2014/main" id="{AF8C6D77-2DCE-2776-5B75-B8607EE70937}"/>
            </a:ext>
          </a:extLst>
        </p:cNvPr>
        <p:cNvGrpSpPr/>
        <p:nvPr/>
      </p:nvGrpSpPr>
      <p:grpSpPr>
        <a:xfrm>
          <a:off x="0" y="0"/>
          <a:ext cx="0" cy="0"/>
          <a:chOff x="0" y="0"/>
          <a:chExt cx="0" cy="0"/>
        </a:xfrm>
      </p:grpSpPr>
      <p:sp>
        <p:nvSpPr>
          <p:cNvPr id="105" name="Google Shape;105;p27">
            <a:extLst>
              <a:ext uri="{FF2B5EF4-FFF2-40B4-BE49-F238E27FC236}">
                <a16:creationId xmlns:a16="http://schemas.microsoft.com/office/drawing/2014/main" id="{3039A3F4-CB59-EB9E-11CE-B8740DB8D7C3}"/>
              </a:ext>
            </a:extLst>
          </p:cNvPr>
          <p:cNvSpPr/>
          <p:nvPr/>
        </p:nvSpPr>
        <p:spPr>
          <a:xfrm rot="5400000">
            <a:off x="1652259" y="-1666129"/>
            <a:ext cx="5220048" cy="8524571"/>
          </a:xfrm>
          <a:prstGeom prst="triangle">
            <a:avLst>
              <a:gd name="adj" fmla="val 50411"/>
            </a:avLst>
          </a:prstGeom>
          <a:solidFill>
            <a:schemeClr val="accent1">
              <a:lumMod val="75000"/>
            </a:schemeClr>
          </a:solidFill>
          <a:ln/>
        </p:spPr>
        <p:style>
          <a:lnRef idx="2">
            <a:schemeClr val="accent1"/>
          </a:lnRef>
          <a:fillRef idx="1">
            <a:schemeClr val="lt1"/>
          </a:fillRef>
          <a:effectRef idx="0">
            <a:schemeClr val="accent1"/>
          </a:effectRef>
          <a:fontRef idx="minor">
            <a:schemeClr val="dk1"/>
          </a:fontRef>
        </p:style>
        <p:txBody>
          <a:bodyPr spcFirstLastPara="1" wrap="square" lIns="121900" tIns="121900" rIns="121900" bIns="121900" anchor="ctr" anchorCtr="0">
            <a:noAutofit/>
          </a:bodyPr>
          <a:lstStyle/>
          <a:p>
            <a:endParaRPr sz="2400"/>
          </a:p>
        </p:txBody>
      </p:sp>
      <p:sp>
        <p:nvSpPr>
          <p:cNvPr id="2" name="Google Shape;105;p27">
            <a:extLst>
              <a:ext uri="{FF2B5EF4-FFF2-40B4-BE49-F238E27FC236}">
                <a16:creationId xmlns:a16="http://schemas.microsoft.com/office/drawing/2014/main" id="{02A998F7-D0D9-4872-CC0C-B764F3CDA30F}"/>
              </a:ext>
            </a:extLst>
          </p:cNvPr>
          <p:cNvSpPr/>
          <p:nvPr/>
        </p:nvSpPr>
        <p:spPr>
          <a:xfrm rot="16200000">
            <a:off x="5137501" y="-182043"/>
            <a:ext cx="5692586" cy="8416413"/>
          </a:xfrm>
          <a:prstGeom prst="triangle">
            <a:avLst>
              <a:gd name="adj" fmla="val 50411"/>
            </a:avLst>
          </a:prstGeom>
          <a:solidFill>
            <a:schemeClr val="accent1">
              <a:lumMod val="75000"/>
            </a:schemeClr>
          </a:solidFill>
          <a:ln>
            <a:solidFill>
              <a:schemeClr val="accent1"/>
            </a:solidFill>
          </a:ln>
        </p:spPr>
        <p:txBody>
          <a:bodyPr spcFirstLastPara="1" wrap="square" lIns="121900" tIns="121900" rIns="121900" bIns="121900" anchor="ctr" anchorCtr="0">
            <a:noAutofit/>
          </a:bodyPr>
          <a:lstStyle/>
          <a:p>
            <a:endParaRPr sz="2400"/>
          </a:p>
        </p:txBody>
      </p:sp>
      <p:sp>
        <p:nvSpPr>
          <p:cNvPr id="4" name="Text 7">
            <a:extLst>
              <a:ext uri="{FF2B5EF4-FFF2-40B4-BE49-F238E27FC236}">
                <a16:creationId xmlns:a16="http://schemas.microsoft.com/office/drawing/2014/main" id="{9ED5BD77-F402-ACDF-E93E-95314F85F9EF}"/>
              </a:ext>
            </a:extLst>
          </p:cNvPr>
          <p:cNvSpPr/>
          <p:nvPr/>
        </p:nvSpPr>
        <p:spPr>
          <a:xfrm>
            <a:off x="4992329" y="2924015"/>
            <a:ext cx="2514600" cy="615598"/>
          </a:xfrm>
          <a:prstGeom prst="rect">
            <a:avLst/>
          </a:prstGeom>
          <a:noFill/>
          <a:ln/>
        </p:spPr>
        <p:txBody>
          <a:bodyPr wrap="square" lIns="0" tIns="0" rIns="0" bIns="0" rtlCol="0" anchor="ctr"/>
          <a:lstStyle/>
          <a:p>
            <a:pPr marL="0" indent="0">
              <a:buNone/>
            </a:pPr>
            <a:r>
              <a:rPr lang="en-US" sz="4000" b="1" kern="0" spc="400" dirty="0">
                <a:solidFill>
                  <a:srgbClr val="06B6D4"/>
                </a:solidFill>
                <a:latin typeface="Calibri" pitchFamily="34" charset="0"/>
                <a:ea typeface="Calibri" pitchFamily="34" charset="-122"/>
                <a:cs typeface="Calibri" pitchFamily="34" charset="-120"/>
              </a:rPr>
              <a:t>PARTIE 5</a:t>
            </a:r>
            <a:endParaRPr lang="en-US" sz="4000" dirty="0"/>
          </a:p>
        </p:txBody>
      </p:sp>
      <p:sp>
        <p:nvSpPr>
          <p:cNvPr id="5" name="Text 8">
            <a:extLst>
              <a:ext uri="{FF2B5EF4-FFF2-40B4-BE49-F238E27FC236}">
                <a16:creationId xmlns:a16="http://schemas.microsoft.com/office/drawing/2014/main" id="{1B6B06CE-A0D1-69C6-A44E-298E7BBD4061}"/>
              </a:ext>
            </a:extLst>
          </p:cNvPr>
          <p:cNvSpPr/>
          <p:nvPr/>
        </p:nvSpPr>
        <p:spPr>
          <a:xfrm>
            <a:off x="4992328" y="3539613"/>
            <a:ext cx="4549877" cy="1017638"/>
          </a:xfrm>
          <a:prstGeom prst="rect">
            <a:avLst/>
          </a:prstGeom>
          <a:noFill/>
          <a:ln/>
        </p:spPr>
        <p:txBody>
          <a:bodyPr wrap="square" lIns="0" tIns="0" rIns="0" bIns="0" rtlCol="0" anchor="ctr"/>
          <a:lstStyle/>
          <a:p>
            <a:r>
              <a:rPr lang="en-US" sz="4000" b="1" dirty="0">
                <a:solidFill>
                  <a:schemeClr val="bg1"/>
                </a:solidFill>
                <a:latin typeface="Calibri" pitchFamily="34" charset="0"/>
                <a:ea typeface="Calibri" pitchFamily="34" charset="-122"/>
                <a:cs typeface="Calibri" pitchFamily="34" charset="-120"/>
              </a:rPr>
              <a:t>Pilotage &amp; sécurité</a:t>
            </a:r>
            <a:endParaRPr lang="en-US" sz="4000" dirty="0">
              <a:solidFill>
                <a:schemeClr val="bg1"/>
              </a:solidFill>
            </a:endParaRPr>
          </a:p>
        </p:txBody>
      </p:sp>
      <p:sp>
        <p:nvSpPr>
          <p:cNvPr id="6" name="Shape 38">
            <a:extLst>
              <a:ext uri="{FF2B5EF4-FFF2-40B4-BE49-F238E27FC236}">
                <a16:creationId xmlns:a16="http://schemas.microsoft.com/office/drawing/2014/main" id="{40C8ACA2-AAA2-1F34-D0AE-A19766090B36}"/>
              </a:ext>
            </a:extLst>
          </p:cNvPr>
          <p:cNvSpPr/>
          <p:nvPr/>
        </p:nvSpPr>
        <p:spPr>
          <a:xfrm>
            <a:off x="3465872" y="3009260"/>
            <a:ext cx="1128398" cy="1253023"/>
          </a:xfrm>
          <a:prstGeom prst="ellipse">
            <a:avLst/>
          </a:prstGeom>
          <a:solidFill>
            <a:srgbClr val="1E3A8A"/>
          </a:solidFill>
          <a:ln w="12700">
            <a:solidFill>
              <a:srgbClr val="1E3A8A"/>
            </a:solidFill>
            <a:prstDash val="solid"/>
          </a:ln>
        </p:spPr>
        <p:txBody>
          <a:bodyPr/>
          <a:lstStyle/>
          <a:p>
            <a:endParaRPr lang="fr-FR"/>
          </a:p>
        </p:txBody>
      </p:sp>
      <p:pic>
        <p:nvPicPr>
          <p:cNvPr id="7" name="Image 4" descr="preencoded.png">
            <a:extLst>
              <a:ext uri="{FF2B5EF4-FFF2-40B4-BE49-F238E27FC236}">
                <a16:creationId xmlns:a16="http://schemas.microsoft.com/office/drawing/2014/main" id="{4354E177-C2AE-3D73-2DF4-53AFF990B69F}"/>
              </a:ext>
            </a:extLst>
          </p:cNvPr>
          <p:cNvPicPr>
            <a:picLocks noChangeAspect="1"/>
          </p:cNvPicPr>
          <p:nvPr/>
        </p:nvPicPr>
        <p:blipFill>
          <a:blip r:embed="rId3"/>
          <a:stretch>
            <a:fillRect/>
          </a:stretch>
        </p:blipFill>
        <p:spPr>
          <a:xfrm>
            <a:off x="3590042" y="3205245"/>
            <a:ext cx="880057" cy="880057"/>
          </a:xfrm>
          <a:prstGeom prst="rect">
            <a:avLst/>
          </a:prstGeom>
        </p:spPr>
      </p:pic>
    </p:spTree>
    <p:extLst>
      <p:ext uri="{BB962C8B-B14F-4D97-AF65-F5344CB8AC3E}">
        <p14:creationId xmlns:p14="http://schemas.microsoft.com/office/powerpoint/2010/main" val="858100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1+#ppt_w/2"/>
                                          </p:val>
                                        </p:tav>
                                        <p:tav tm="100000">
                                          <p:val>
                                            <p:strVal val="#ppt_x"/>
                                          </p:val>
                                        </p:tav>
                                      </p:tavLst>
                                    </p:anim>
                                    <p:anim calcmode="lin" valueType="num">
                                      <p:cBhvr additive="base">
                                        <p:cTn id="12" dur="500" fill="hold"/>
                                        <p:tgtEl>
                                          <p:spTgt spid="5"/>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1+#ppt_w/2"/>
                                          </p:val>
                                        </p:tav>
                                        <p:tav tm="100000">
                                          <p:val>
                                            <p:strVal val="#ppt_x"/>
                                          </p:val>
                                        </p:tav>
                                      </p:tavLst>
                                    </p:anim>
                                    <p:anim calcmode="lin" valueType="num">
                                      <p:cBhvr additive="base">
                                        <p:cTn id="16" dur="500" fill="hold"/>
                                        <p:tgtEl>
                                          <p:spTgt spid="6"/>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1+#ppt_w/2"/>
                                          </p:val>
                                        </p:tav>
                                        <p:tav tm="100000">
                                          <p:val>
                                            <p:strVal val="#ppt_x"/>
                                          </p:val>
                                        </p:tav>
                                      </p:tavLst>
                                    </p:anim>
                                    <p:anim calcmode="lin" valueType="num">
                                      <p:cBhvr additive="base">
                                        <p:cTn id="20"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A6816A9A-CD36-7815-3820-9C2F453D124C}"/>
            </a:ext>
          </a:extLst>
        </p:cNvPr>
        <p:cNvGrpSpPr/>
        <p:nvPr/>
      </p:nvGrpSpPr>
      <p:grpSpPr>
        <a:xfrm>
          <a:off x="0" y="0"/>
          <a:ext cx="0" cy="0"/>
          <a:chOff x="0" y="0"/>
          <a:chExt cx="0" cy="0"/>
        </a:xfrm>
      </p:grpSpPr>
      <p:sp>
        <p:nvSpPr>
          <p:cNvPr id="60" name="Google Shape;105;p27">
            <a:extLst>
              <a:ext uri="{FF2B5EF4-FFF2-40B4-BE49-F238E27FC236}">
                <a16:creationId xmlns:a16="http://schemas.microsoft.com/office/drawing/2014/main" id="{B93E930F-A524-2119-5C6E-1BBBA0F71A60}"/>
              </a:ext>
            </a:extLst>
          </p:cNvPr>
          <p:cNvSpPr/>
          <p:nvPr/>
        </p:nvSpPr>
        <p:spPr>
          <a:xfrm rot="5400000">
            <a:off x="-660076" y="646210"/>
            <a:ext cx="2201895" cy="881743"/>
          </a:xfrm>
          <a:prstGeom prst="triangle">
            <a:avLst>
              <a:gd name="adj" fmla="val 50411"/>
            </a:avLst>
          </a:prstGeom>
          <a:solidFill>
            <a:schemeClr val="accent1">
              <a:lumMod val="75000"/>
            </a:schemeClr>
          </a:solidFill>
          <a:ln/>
        </p:spPr>
        <p:style>
          <a:lnRef idx="2">
            <a:schemeClr val="accent1"/>
          </a:lnRef>
          <a:fillRef idx="1">
            <a:schemeClr val="lt1"/>
          </a:fillRef>
          <a:effectRef idx="0">
            <a:schemeClr val="accent1"/>
          </a:effectRef>
          <a:fontRef idx="minor">
            <a:schemeClr val="dk1"/>
          </a:fontRef>
        </p:style>
        <p:txBody>
          <a:bodyPr spcFirstLastPara="1" wrap="square" lIns="121900" tIns="121900" rIns="121900" bIns="121900" anchor="ctr" anchorCtr="0">
            <a:noAutofit/>
          </a:bodyPr>
          <a:lstStyle/>
          <a:p>
            <a:endParaRPr sz="2400"/>
          </a:p>
        </p:txBody>
      </p:sp>
      <p:sp>
        <p:nvSpPr>
          <p:cNvPr id="61" name="Google Shape;105;p27">
            <a:extLst>
              <a:ext uri="{FF2B5EF4-FFF2-40B4-BE49-F238E27FC236}">
                <a16:creationId xmlns:a16="http://schemas.microsoft.com/office/drawing/2014/main" id="{B7125CD9-763C-F765-81A8-C8DE48A60BB0}"/>
              </a:ext>
            </a:extLst>
          </p:cNvPr>
          <p:cNvSpPr/>
          <p:nvPr/>
        </p:nvSpPr>
        <p:spPr>
          <a:xfrm rot="16200000">
            <a:off x="10650181" y="5330638"/>
            <a:ext cx="2201895" cy="881743"/>
          </a:xfrm>
          <a:prstGeom prst="triangle">
            <a:avLst>
              <a:gd name="adj" fmla="val 50411"/>
            </a:avLst>
          </a:prstGeom>
          <a:solidFill>
            <a:schemeClr val="accent1">
              <a:lumMod val="75000"/>
            </a:schemeClr>
          </a:solidFill>
          <a:ln>
            <a:solidFill>
              <a:schemeClr val="accent1"/>
            </a:solidFill>
          </a:ln>
        </p:spPr>
        <p:txBody>
          <a:bodyPr spcFirstLastPara="1" wrap="square" lIns="121900" tIns="121900" rIns="121900" bIns="121900" anchor="ctr" anchorCtr="0">
            <a:noAutofit/>
          </a:bodyPr>
          <a:lstStyle/>
          <a:p>
            <a:endParaRPr sz="2400"/>
          </a:p>
        </p:txBody>
      </p:sp>
      <p:pic>
        <p:nvPicPr>
          <p:cNvPr id="43" name="Image 42">
            <a:extLst>
              <a:ext uri="{FF2B5EF4-FFF2-40B4-BE49-F238E27FC236}">
                <a16:creationId xmlns:a16="http://schemas.microsoft.com/office/drawing/2014/main" id="{8E001659-3910-D984-0A04-50CC2A47DFB8}"/>
              </a:ext>
            </a:extLst>
          </p:cNvPr>
          <p:cNvPicPr>
            <a:picLocks noChangeAspect="1"/>
          </p:cNvPicPr>
          <p:nvPr/>
        </p:nvPicPr>
        <p:blipFill>
          <a:blip r:embed="rId3"/>
          <a:stretch>
            <a:fillRect/>
          </a:stretch>
        </p:blipFill>
        <p:spPr>
          <a:xfrm>
            <a:off x="5852640" y="2947731"/>
            <a:ext cx="4927846" cy="3888810"/>
          </a:xfrm>
          <a:prstGeom prst="rect">
            <a:avLst/>
          </a:prstGeom>
        </p:spPr>
      </p:pic>
      <p:sp>
        <p:nvSpPr>
          <p:cNvPr id="44" name="accent">
            <a:extLst>
              <a:ext uri="{FF2B5EF4-FFF2-40B4-BE49-F238E27FC236}">
                <a16:creationId xmlns:a16="http://schemas.microsoft.com/office/drawing/2014/main" id="{978E85F4-833B-87FA-FCC3-410185268D18}"/>
              </a:ext>
            </a:extLst>
          </p:cNvPr>
          <p:cNvSpPr/>
          <p:nvPr/>
        </p:nvSpPr>
        <p:spPr>
          <a:xfrm>
            <a:off x="548640" y="502920"/>
            <a:ext cx="164592" cy="164592"/>
          </a:xfrm>
          <a:prstGeom prst="rect">
            <a:avLst/>
          </a:prstGeom>
          <a:solidFill>
            <a:srgbClr val="06B6D4"/>
          </a:solidFill>
          <a:ln w="12700">
            <a:solidFill>
              <a:srgbClr val="06B6D4"/>
            </a:solidFill>
          </a:ln>
        </p:spPr>
        <p:txBody>
          <a:bodyPr/>
          <a:lstStyle/>
          <a:p>
            <a:endParaRPr lang="fr-FR"/>
          </a:p>
        </p:txBody>
      </p:sp>
      <p:sp>
        <p:nvSpPr>
          <p:cNvPr id="45" name="brand">
            <a:extLst>
              <a:ext uri="{FF2B5EF4-FFF2-40B4-BE49-F238E27FC236}">
                <a16:creationId xmlns:a16="http://schemas.microsoft.com/office/drawing/2014/main" id="{B943BF25-33FA-66FD-30A6-B5586EE66185}"/>
              </a:ext>
            </a:extLst>
          </p:cNvPr>
          <p:cNvSpPr/>
          <p:nvPr/>
        </p:nvSpPr>
        <p:spPr>
          <a:xfrm>
            <a:off x="777240" y="411480"/>
            <a:ext cx="2011680" cy="320040"/>
          </a:xfrm>
          <a:prstGeom prst="rect">
            <a:avLst/>
          </a:prstGeom>
          <a:noFill/>
          <a:ln/>
        </p:spPr>
        <p:txBody>
          <a:bodyPr wrap="square" rtlCol="0" anchor="ctr"/>
          <a:lstStyle/>
          <a:p>
            <a:pPr marL="0" indent="0">
              <a:buNone/>
            </a:pPr>
            <a:r>
              <a:rPr lang="en-US" sz="1100" b="1" kern="0" spc="200" dirty="0">
                <a:solidFill>
                  <a:srgbClr val="0F172A"/>
                </a:solidFill>
                <a:latin typeface="Calibri" pitchFamily="34" charset="0"/>
              </a:rPr>
              <a:t>Syndic IA</a:t>
            </a:r>
          </a:p>
        </p:txBody>
      </p:sp>
      <p:sp>
        <p:nvSpPr>
          <p:cNvPr id="46" name="section">
            <a:extLst>
              <a:ext uri="{FF2B5EF4-FFF2-40B4-BE49-F238E27FC236}">
                <a16:creationId xmlns:a16="http://schemas.microsoft.com/office/drawing/2014/main" id="{B480B532-F464-2497-7FE8-AA929CDB06A4}"/>
              </a:ext>
            </a:extLst>
          </p:cNvPr>
          <p:cNvSpPr/>
          <p:nvPr/>
        </p:nvSpPr>
        <p:spPr>
          <a:xfrm>
            <a:off x="548640" y="914400"/>
            <a:ext cx="5486400" cy="320040"/>
          </a:xfrm>
          <a:prstGeom prst="rect">
            <a:avLst/>
          </a:prstGeom>
          <a:noFill/>
          <a:ln/>
        </p:spPr>
        <p:txBody>
          <a:bodyPr wrap="square" rtlCol="0" anchor="ctr"/>
          <a:lstStyle/>
          <a:p>
            <a:pPr marL="0" indent="0">
              <a:buNone/>
            </a:pPr>
            <a:r>
              <a:rPr lang="en-US" sz="1200" b="1" kern="0" spc="400" dirty="0">
                <a:solidFill>
                  <a:srgbClr val="06B6D4"/>
                </a:solidFill>
                <a:latin typeface="Calibri" pitchFamily="34" charset="0"/>
              </a:rPr>
              <a:t>18 · ANALYTIQUE</a:t>
            </a:r>
          </a:p>
        </p:txBody>
      </p:sp>
      <p:sp>
        <p:nvSpPr>
          <p:cNvPr id="47" name="title">
            <a:extLst>
              <a:ext uri="{FF2B5EF4-FFF2-40B4-BE49-F238E27FC236}">
                <a16:creationId xmlns:a16="http://schemas.microsoft.com/office/drawing/2014/main" id="{BE4E82D7-DC4B-4961-0843-FD88EFB69554}"/>
              </a:ext>
            </a:extLst>
          </p:cNvPr>
          <p:cNvSpPr/>
          <p:nvPr/>
        </p:nvSpPr>
        <p:spPr>
          <a:xfrm>
            <a:off x="602214" y="963761"/>
            <a:ext cx="11643360" cy="822960"/>
          </a:xfrm>
          <a:prstGeom prst="rect">
            <a:avLst/>
          </a:prstGeom>
          <a:noFill/>
          <a:ln/>
        </p:spPr>
        <p:txBody>
          <a:bodyPr wrap="square" lIns="0" tIns="0" rIns="0" bIns="0" rtlCol="0" anchor="ctr"/>
          <a:lstStyle/>
          <a:p>
            <a:r>
              <a:rPr lang="en-US" sz="2400" b="1" dirty="0">
                <a:latin typeface="Georgia" panose="02040502050405020303" pitchFamily="18" charset="0"/>
              </a:rPr>
              <a:t>Pilotage &amp; KPIs — tableau de bord analytique</a:t>
            </a:r>
          </a:p>
        </p:txBody>
      </p:sp>
      <p:sp>
        <p:nvSpPr>
          <p:cNvPr id="48" name="kpi1bg">
            <a:extLst>
              <a:ext uri="{FF2B5EF4-FFF2-40B4-BE49-F238E27FC236}">
                <a16:creationId xmlns:a16="http://schemas.microsoft.com/office/drawing/2014/main" id="{BBD1C672-426D-2C7F-5940-A166313A8B82}"/>
              </a:ext>
            </a:extLst>
          </p:cNvPr>
          <p:cNvSpPr/>
          <p:nvPr/>
        </p:nvSpPr>
        <p:spPr>
          <a:xfrm>
            <a:off x="548640" y="1665240"/>
            <a:ext cx="2099450" cy="873151"/>
          </a:xfrm>
          <a:prstGeom prst="roundRect">
            <a:avLst>
              <a:gd name="adj" fmla="val 40000"/>
            </a:avLst>
          </a:prstGeom>
          <a:solidFill>
            <a:srgbClr val="0F172A"/>
          </a:solidFill>
          <a:ln>
            <a:noFill/>
          </a:ln>
          <a:effectLst>
            <a:outerShdw blurRad="76200" dist="25400" dir="5400000" rotWithShape="0">
              <a:srgbClr val="000000">
                <a:alpha val="12000"/>
              </a:srgbClr>
            </a:outerShdw>
          </a:effectLst>
        </p:spPr>
        <p:txBody>
          <a:bodyPr/>
          <a:lstStyle/>
          <a:p>
            <a:endParaRPr lang="fr-FR"/>
          </a:p>
        </p:txBody>
      </p:sp>
      <p:sp>
        <p:nvSpPr>
          <p:cNvPr id="49" name="kpi1txt">
            <a:extLst>
              <a:ext uri="{FF2B5EF4-FFF2-40B4-BE49-F238E27FC236}">
                <a16:creationId xmlns:a16="http://schemas.microsoft.com/office/drawing/2014/main" id="{C1EDEA70-35C7-CF5B-8F6D-69C58F7DAF92}"/>
              </a:ext>
            </a:extLst>
          </p:cNvPr>
          <p:cNvSpPr/>
          <p:nvPr/>
        </p:nvSpPr>
        <p:spPr>
          <a:xfrm>
            <a:off x="548640" y="1665240"/>
            <a:ext cx="2099450" cy="873151"/>
          </a:xfrm>
          <a:prstGeom prst="rect">
            <a:avLst/>
          </a:prstGeom>
          <a:noFill/>
          <a:ln/>
        </p:spPr>
        <p:txBody>
          <a:bodyPr wrap="square" rtlCol="0" anchor="ctr"/>
          <a:lstStyle/>
          <a:p>
            <a:pPr algn="ctr">
              <a:buNone/>
            </a:pPr>
            <a:r>
              <a:rPr lang="en-US" sz="4000" b="1" dirty="0">
                <a:solidFill>
                  <a:srgbClr val="06B6D4"/>
                </a:solidFill>
                <a:latin typeface="Calibri"/>
              </a:rPr>
              <a:t>536</a:t>
            </a:r>
          </a:p>
          <a:p>
            <a:pPr algn="ctr">
              <a:buNone/>
            </a:pPr>
            <a:r>
              <a:rPr lang="en-US" sz="1050" dirty="0">
                <a:solidFill>
                  <a:srgbClr val="94A3B8"/>
                </a:solidFill>
                <a:latin typeface="Calibri"/>
              </a:rPr>
              <a:t>Tickets traités</a:t>
            </a:r>
          </a:p>
        </p:txBody>
      </p:sp>
      <p:sp>
        <p:nvSpPr>
          <p:cNvPr id="50" name="kpi2bg">
            <a:extLst>
              <a:ext uri="{FF2B5EF4-FFF2-40B4-BE49-F238E27FC236}">
                <a16:creationId xmlns:a16="http://schemas.microsoft.com/office/drawing/2014/main" id="{7616FA06-6E82-4BA4-F1E5-3D53745D5F68}"/>
              </a:ext>
            </a:extLst>
          </p:cNvPr>
          <p:cNvSpPr/>
          <p:nvPr/>
        </p:nvSpPr>
        <p:spPr>
          <a:xfrm>
            <a:off x="3200640" y="1665240"/>
            <a:ext cx="2099450" cy="873151"/>
          </a:xfrm>
          <a:prstGeom prst="roundRect">
            <a:avLst>
              <a:gd name="adj" fmla="val 40000"/>
            </a:avLst>
          </a:prstGeom>
          <a:solidFill>
            <a:srgbClr val="0F172A"/>
          </a:solidFill>
          <a:ln>
            <a:noFill/>
          </a:ln>
          <a:effectLst>
            <a:outerShdw blurRad="76200" dist="25400" dir="5400000" rotWithShape="0">
              <a:srgbClr val="000000">
                <a:alpha val="12000"/>
              </a:srgbClr>
            </a:outerShdw>
          </a:effectLst>
        </p:spPr>
        <p:txBody>
          <a:bodyPr/>
          <a:lstStyle/>
          <a:p>
            <a:endParaRPr lang="fr-FR"/>
          </a:p>
        </p:txBody>
      </p:sp>
      <p:sp>
        <p:nvSpPr>
          <p:cNvPr id="51" name="kpi2txt">
            <a:extLst>
              <a:ext uri="{FF2B5EF4-FFF2-40B4-BE49-F238E27FC236}">
                <a16:creationId xmlns:a16="http://schemas.microsoft.com/office/drawing/2014/main" id="{627D1443-0758-855F-83D5-4BBE1187AAA4}"/>
              </a:ext>
            </a:extLst>
          </p:cNvPr>
          <p:cNvSpPr/>
          <p:nvPr/>
        </p:nvSpPr>
        <p:spPr>
          <a:xfrm>
            <a:off x="3200640" y="1665240"/>
            <a:ext cx="2099450" cy="873151"/>
          </a:xfrm>
          <a:prstGeom prst="rect">
            <a:avLst/>
          </a:prstGeom>
          <a:noFill/>
          <a:ln/>
        </p:spPr>
        <p:txBody>
          <a:bodyPr wrap="square" rtlCol="0" anchor="ctr"/>
          <a:lstStyle/>
          <a:p>
            <a:pPr algn="ctr">
              <a:buNone/>
            </a:pPr>
            <a:r>
              <a:rPr lang="en-US" sz="4000" b="1" dirty="0">
                <a:solidFill>
                  <a:srgbClr val="22C55E"/>
                </a:solidFill>
                <a:latin typeface="Calibri"/>
              </a:rPr>
              <a:t>100%</a:t>
            </a:r>
          </a:p>
          <a:p>
            <a:pPr algn="ctr">
              <a:buNone/>
            </a:pPr>
            <a:r>
              <a:rPr lang="en-US" sz="1050" dirty="0">
                <a:solidFill>
                  <a:srgbClr val="94A3B8"/>
                </a:solidFill>
                <a:latin typeface="Calibri"/>
              </a:rPr>
              <a:t>Taux de résolution</a:t>
            </a:r>
          </a:p>
        </p:txBody>
      </p:sp>
      <p:sp>
        <p:nvSpPr>
          <p:cNvPr id="52" name="kpi3bg">
            <a:extLst>
              <a:ext uri="{FF2B5EF4-FFF2-40B4-BE49-F238E27FC236}">
                <a16:creationId xmlns:a16="http://schemas.microsoft.com/office/drawing/2014/main" id="{E375265A-EC19-4E13-DFF1-69D432E5BE01}"/>
              </a:ext>
            </a:extLst>
          </p:cNvPr>
          <p:cNvSpPr/>
          <p:nvPr/>
        </p:nvSpPr>
        <p:spPr>
          <a:xfrm>
            <a:off x="5852640" y="1665240"/>
            <a:ext cx="2099450" cy="873151"/>
          </a:xfrm>
          <a:prstGeom prst="roundRect">
            <a:avLst>
              <a:gd name="adj" fmla="val 40000"/>
            </a:avLst>
          </a:prstGeom>
          <a:solidFill>
            <a:srgbClr val="0F172A"/>
          </a:solidFill>
          <a:ln>
            <a:noFill/>
          </a:ln>
          <a:effectLst>
            <a:outerShdw blurRad="76200" dist="25400" dir="5400000" rotWithShape="0">
              <a:srgbClr val="000000">
                <a:alpha val="12000"/>
              </a:srgbClr>
            </a:outerShdw>
          </a:effectLst>
        </p:spPr>
        <p:txBody>
          <a:bodyPr/>
          <a:lstStyle/>
          <a:p>
            <a:endParaRPr lang="fr-FR" sz="1200"/>
          </a:p>
        </p:txBody>
      </p:sp>
      <p:sp>
        <p:nvSpPr>
          <p:cNvPr id="53" name="kpi3txt">
            <a:extLst>
              <a:ext uri="{FF2B5EF4-FFF2-40B4-BE49-F238E27FC236}">
                <a16:creationId xmlns:a16="http://schemas.microsoft.com/office/drawing/2014/main" id="{C7EDC91F-9C65-81AD-3578-539C258300A6}"/>
              </a:ext>
            </a:extLst>
          </p:cNvPr>
          <p:cNvSpPr/>
          <p:nvPr/>
        </p:nvSpPr>
        <p:spPr>
          <a:xfrm>
            <a:off x="5852640" y="1665240"/>
            <a:ext cx="2099450" cy="873151"/>
          </a:xfrm>
          <a:prstGeom prst="rect">
            <a:avLst/>
          </a:prstGeom>
          <a:noFill/>
          <a:ln/>
        </p:spPr>
        <p:txBody>
          <a:bodyPr wrap="square" rtlCol="0" anchor="ctr"/>
          <a:lstStyle/>
          <a:p>
            <a:pPr algn="ctr">
              <a:buNone/>
            </a:pPr>
            <a:r>
              <a:rPr lang="en-US" sz="4000" b="1" dirty="0">
                <a:solidFill>
                  <a:srgbClr val="F59E0B"/>
                </a:solidFill>
                <a:latin typeface="Calibri"/>
              </a:rPr>
              <a:t>112</a:t>
            </a:r>
          </a:p>
          <a:p>
            <a:pPr algn="ctr">
              <a:buNone/>
            </a:pPr>
            <a:r>
              <a:rPr lang="en-US" sz="1050" dirty="0">
                <a:solidFill>
                  <a:srgbClr val="94A3B8"/>
                </a:solidFill>
                <a:latin typeface="Calibri"/>
              </a:rPr>
              <a:t>Urgences P0+P1 (49+63)</a:t>
            </a:r>
          </a:p>
        </p:txBody>
      </p:sp>
      <p:sp>
        <p:nvSpPr>
          <p:cNvPr id="54" name="kpi4bg">
            <a:extLst>
              <a:ext uri="{FF2B5EF4-FFF2-40B4-BE49-F238E27FC236}">
                <a16:creationId xmlns:a16="http://schemas.microsoft.com/office/drawing/2014/main" id="{45A0613B-B822-736F-F775-DD4132C6628F}"/>
              </a:ext>
            </a:extLst>
          </p:cNvPr>
          <p:cNvSpPr/>
          <p:nvPr/>
        </p:nvSpPr>
        <p:spPr>
          <a:xfrm>
            <a:off x="8504640" y="1665240"/>
            <a:ext cx="2099450" cy="873151"/>
          </a:xfrm>
          <a:prstGeom prst="roundRect">
            <a:avLst>
              <a:gd name="adj" fmla="val 40000"/>
            </a:avLst>
          </a:prstGeom>
          <a:solidFill>
            <a:srgbClr val="0F172A"/>
          </a:solidFill>
          <a:ln>
            <a:noFill/>
          </a:ln>
          <a:effectLst>
            <a:outerShdw blurRad="76200" dist="25400" dir="5400000" rotWithShape="0">
              <a:srgbClr val="000000">
                <a:alpha val="12000"/>
              </a:srgbClr>
            </a:outerShdw>
          </a:effectLst>
        </p:spPr>
        <p:txBody>
          <a:bodyPr/>
          <a:lstStyle/>
          <a:p>
            <a:endParaRPr lang="fr-FR"/>
          </a:p>
        </p:txBody>
      </p:sp>
      <p:sp>
        <p:nvSpPr>
          <p:cNvPr id="55" name="kpi4txt">
            <a:extLst>
              <a:ext uri="{FF2B5EF4-FFF2-40B4-BE49-F238E27FC236}">
                <a16:creationId xmlns:a16="http://schemas.microsoft.com/office/drawing/2014/main" id="{055E8698-AF66-95FD-E613-959CC63BCEBF}"/>
              </a:ext>
            </a:extLst>
          </p:cNvPr>
          <p:cNvSpPr/>
          <p:nvPr/>
        </p:nvSpPr>
        <p:spPr>
          <a:xfrm>
            <a:off x="8504640" y="1665240"/>
            <a:ext cx="2099450" cy="873151"/>
          </a:xfrm>
          <a:prstGeom prst="rect">
            <a:avLst/>
          </a:prstGeom>
          <a:noFill/>
          <a:ln/>
        </p:spPr>
        <p:txBody>
          <a:bodyPr wrap="square" rtlCol="0" anchor="ctr"/>
          <a:lstStyle/>
          <a:p>
            <a:pPr algn="ctr">
              <a:buNone/>
            </a:pPr>
            <a:r>
              <a:rPr lang="en-US" sz="4000" b="1" dirty="0">
                <a:solidFill>
                  <a:srgbClr val="EF4444"/>
                </a:solidFill>
                <a:latin typeface="Calibri"/>
              </a:rPr>
              <a:t>100%</a:t>
            </a:r>
          </a:p>
          <a:p>
            <a:pPr algn="ctr">
              <a:buNone/>
            </a:pPr>
            <a:r>
              <a:rPr lang="en-US" sz="1050" dirty="0">
                <a:solidFill>
                  <a:srgbClr val="94A3B8"/>
                </a:solidFill>
                <a:latin typeface="Calibri"/>
              </a:rPr>
              <a:t>P0 → Validation humaine</a:t>
            </a:r>
          </a:p>
        </p:txBody>
      </p:sp>
      <p:sp>
        <p:nvSpPr>
          <p:cNvPr id="56" name="slalabel">
            <a:extLst>
              <a:ext uri="{FF2B5EF4-FFF2-40B4-BE49-F238E27FC236}">
                <a16:creationId xmlns:a16="http://schemas.microsoft.com/office/drawing/2014/main" id="{12EA7366-2961-0560-DD6A-CA1A50B229FE}"/>
              </a:ext>
            </a:extLst>
          </p:cNvPr>
          <p:cNvSpPr/>
          <p:nvPr/>
        </p:nvSpPr>
        <p:spPr>
          <a:xfrm>
            <a:off x="88293" y="2638015"/>
            <a:ext cx="5493786" cy="274320"/>
          </a:xfrm>
          <a:prstGeom prst="rect">
            <a:avLst/>
          </a:prstGeom>
          <a:noFill/>
          <a:ln/>
        </p:spPr>
        <p:txBody>
          <a:bodyPr wrap="square" rtlCol="0" anchor="ctr"/>
          <a:lstStyle/>
          <a:p>
            <a:pPr marL="0" indent="0" algn="ctr">
              <a:buNone/>
            </a:pPr>
            <a:r>
              <a:rPr lang="en-US" sz="1400" b="1" dirty="0">
                <a:solidFill>
                  <a:srgbClr val="0F172A"/>
                </a:solidFill>
                <a:latin typeface="Calibri"/>
              </a:rPr>
              <a:t>SLA RESPECTÉ PAR NIVEAU D'URGENCE</a:t>
            </a:r>
          </a:p>
        </p:txBody>
      </p:sp>
      <p:sp>
        <p:nvSpPr>
          <p:cNvPr id="57" name="catlabel">
            <a:extLst>
              <a:ext uri="{FF2B5EF4-FFF2-40B4-BE49-F238E27FC236}">
                <a16:creationId xmlns:a16="http://schemas.microsoft.com/office/drawing/2014/main" id="{813AB729-6D3E-21DD-67EF-1FC5A35EBD5B}"/>
              </a:ext>
            </a:extLst>
          </p:cNvPr>
          <p:cNvSpPr/>
          <p:nvPr/>
        </p:nvSpPr>
        <p:spPr>
          <a:xfrm>
            <a:off x="6750500" y="2538391"/>
            <a:ext cx="3921913" cy="320040"/>
          </a:xfrm>
          <a:prstGeom prst="rect">
            <a:avLst/>
          </a:prstGeom>
          <a:noFill/>
          <a:ln/>
        </p:spPr>
        <p:txBody>
          <a:bodyPr wrap="square" rtlCol="0" anchor="ctr"/>
          <a:lstStyle/>
          <a:p>
            <a:pPr marL="0" indent="0">
              <a:buNone/>
            </a:pPr>
            <a:r>
              <a:rPr lang="en-US" sz="1400" b="1" dirty="0">
                <a:solidFill>
                  <a:srgbClr val="0F172A"/>
                </a:solidFill>
                <a:latin typeface="Calibri"/>
              </a:rPr>
              <a:t>TOP CATÉGORIES DE RÉCLAMATIONS</a:t>
            </a:r>
          </a:p>
        </p:txBody>
      </p:sp>
      <p:pic>
        <p:nvPicPr>
          <p:cNvPr id="58" name="Image 57">
            <a:extLst>
              <a:ext uri="{FF2B5EF4-FFF2-40B4-BE49-F238E27FC236}">
                <a16:creationId xmlns:a16="http://schemas.microsoft.com/office/drawing/2014/main" id="{14A3933E-28A6-B2C4-79A0-3D052B6CEDA2}"/>
              </a:ext>
            </a:extLst>
          </p:cNvPr>
          <p:cNvPicPr>
            <a:picLocks noChangeAspect="1"/>
          </p:cNvPicPr>
          <p:nvPr/>
        </p:nvPicPr>
        <p:blipFill>
          <a:blip r:embed="rId4"/>
          <a:stretch>
            <a:fillRect/>
          </a:stretch>
        </p:blipFill>
        <p:spPr>
          <a:xfrm>
            <a:off x="366065" y="2952188"/>
            <a:ext cx="4972653" cy="3905812"/>
          </a:xfrm>
          <a:prstGeom prst="rect">
            <a:avLst/>
          </a:prstGeom>
        </p:spPr>
      </p:pic>
      <p:sp>
        <p:nvSpPr>
          <p:cNvPr id="59" name="pagenum">
            <a:extLst>
              <a:ext uri="{FF2B5EF4-FFF2-40B4-BE49-F238E27FC236}">
                <a16:creationId xmlns:a16="http://schemas.microsoft.com/office/drawing/2014/main" id="{C7173B17-F3C0-2BA0-69EC-9058C160D03C}"/>
              </a:ext>
            </a:extLst>
          </p:cNvPr>
          <p:cNvSpPr/>
          <p:nvPr/>
        </p:nvSpPr>
        <p:spPr>
          <a:xfrm>
            <a:off x="10911535" y="6446520"/>
            <a:ext cx="914400" cy="274320"/>
          </a:xfrm>
          <a:prstGeom prst="rect">
            <a:avLst/>
          </a:prstGeom>
          <a:noFill/>
          <a:ln/>
        </p:spPr>
        <p:txBody>
          <a:bodyPr wrap="square" rtlCol="0" anchor="ctr"/>
          <a:lstStyle/>
          <a:p>
            <a:pPr marL="0" indent="0" algn="r">
              <a:buNone/>
            </a:pPr>
            <a:r>
              <a:rPr lang="en-US" sz="1000" dirty="0">
                <a:solidFill>
                  <a:srgbClr val="475569"/>
                </a:solidFill>
                <a:latin typeface="Calibri" pitchFamily="34" charset="0"/>
              </a:rPr>
              <a:t>18 / 24</a:t>
            </a:r>
          </a:p>
        </p:txBody>
      </p:sp>
    </p:spTree>
    <p:extLst>
      <p:ext uri="{BB962C8B-B14F-4D97-AF65-F5344CB8AC3E}">
        <p14:creationId xmlns:p14="http://schemas.microsoft.com/office/powerpoint/2010/main" val="25506495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a:effectLst/>
      </p:bgPr>
    </p:bg>
    <p:spTree>
      <p:nvGrpSpPr>
        <p:cNvPr id="1" name=""/>
        <p:cNvGrpSpPr/>
        <p:nvPr/>
      </p:nvGrpSpPr>
      <p:grpSpPr>
        <a:xfrm>
          <a:off x="0" y="0"/>
          <a:ext cx="0" cy="0"/>
          <a:chOff x="0" y="0"/>
          <a:chExt cx="0" cy="0"/>
        </a:xfrm>
      </p:grpSpPr>
      <p:sp>
        <p:nvSpPr>
          <p:cNvPr id="45" name="Google Shape;105;p27">
            <a:extLst>
              <a:ext uri="{FF2B5EF4-FFF2-40B4-BE49-F238E27FC236}">
                <a16:creationId xmlns:a16="http://schemas.microsoft.com/office/drawing/2014/main" id="{6B92F29B-F6E9-1651-C73A-2F5F28115F8A}"/>
              </a:ext>
            </a:extLst>
          </p:cNvPr>
          <p:cNvSpPr/>
          <p:nvPr/>
        </p:nvSpPr>
        <p:spPr>
          <a:xfrm rot="5400000">
            <a:off x="-660076" y="646210"/>
            <a:ext cx="2201895" cy="881743"/>
          </a:xfrm>
          <a:prstGeom prst="triangle">
            <a:avLst>
              <a:gd name="adj" fmla="val 50411"/>
            </a:avLst>
          </a:prstGeom>
          <a:solidFill>
            <a:schemeClr val="accent1">
              <a:lumMod val="75000"/>
            </a:schemeClr>
          </a:solidFill>
          <a:ln/>
        </p:spPr>
        <p:style>
          <a:lnRef idx="2">
            <a:schemeClr val="accent1"/>
          </a:lnRef>
          <a:fillRef idx="1">
            <a:schemeClr val="lt1"/>
          </a:fillRef>
          <a:effectRef idx="0">
            <a:schemeClr val="accent1"/>
          </a:effectRef>
          <a:fontRef idx="minor">
            <a:schemeClr val="dk1"/>
          </a:fontRef>
        </p:style>
        <p:txBody>
          <a:bodyPr spcFirstLastPara="1" wrap="square" lIns="121900" tIns="121900" rIns="121900" bIns="121900" anchor="ctr" anchorCtr="0">
            <a:noAutofit/>
          </a:bodyPr>
          <a:lstStyle/>
          <a:p>
            <a:endParaRPr sz="2400"/>
          </a:p>
        </p:txBody>
      </p:sp>
      <p:sp>
        <p:nvSpPr>
          <p:cNvPr id="46" name="Google Shape;105;p27">
            <a:extLst>
              <a:ext uri="{FF2B5EF4-FFF2-40B4-BE49-F238E27FC236}">
                <a16:creationId xmlns:a16="http://schemas.microsoft.com/office/drawing/2014/main" id="{F0E101F6-5E52-F06A-441C-877F340CD4E4}"/>
              </a:ext>
            </a:extLst>
          </p:cNvPr>
          <p:cNvSpPr/>
          <p:nvPr/>
        </p:nvSpPr>
        <p:spPr>
          <a:xfrm rot="16200000">
            <a:off x="10650181" y="5330638"/>
            <a:ext cx="2201895" cy="881743"/>
          </a:xfrm>
          <a:prstGeom prst="triangle">
            <a:avLst>
              <a:gd name="adj" fmla="val 50411"/>
            </a:avLst>
          </a:prstGeom>
          <a:solidFill>
            <a:schemeClr val="accent1">
              <a:lumMod val="75000"/>
            </a:schemeClr>
          </a:solidFill>
          <a:ln>
            <a:solidFill>
              <a:schemeClr val="accent1"/>
            </a:solidFill>
          </a:ln>
        </p:spPr>
        <p:txBody>
          <a:bodyPr spcFirstLastPara="1" wrap="square" lIns="121900" tIns="121900" rIns="121900" bIns="121900" anchor="ctr" anchorCtr="0">
            <a:noAutofit/>
          </a:bodyPr>
          <a:lstStyle/>
          <a:p>
            <a:endParaRPr sz="2400"/>
          </a:p>
        </p:txBody>
      </p:sp>
      <p:sp>
        <p:nvSpPr>
          <p:cNvPr id="2" name="Shape 0"/>
          <p:cNvSpPr/>
          <p:nvPr/>
        </p:nvSpPr>
        <p:spPr>
          <a:xfrm>
            <a:off x="548640" y="502920"/>
            <a:ext cx="164592" cy="164592"/>
          </a:xfrm>
          <a:prstGeom prst="rect">
            <a:avLst/>
          </a:prstGeom>
          <a:solidFill>
            <a:srgbClr val="06B6D4"/>
          </a:solidFill>
          <a:ln w="12700">
            <a:solidFill>
              <a:srgbClr val="06B6D4"/>
            </a:solidFill>
            <a:prstDash val="solid"/>
          </a:ln>
        </p:spPr>
        <p:txBody>
          <a:bodyPr/>
          <a:lstStyle/>
          <a:p>
            <a:endParaRPr lang="fr-FR"/>
          </a:p>
        </p:txBody>
      </p:sp>
      <p:sp>
        <p:nvSpPr>
          <p:cNvPr id="3" name="Text 1"/>
          <p:cNvSpPr/>
          <p:nvPr/>
        </p:nvSpPr>
        <p:spPr>
          <a:xfrm>
            <a:off x="777240" y="411480"/>
            <a:ext cx="2011680" cy="320040"/>
          </a:xfrm>
          <a:prstGeom prst="rect">
            <a:avLst/>
          </a:prstGeom>
          <a:noFill/>
          <a:ln/>
        </p:spPr>
        <p:txBody>
          <a:bodyPr wrap="square" rtlCol="0" anchor="ctr"/>
          <a:lstStyle/>
          <a:p>
            <a:pPr marL="0" indent="0">
              <a:buNone/>
            </a:pPr>
            <a:r>
              <a:rPr lang="en-US" sz="1100" b="1" kern="0" spc="200" dirty="0">
                <a:solidFill>
                  <a:srgbClr val="0F172A"/>
                </a:solidFill>
                <a:latin typeface="Calibri" pitchFamily="34" charset="0"/>
                <a:ea typeface="Calibri" pitchFamily="34" charset="-122"/>
                <a:cs typeface="Calibri" pitchFamily="34" charset="-120"/>
              </a:rPr>
              <a:t>Syndic IA</a:t>
            </a:r>
            <a:endParaRPr lang="en-US" sz="1100" dirty="0"/>
          </a:p>
        </p:txBody>
      </p:sp>
      <p:sp>
        <p:nvSpPr>
          <p:cNvPr id="4" name="Text 2"/>
          <p:cNvSpPr/>
          <p:nvPr/>
        </p:nvSpPr>
        <p:spPr>
          <a:xfrm>
            <a:off x="548640" y="914400"/>
            <a:ext cx="5486400" cy="320040"/>
          </a:xfrm>
          <a:prstGeom prst="rect">
            <a:avLst/>
          </a:prstGeom>
          <a:noFill/>
          <a:ln/>
        </p:spPr>
        <p:txBody>
          <a:bodyPr wrap="square" rtlCol="0" anchor="ctr"/>
          <a:lstStyle/>
          <a:p>
            <a:pPr marL="0" indent="0">
              <a:buNone/>
            </a:pPr>
            <a:r>
              <a:rPr lang="en-US" sz="1200" b="1" kern="0" spc="400" dirty="0">
                <a:solidFill>
                  <a:srgbClr val="06B6D4"/>
                </a:solidFill>
                <a:latin typeface="Calibri" pitchFamily="34" charset="0"/>
                <a:ea typeface="Calibri" pitchFamily="34" charset="-122"/>
                <a:cs typeface="Calibri" pitchFamily="34" charset="-120"/>
              </a:rPr>
              <a:t>20 · SÉCURITÉ</a:t>
            </a:r>
            <a:endParaRPr lang="en-US" sz="1200" dirty="0"/>
          </a:p>
        </p:txBody>
      </p:sp>
      <p:sp>
        <p:nvSpPr>
          <p:cNvPr id="5" name="Text 3"/>
          <p:cNvSpPr/>
          <p:nvPr/>
        </p:nvSpPr>
        <p:spPr>
          <a:xfrm>
            <a:off x="548640" y="1234440"/>
            <a:ext cx="10972800" cy="822960"/>
          </a:xfrm>
          <a:prstGeom prst="rect">
            <a:avLst/>
          </a:prstGeom>
          <a:noFill/>
          <a:ln/>
        </p:spPr>
        <p:txBody>
          <a:bodyPr wrap="square" lIns="0" tIns="0" rIns="0" bIns="0" rtlCol="0" anchor="ctr"/>
          <a:lstStyle/>
          <a:p>
            <a:pPr marL="0" indent="0">
              <a:buNone/>
            </a:pPr>
            <a:r>
              <a:rPr lang="en-US" sz="3600" b="1" dirty="0">
                <a:solidFill>
                  <a:srgbClr val="0F172A"/>
                </a:solidFill>
                <a:latin typeface="Georgia" pitchFamily="34" charset="0"/>
                <a:ea typeface="Georgia" pitchFamily="34" charset="-122"/>
                <a:cs typeface="Georgia" pitchFamily="34" charset="-120"/>
              </a:rPr>
              <a:t>Mesures actuelles &amp; recommandations</a:t>
            </a:r>
            <a:endParaRPr lang="en-US" sz="3600" dirty="0"/>
          </a:p>
        </p:txBody>
      </p:sp>
      <p:sp>
        <p:nvSpPr>
          <p:cNvPr id="6" name="Shape 4"/>
          <p:cNvSpPr/>
          <p:nvPr/>
        </p:nvSpPr>
        <p:spPr>
          <a:xfrm>
            <a:off x="548640" y="2286000"/>
            <a:ext cx="5532120" cy="4023360"/>
          </a:xfrm>
          <a:prstGeom prst="rect">
            <a:avLst/>
          </a:prstGeom>
          <a:solidFill>
            <a:srgbClr val="FFFFFF"/>
          </a:solidFill>
          <a:ln w="12700">
            <a:solidFill>
              <a:srgbClr val="E2E8F0"/>
            </a:solidFill>
            <a:prstDash val="solid"/>
          </a:ln>
        </p:spPr>
        <p:txBody>
          <a:bodyPr/>
          <a:lstStyle/>
          <a:p>
            <a:endParaRPr lang="fr-FR"/>
          </a:p>
        </p:txBody>
      </p:sp>
      <p:sp>
        <p:nvSpPr>
          <p:cNvPr id="7" name="Shape 5"/>
          <p:cNvSpPr/>
          <p:nvPr/>
        </p:nvSpPr>
        <p:spPr>
          <a:xfrm>
            <a:off x="548640" y="2286000"/>
            <a:ext cx="5532120" cy="502920"/>
          </a:xfrm>
          <a:prstGeom prst="rect">
            <a:avLst/>
          </a:prstGeom>
          <a:solidFill>
            <a:srgbClr val="22C55E"/>
          </a:solidFill>
          <a:ln w="12700">
            <a:solidFill>
              <a:srgbClr val="22C55E"/>
            </a:solidFill>
            <a:prstDash val="solid"/>
          </a:ln>
        </p:spPr>
        <p:txBody>
          <a:bodyPr/>
          <a:lstStyle/>
          <a:p>
            <a:endParaRPr lang="fr-FR"/>
          </a:p>
        </p:txBody>
      </p:sp>
      <p:pic>
        <p:nvPicPr>
          <p:cNvPr id="8" name="Image 0" descr="preencoded.png"/>
          <p:cNvPicPr>
            <a:picLocks noChangeAspect="1"/>
          </p:cNvPicPr>
          <p:nvPr/>
        </p:nvPicPr>
        <p:blipFill>
          <a:blip r:embed="rId3"/>
          <a:stretch>
            <a:fillRect/>
          </a:stretch>
        </p:blipFill>
        <p:spPr>
          <a:xfrm>
            <a:off x="777240" y="2404872"/>
            <a:ext cx="274320" cy="274320"/>
          </a:xfrm>
          <a:prstGeom prst="rect">
            <a:avLst/>
          </a:prstGeom>
        </p:spPr>
      </p:pic>
      <p:sp>
        <p:nvSpPr>
          <p:cNvPr id="9" name="Text 6"/>
          <p:cNvSpPr/>
          <p:nvPr/>
        </p:nvSpPr>
        <p:spPr>
          <a:xfrm>
            <a:off x="1143000" y="2377440"/>
            <a:ext cx="4572000" cy="365760"/>
          </a:xfrm>
          <a:prstGeom prst="rect">
            <a:avLst/>
          </a:prstGeom>
          <a:noFill/>
          <a:ln/>
        </p:spPr>
        <p:txBody>
          <a:bodyPr wrap="square" lIns="0" tIns="0" rIns="0" bIns="0" rtlCol="0" anchor="ctr"/>
          <a:lstStyle/>
          <a:p>
            <a:pPr marL="0" indent="0">
              <a:buNone/>
            </a:pPr>
            <a:r>
              <a:rPr lang="en-US" sz="1400" b="1" kern="0" spc="400" dirty="0">
                <a:solidFill>
                  <a:srgbClr val="FFFFFF"/>
                </a:solidFill>
                <a:latin typeface="Calibri" pitchFamily="34" charset="0"/>
                <a:ea typeface="Calibri" pitchFamily="34" charset="-122"/>
                <a:cs typeface="Calibri" pitchFamily="34" charset="-120"/>
              </a:rPr>
              <a:t>EN PLACE</a:t>
            </a:r>
            <a:endParaRPr lang="en-US" sz="1400" dirty="0"/>
          </a:p>
        </p:txBody>
      </p:sp>
      <p:pic>
        <p:nvPicPr>
          <p:cNvPr id="10" name="Image 1" descr="preencoded.png"/>
          <p:cNvPicPr>
            <a:picLocks noChangeAspect="1"/>
          </p:cNvPicPr>
          <p:nvPr/>
        </p:nvPicPr>
        <p:blipFill>
          <a:blip r:embed="rId4"/>
          <a:stretch>
            <a:fillRect/>
          </a:stretch>
        </p:blipFill>
        <p:spPr>
          <a:xfrm>
            <a:off x="777240" y="3063240"/>
            <a:ext cx="292608" cy="292608"/>
          </a:xfrm>
          <a:prstGeom prst="rect">
            <a:avLst/>
          </a:prstGeom>
        </p:spPr>
      </p:pic>
      <p:sp>
        <p:nvSpPr>
          <p:cNvPr id="11" name="Text 7"/>
          <p:cNvSpPr/>
          <p:nvPr/>
        </p:nvSpPr>
        <p:spPr>
          <a:xfrm>
            <a:off x="1188720" y="3017520"/>
            <a:ext cx="4754880" cy="292608"/>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Vérification signature Twilio</a:t>
            </a:r>
            <a:endParaRPr lang="en-US" sz="1600" dirty="0"/>
          </a:p>
        </p:txBody>
      </p:sp>
      <p:sp>
        <p:nvSpPr>
          <p:cNvPr id="12" name="Text 8"/>
          <p:cNvSpPr/>
          <p:nvPr/>
        </p:nvSpPr>
        <p:spPr>
          <a:xfrm>
            <a:off x="1188720" y="3300984"/>
            <a:ext cx="4754880" cy="274320"/>
          </a:xfrm>
          <a:prstGeom prst="rect">
            <a:avLst/>
          </a:prstGeom>
          <a:noFill/>
          <a:ln/>
        </p:spPr>
        <p:txBody>
          <a:bodyPr wrap="square" lIns="0" tIns="0" rIns="0" bIns="0" rtlCol="0" anchor="ctr"/>
          <a:lstStyle/>
          <a:p>
            <a:pPr marL="0" indent="0">
              <a:buNone/>
            </a:pPr>
            <a:r>
              <a:rPr lang="en-US" sz="1400" dirty="0">
                <a:solidFill>
                  <a:srgbClr val="475569"/>
                </a:solidFill>
                <a:latin typeface="Calibri" pitchFamily="34" charset="0"/>
                <a:ea typeface="Calibri" pitchFamily="34" charset="-122"/>
                <a:cs typeface="Calibri" pitchFamily="34" charset="-120"/>
              </a:rPr>
              <a:t>RequestValidator sur /webhook</a:t>
            </a:r>
            <a:endParaRPr lang="en-US" sz="1400" dirty="0"/>
          </a:p>
        </p:txBody>
      </p:sp>
      <p:pic>
        <p:nvPicPr>
          <p:cNvPr id="13" name="Image 2" descr="preencoded.png"/>
          <p:cNvPicPr>
            <a:picLocks noChangeAspect="1"/>
          </p:cNvPicPr>
          <p:nvPr/>
        </p:nvPicPr>
        <p:blipFill>
          <a:blip r:embed="rId4"/>
          <a:stretch>
            <a:fillRect/>
          </a:stretch>
        </p:blipFill>
        <p:spPr>
          <a:xfrm>
            <a:off x="777240" y="3703320"/>
            <a:ext cx="292608" cy="292608"/>
          </a:xfrm>
          <a:prstGeom prst="rect">
            <a:avLst/>
          </a:prstGeom>
        </p:spPr>
      </p:pic>
      <p:sp>
        <p:nvSpPr>
          <p:cNvPr id="14" name="Text 9"/>
          <p:cNvSpPr/>
          <p:nvPr/>
        </p:nvSpPr>
        <p:spPr>
          <a:xfrm>
            <a:off x="1188720" y="3657600"/>
            <a:ext cx="4754880" cy="292608"/>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Firebase Auth</a:t>
            </a:r>
            <a:endParaRPr lang="en-US" sz="1600" dirty="0"/>
          </a:p>
        </p:txBody>
      </p:sp>
      <p:sp>
        <p:nvSpPr>
          <p:cNvPr id="15" name="Text 10"/>
          <p:cNvSpPr/>
          <p:nvPr/>
        </p:nvSpPr>
        <p:spPr>
          <a:xfrm>
            <a:off x="1188720" y="3941064"/>
            <a:ext cx="4754880" cy="274320"/>
          </a:xfrm>
          <a:prstGeom prst="rect">
            <a:avLst/>
          </a:prstGeom>
          <a:noFill/>
          <a:ln/>
        </p:spPr>
        <p:txBody>
          <a:bodyPr wrap="square" lIns="0" tIns="0" rIns="0" bIns="0" rtlCol="0" anchor="ctr"/>
          <a:lstStyle/>
          <a:p>
            <a:pPr marL="0" indent="0">
              <a:buNone/>
            </a:pPr>
            <a:r>
              <a:rPr lang="en-US" sz="1400" dirty="0">
                <a:solidFill>
                  <a:srgbClr val="475569"/>
                </a:solidFill>
                <a:latin typeface="Calibri" pitchFamily="34" charset="0"/>
                <a:ea typeface="Calibri" pitchFamily="34" charset="-122"/>
                <a:cs typeface="Calibri" pitchFamily="34" charset="-120"/>
              </a:rPr>
              <a:t>Authentification des admins</a:t>
            </a:r>
            <a:endParaRPr lang="en-US" sz="1400" dirty="0"/>
          </a:p>
        </p:txBody>
      </p:sp>
      <p:pic>
        <p:nvPicPr>
          <p:cNvPr id="16" name="Image 3" descr="preencoded.png"/>
          <p:cNvPicPr>
            <a:picLocks noChangeAspect="1"/>
          </p:cNvPicPr>
          <p:nvPr/>
        </p:nvPicPr>
        <p:blipFill>
          <a:blip r:embed="rId4"/>
          <a:stretch>
            <a:fillRect/>
          </a:stretch>
        </p:blipFill>
        <p:spPr>
          <a:xfrm>
            <a:off x="777240" y="4343400"/>
            <a:ext cx="292608" cy="292608"/>
          </a:xfrm>
          <a:prstGeom prst="rect">
            <a:avLst/>
          </a:prstGeom>
        </p:spPr>
      </p:pic>
      <p:sp>
        <p:nvSpPr>
          <p:cNvPr id="17" name="Text 11"/>
          <p:cNvSpPr/>
          <p:nvPr/>
        </p:nvSpPr>
        <p:spPr>
          <a:xfrm>
            <a:off x="1188720" y="4297680"/>
            <a:ext cx="4754880" cy="292608"/>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Variables d'environnement</a:t>
            </a:r>
            <a:endParaRPr lang="en-US" sz="1600" dirty="0"/>
          </a:p>
        </p:txBody>
      </p:sp>
      <p:sp>
        <p:nvSpPr>
          <p:cNvPr id="18" name="Text 12"/>
          <p:cNvSpPr/>
          <p:nvPr/>
        </p:nvSpPr>
        <p:spPr>
          <a:xfrm>
            <a:off x="1188720" y="4581144"/>
            <a:ext cx="4754880" cy="274320"/>
          </a:xfrm>
          <a:prstGeom prst="rect">
            <a:avLst/>
          </a:prstGeom>
          <a:noFill/>
          <a:ln/>
        </p:spPr>
        <p:txBody>
          <a:bodyPr wrap="square" lIns="0" tIns="0" rIns="0" bIns="0" rtlCol="0" anchor="ctr"/>
          <a:lstStyle/>
          <a:p>
            <a:pPr marL="0" indent="0">
              <a:buNone/>
            </a:pPr>
            <a:r>
              <a:rPr lang="en-US" sz="1400" dirty="0">
                <a:solidFill>
                  <a:srgbClr val="475569"/>
                </a:solidFill>
                <a:latin typeface="Calibri" pitchFamily="34" charset="0"/>
                <a:ea typeface="Calibri" pitchFamily="34" charset="-122"/>
                <a:cs typeface="Calibri" pitchFamily="34" charset="-120"/>
              </a:rPr>
              <a:t>Secrets via .env / dotenv</a:t>
            </a:r>
            <a:endParaRPr lang="en-US" sz="1400" dirty="0"/>
          </a:p>
        </p:txBody>
      </p:sp>
      <p:pic>
        <p:nvPicPr>
          <p:cNvPr id="19" name="Image 4" descr="preencoded.png"/>
          <p:cNvPicPr>
            <a:picLocks noChangeAspect="1"/>
          </p:cNvPicPr>
          <p:nvPr/>
        </p:nvPicPr>
        <p:blipFill>
          <a:blip r:embed="rId4"/>
          <a:stretch>
            <a:fillRect/>
          </a:stretch>
        </p:blipFill>
        <p:spPr>
          <a:xfrm>
            <a:off x="777240" y="4983480"/>
            <a:ext cx="292608" cy="292608"/>
          </a:xfrm>
          <a:prstGeom prst="rect">
            <a:avLst/>
          </a:prstGeom>
        </p:spPr>
      </p:pic>
      <p:sp>
        <p:nvSpPr>
          <p:cNvPr id="20" name="Text 13"/>
          <p:cNvSpPr/>
          <p:nvPr/>
        </p:nvSpPr>
        <p:spPr>
          <a:xfrm>
            <a:off x="1188720" y="4937760"/>
            <a:ext cx="4754880" cy="292608"/>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Rate limiting</a:t>
            </a:r>
            <a:endParaRPr lang="en-US" sz="1600" dirty="0"/>
          </a:p>
        </p:txBody>
      </p:sp>
      <p:sp>
        <p:nvSpPr>
          <p:cNvPr id="21" name="Text 14"/>
          <p:cNvSpPr/>
          <p:nvPr/>
        </p:nvSpPr>
        <p:spPr>
          <a:xfrm>
            <a:off x="1188720" y="5221224"/>
            <a:ext cx="4754880" cy="274320"/>
          </a:xfrm>
          <a:prstGeom prst="rect">
            <a:avLst/>
          </a:prstGeom>
          <a:noFill/>
          <a:ln/>
        </p:spPr>
        <p:txBody>
          <a:bodyPr wrap="square" lIns="0" tIns="0" rIns="0" bIns="0" rtlCol="0" anchor="ctr"/>
          <a:lstStyle/>
          <a:p>
            <a:pPr marL="0" indent="0">
              <a:buNone/>
            </a:pPr>
            <a:r>
              <a:rPr lang="en-US" sz="1400" dirty="0">
                <a:solidFill>
                  <a:srgbClr val="475569"/>
                </a:solidFill>
                <a:latin typeface="Calibri" pitchFamily="34" charset="0"/>
                <a:ea typeface="Calibri" pitchFamily="34" charset="-122"/>
                <a:cs typeface="Calibri" pitchFamily="34" charset="-120"/>
              </a:rPr>
              <a:t>Redis optionnel (mode dégradé)</a:t>
            </a:r>
            <a:endParaRPr lang="en-US" sz="1400" dirty="0"/>
          </a:p>
        </p:txBody>
      </p:sp>
      <p:pic>
        <p:nvPicPr>
          <p:cNvPr id="22" name="Image 5" descr="preencoded.png"/>
          <p:cNvPicPr>
            <a:picLocks noChangeAspect="1"/>
          </p:cNvPicPr>
          <p:nvPr/>
        </p:nvPicPr>
        <p:blipFill>
          <a:blip r:embed="rId4"/>
          <a:stretch>
            <a:fillRect/>
          </a:stretch>
        </p:blipFill>
        <p:spPr>
          <a:xfrm>
            <a:off x="777240" y="5623560"/>
            <a:ext cx="292608" cy="292608"/>
          </a:xfrm>
          <a:prstGeom prst="rect">
            <a:avLst/>
          </a:prstGeom>
        </p:spPr>
      </p:pic>
      <p:sp>
        <p:nvSpPr>
          <p:cNvPr id="23" name="Text 15"/>
          <p:cNvSpPr/>
          <p:nvPr/>
        </p:nvSpPr>
        <p:spPr>
          <a:xfrm>
            <a:off x="1188720" y="5577840"/>
            <a:ext cx="4754880" cy="292608"/>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Protection des secrets</a:t>
            </a:r>
            <a:endParaRPr lang="en-US" sz="1600" dirty="0"/>
          </a:p>
        </p:txBody>
      </p:sp>
      <p:sp>
        <p:nvSpPr>
          <p:cNvPr id="24" name="Text 16"/>
          <p:cNvSpPr/>
          <p:nvPr/>
        </p:nvSpPr>
        <p:spPr>
          <a:xfrm>
            <a:off x="1188720" y="5861304"/>
            <a:ext cx="4754880" cy="274320"/>
          </a:xfrm>
          <a:prstGeom prst="rect">
            <a:avLst/>
          </a:prstGeom>
          <a:noFill/>
          <a:ln/>
        </p:spPr>
        <p:txBody>
          <a:bodyPr wrap="square" lIns="0" tIns="0" rIns="0" bIns="0" rtlCol="0" anchor="ctr"/>
          <a:lstStyle/>
          <a:p>
            <a:pPr marL="0" indent="0">
              <a:buNone/>
            </a:pPr>
            <a:r>
              <a:rPr lang="en-US" sz="1400" dirty="0">
                <a:solidFill>
                  <a:srgbClr val="475569"/>
                </a:solidFill>
                <a:latin typeface="Calibri" pitchFamily="34" charset="0"/>
                <a:ea typeface="Calibri" pitchFamily="34" charset="-122"/>
                <a:cs typeface="Calibri" pitchFamily="34" charset="-120"/>
              </a:rPr>
              <a:t>serviceAccountKey hors code</a:t>
            </a:r>
            <a:endParaRPr lang="en-US" sz="1400" dirty="0"/>
          </a:p>
        </p:txBody>
      </p:sp>
      <p:sp>
        <p:nvSpPr>
          <p:cNvPr id="25" name="Shape 17"/>
          <p:cNvSpPr/>
          <p:nvPr/>
        </p:nvSpPr>
        <p:spPr>
          <a:xfrm>
            <a:off x="6263640" y="2286000"/>
            <a:ext cx="5532120" cy="4023360"/>
          </a:xfrm>
          <a:prstGeom prst="rect">
            <a:avLst/>
          </a:prstGeom>
          <a:solidFill>
            <a:srgbClr val="FFFFFF"/>
          </a:solidFill>
          <a:ln w="12700">
            <a:solidFill>
              <a:srgbClr val="E2E8F0"/>
            </a:solidFill>
            <a:prstDash val="solid"/>
          </a:ln>
        </p:spPr>
        <p:txBody>
          <a:bodyPr/>
          <a:lstStyle/>
          <a:p>
            <a:endParaRPr lang="fr-FR"/>
          </a:p>
        </p:txBody>
      </p:sp>
      <p:sp>
        <p:nvSpPr>
          <p:cNvPr id="26" name="Shape 18"/>
          <p:cNvSpPr/>
          <p:nvPr/>
        </p:nvSpPr>
        <p:spPr>
          <a:xfrm>
            <a:off x="6263640" y="2286000"/>
            <a:ext cx="5532120" cy="502920"/>
          </a:xfrm>
          <a:prstGeom prst="rect">
            <a:avLst/>
          </a:prstGeom>
          <a:solidFill>
            <a:srgbClr val="F59E0B"/>
          </a:solidFill>
          <a:ln w="12700">
            <a:solidFill>
              <a:srgbClr val="F59E0B"/>
            </a:solidFill>
            <a:prstDash val="solid"/>
          </a:ln>
        </p:spPr>
        <p:txBody>
          <a:bodyPr/>
          <a:lstStyle/>
          <a:p>
            <a:endParaRPr lang="fr-FR"/>
          </a:p>
        </p:txBody>
      </p:sp>
      <p:pic>
        <p:nvPicPr>
          <p:cNvPr id="27" name="Image 6" descr="preencoded.png"/>
          <p:cNvPicPr>
            <a:picLocks noChangeAspect="1"/>
          </p:cNvPicPr>
          <p:nvPr/>
        </p:nvPicPr>
        <p:blipFill>
          <a:blip r:embed="rId5"/>
          <a:stretch>
            <a:fillRect/>
          </a:stretch>
        </p:blipFill>
        <p:spPr>
          <a:xfrm>
            <a:off x="6492240" y="2404872"/>
            <a:ext cx="274320" cy="274320"/>
          </a:xfrm>
          <a:prstGeom prst="rect">
            <a:avLst/>
          </a:prstGeom>
        </p:spPr>
      </p:pic>
      <p:sp>
        <p:nvSpPr>
          <p:cNvPr id="28" name="Text 19"/>
          <p:cNvSpPr/>
          <p:nvPr/>
        </p:nvSpPr>
        <p:spPr>
          <a:xfrm>
            <a:off x="6858000" y="2377440"/>
            <a:ext cx="4572000" cy="365760"/>
          </a:xfrm>
          <a:prstGeom prst="rect">
            <a:avLst/>
          </a:prstGeom>
          <a:noFill/>
          <a:ln/>
        </p:spPr>
        <p:txBody>
          <a:bodyPr wrap="square" lIns="0" tIns="0" rIns="0" bIns="0" rtlCol="0" anchor="ctr"/>
          <a:lstStyle/>
          <a:p>
            <a:pPr marL="0" indent="0">
              <a:buNone/>
            </a:pPr>
            <a:r>
              <a:rPr lang="en-US" sz="1400" b="1" kern="0" spc="400" dirty="0">
                <a:solidFill>
                  <a:srgbClr val="FFFFFF"/>
                </a:solidFill>
                <a:latin typeface="Calibri" pitchFamily="34" charset="0"/>
                <a:ea typeface="Calibri" pitchFamily="34" charset="-122"/>
                <a:cs typeface="Calibri" pitchFamily="34" charset="-120"/>
              </a:rPr>
              <a:t>À RENFORCER</a:t>
            </a:r>
            <a:endParaRPr lang="en-US" sz="1400" dirty="0"/>
          </a:p>
        </p:txBody>
      </p:sp>
      <p:pic>
        <p:nvPicPr>
          <p:cNvPr id="29" name="Image 7" descr="preencoded.png"/>
          <p:cNvPicPr>
            <a:picLocks noChangeAspect="1"/>
          </p:cNvPicPr>
          <p:nvPr/>
        </p:nvPicPr>
        <p:blipFill>
          <a:blip r:embed="rId6"/>
          <a:stretch>
            <a:fillRect/>
          </a:stretch>
        </p:blipFill>
        <p:spPr>
          <a:xfrm>
            <a:off x="6492240" y="3063240"/>
            <a:ext cx="292608" cy="292608"/>
          </a:xfrm>
          <a:prstGeom prst="rect">
            <a:avLst/>
          </a:prstGeom>
        </p:spPr>
      </p:pic>
      <p:sp>
        <p:nvSpPr>
          <p:cNvPr id="30" name="Text 20"/>
          <p:cNvSpPr/>
          <p:nvPr/>
        </p:nvSpPr>
        <p:spPr>
          <a:xfrm>
            <a:off x="6903720" y="3017520"/>
            <a:ext cx="4754880" cy="292608"/>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RBAC multi-rôles</a:t>
            </a:r>
            <a:endParaRPr lang="en-US" sz="1600" dirty="0"/>
          </a:p>
        </p:txBody>
      </p:sp>
      <p:sp>
        <p:nvSpPr>
          <p:cNvPr id="31" name="Text 21"/>
          <p:cNvSpPr/>
          <p:nvPr/>
        </p:nvSpPr>
        <p:spPr>
          <a:xfrm>
            <a:off x="6903720" y="3300984"/>
            <a:ext cx="4754880" cy="274320"/>
          </a:xfrm>
          <a:prstGeom prst="rect">
            <a:avLst/>
          </a:prstGeom>
          <a:noFill/>
          <a:ln/>
        </p:spPr>
        <p:txBody>
          <a:bodyPr wrap="square" lIns="0" tIns="0" rIns="0" bIns="0" rtlCol="0" anchor="ctr"/>
          <a:lstStyle/>
          <a:p>
            <a:pPr marL="0" indent="0">
              <a:buNone/>
            </a:pPr>
            <a:r>
              <a:rPr lang="en-US" sz="1400" dirty="0">
                <a:solidFill>
                  <a:srgbClr val="475569"/>
                </a:solidFill>
                <a:latin typeface="Calibri" pitchFamily="34" charset="0"/>
                <a:ea typeface="Calibri" pitchFamily="34" charset="-122"/>
                <a:cs typeface="Calibri" pitchFamily="34" charset="-120"/>
              </a:rPr>
              <a:t>Admin · syndic · responsable</a:t>
            </a:r>
            <a:endParaRPr lang="en-US" sz="1400" dirty="0"/>
          </a:p>
        </p:txBody>
      </p:sp>
      <p:pic>
        <p:nvPicPr>
          <p:cNvPr id="32" name="Image 8" descr="preencoded.png"/>
          <p:cNvPicPr>
            <a:picLocks noChangeAspect="1"/>
          </p:cNvPicPr>
          <p:nvPr/>
        </p:nvPicPr>
        <p:blipFill>
          <a:blip r:embed="rId7"/>
          <a:stretch>
            <a:fillRect/>
          </a:stretch>
        </p:blipFill>
        <p:spPr>
          <a:xfrm>
            <a:off x="6492240" y="3703320"/>
            <a:ext cx="292608" cy="292608"/>
          </a:xfrm>
          <a:prstGeom prst="rect">
            <a:avLst/>
          </a:prstGeom>
        </p:spPr>
      </p:pic>
      <p:sp>
        <p:nvSpPr>
          <p:cNvPr id="33" name="Text 22"/>
          <p:cNvSpPr/>
          <p:nvPr/>
        </p:nvSpPr>
        <p:spPr>
          <a:xfrm>
            <a:off x="6903720" y="3657600"/>
            <a:ext cx="4754880" cy="292608"/>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Logs sécurisés</a:t>
            </a:r>
            <a:endParaRPr lang="en-US" sz="1600" dirty="0"/>
          </a:p>
        </p:txBody>
      </p:sp>
      <p:sp>
        <p:nvSpPr>
          <p:cNvPr id="34" name="Text 23"/>
          <p:cNvSpPr/>
          <p:nvPr/>
        </p:nvSpPr>
        <p:spPr>
          <a:xfrm>
            <a:off x="6903720" y="3941064"/>
            <a:ext cx="4754880" cy="274320"/>
          </a:xfrm>
          <a:prstGeom prst="rect">
            <a:avLst/>
          </a:prstGeom>
          <a:noFill/>
          <a:ln/>
        </p:spPr>
        <p:txBody>
          <a:bodyPr wrap="square" lIns="0" tIns="0" rIns="0" bIns="0" rtlCol="0" anchor="ctr"/>
          <a:lstStyle/>
          <a:p>
            <a:pPr marL="0" indent="0">
              <a:buNone/>
            </a:pPr>
            <a:r>
              <a:rPr lang="en-US" sz="1400" dirty="0">
                <a:solidFill>
                  <a:srgbClr val="475569"/>
                </a:solidFill>
                <a:latin typeface="Calibri" pitchFamily="34" charset="0"/>
                <a:ea typeface="Calibri" pitchFamily="34" charset="-122"/>
                <a:cs typeface="Calibri" pitchFamily="34" charset="-120"/>
              </a:rPr>
              <a:t>Masquage des données sensibles</a:t>
            </a:r>
            <a:endParaRPr lang="en-US" sz="1400" dirty="0"/>
          </a:p>
        </p:txBody>
      </p:sp>
      <p:pic>
        <p:nvPicPr>
          <p:cNvPr id="35" name="Image 9" descr="preencoded.png"/>
          <p:cNvPicPr>
            <a:picLocks noChangeAspect="1"/>
          </p:cNvPicPr>
          <p:nvPr/>
        </p:nvPicPr>
        <p:blipFill>
          <a:blip r:embed="rId8"/>
          <a:stretch>
            <a:fillRect/>
          </a:stretch>
        </p:blipFill>
        <p:spPr>
          <a:xfrm>
            <a:off x="6492240" y="4343400"/>
            <a:ext cx="292608" cy="292608"/>
          </a:xfrm>
          <a:prstGeom prst="rect">
            <a:avLst/>
          </a:prstGeom>
        </p:spPr>
      </p:pic>
      <p:sp>
        <p:nvSpPr>
          <p:cNvPr id="36" name="Text 24"/>
          <p:cNvSpPr/>
          <p:nvPr/>
        </p:nvSpPr>
        <p:spPr>
          <a:xfrm>
            <a:off x="6903720" y="4297680"/>
            <a:ext cx="4754880" cy="292608"/>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Protection WebSocket</a:t>
            </a:r>
            <a:endParaRPr lang="en-US" sz="1600" dirty="0"/>
          </a:p>
        </p:txBody>
      </p:sp>
      <p:sp>
        <p:nvSpPr>
          <p:cNvPr id="37" name="Text 25"/>
          <p:cNvSpPr/>
          <p:nvPr/>
        </p:nvSpPr>
        <p:spPr>
          <a:xfrm>
            <a:off x="6903720" y="4581144"/>
            <a:ext cx="4754880" cy="274320"/>
          </a:xfrm>
          <a:prstGeom prst="rect">
            <a:avLst/>
          </a:prstGeom>
          <a:noFill/>
          <a:ln/>
        </p:spPr>
        <p:txBody>
          <a:bodyPr wrap="square" lIns="0" tIns="0" rIns="0" bIns="0" rtlCol="0" anchor="ctr"/>
          <a:lstStyle/>
          <a:p>
            <a:pPr marL="0" indent="0">
              <a:buNone/>
            </a:pPr>
            <a:r>
              <a:rPr lang="en-US" sz="1400" dirty="0">
                <a:solidFill>
                  <a:srgbClr val="475569"/>
                </a:solidFill>
                <a:latin typeface="Calibri" pitchFamily="34" charset="0"/>
                <a:ea typeface="Calibri" pitchFamily="34" charset="-122"/>
                <a:cs typeface="Calibri" pitchFamily="34" charset="-120"/>
              </a:rPr>
              <a:t>Authentification du canal /ws</a:t>
            </a:r>
            <a:endParaRPr lang="en-US" sz="1400" dirty="0"/>
          </a:p>
        </p:txBody>
      </p:sp>
      <p:pic>
        <p:nvPicPr>
          <p:cNvPr id="38" name="Image 10" descr="preencoded.png"/>
          <p:cNvPicPr>
            <a:picLocks noChangeAspect="1"/>
          </p:cNvPicPr>
          <p:nvPr/>
        </p:nvPicPr>
        <p:blipFill>
          <a:blip r:embed="rId9"/>
          <a:stretch>
            <a:fillRect/>
          </a:stretch>
        </p:blipFill>
        <p:spPr>
          <a:xfrm>
            <a:off x="6492240" y="4983480"/>
            <a:ext cx="292608" cy="292608"/>
          </a:xfrm>
          <a:prstGeom prst="rect">
            <a:avLst/>
          </a:prstGeom>
        </p:spPr>
      </p:pic>
      <p:sp>
        <p:nvSpPr>
          <p:cNvPr id="39" name="Text 26"/>
          <p:cNvSpPr/>
          <p:nvPr/>
        </p:nvSpPr>
        <p:spPr>
          <a:xfrm>
            <a:off x="6903720" y="4937760"/>
            <a:ext cx="4754880" cy="292608"/>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Rotation des clés</a:t>
            </a:r>
            <a:endParaRPr lang="en-US" sz="1600" dirty="0"/>
          </a:p>
        </p:txBody>
      </p:sp>
      <p:sp>
        <p:nvSpPr>
          <p:cNvPr id="40" name="Text 27"/>
          <p:cNvSpPr/>
          <p:nvPr/>
        </p:nvSpPr>
        <p:spPr>
          <a:xfrm>
            <a:off x="6903720" y="5221224"/>
            <a:ext cx="4754880" cy="274320"/>
          </a:xfrm>
          <a:prstGeom prst="rect">
            <a:avLst/>
          </a:prstGeom>
          <a:noFill/>
          <a:ln/>
        </p:spPr>
        <p:txBody>
          <a:bodyPr wrap="square" lIns="0" tIns="0" rIns="0" bIns="0" rtlCol="0" anchor="ctr"/>
          <a:lstStyle/>
          <a:p>
            <a:pPr marL="0" indent="0">
              <a:buNone/>
            </a:pPr>
            <a:r>
              <a:rPr lang="en-US" sz="1400" dirty="0">
                <a:solidFill>
                  <a:srgbClr val="475569"/>
                </a:solidFill>
                <a:latin typeface="Calibri" pitchFamily="34" charset="0"/>
                <a:ea typeface="Calibri" pitchFamily="34" charset="-122"/>
                <a:cs typeface="Calibri" pitchFamily="34" charset="-120"/>
              </a:rPr>
              <a:t>Twilio · Groq · Firebase · Facebook</a:t>
            </a:r>
            <a:endParaRPr lang="en-US" sz="1400" dirty="0"/>
          </a:p>
        </p:txBody>
      </p:sp>
      <p:pic>
        <p:nvPicPr>
          <p:cNvPr id="41" name="Image 11" descr="preencoded.png"/>
          <p:cNvPicPr>
            <a:picLocks noChangeAspect="1"/>
          </p:cNvPicPr>
          <p:nvPr/>
        </p:nvPicPr>
        <p:blipFill>
          <a:blip r:embed="rId10"/>
          <a:stretch>
            <a:fillRect/>
          </a:stretch>
        </p:blipFill>
        <p:spPr>
          <a:xfrm>
            <a:off x="6492240" y="5623560"/>
            <a:ext cx="292608" cy="292608"/>
          </a:xfrm>
          <a:prstGeom prst="rect">
            <a:avLst/>
          </a:prstGeom>
        </p:spPr>
      </p:pic>
      <p:sp>
        <p:nvSpPr>
          <p:cNvPr id="42" name="Text 28"/>
          <p:cNvSpPr/>
          <p:nvPr/>
        </p:nvSpPr>
        <p:spPr>
          <a:xfrm>
            <a:off x="6903720" y="5577840"/>
            <a:ext cx="4754880" cy="292608"/>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Audit &amp; monitoring</a:t>
            </a:r>
            <a:endParaRPr lang="en-US" sz="1600" dirty="0"/>
          </a:p>
        </p:txBody>
      </p:sp>
      <p:sp>
        <p:nvSpPr>
          <p:cNvPr id="43" name="Text 29"/>
          <p:cNvSpPr/>
          <p:nvPr/>
        </p:nvSpPr>
        <p:spPr>
          <a:xfrm>
            <a:off x="6903720" y="5861304"/>
            <a:ext cx="4754880" cy="274320"/>
          </a:xfrm>
          <a:prstGeom prst="rect">
            <a:avLst/>
          </a:prstGeom>
          <a:noFill/>
          <a:ln/>
        </p:spPr>
        <p:txBody>
          <a:bodyPr wrap="square" lIns="0" tIns="0" rIns="0" bIns="0" rtlCol="0" anchor="ctr"/>
          <a:lstStyle/>
          <a:p>
            <a:pPr marL="0" indent="0">
              <a:buNone/>
            </a:pPr>
            <a:r>
              <a:rPr lang="en-US" sz="1400" dirty="0">
                <a:solidFill>
                  <a:srgbClr val="475569"/>
                </a:solidFill>
                <a:latin typeface="Calibri" pitchFamily="34" charset="0"/>
                <a:ea typeface="Calibri" pitchFamily="34" charset="-122"/>
                <a:cs typeface="Calibri" pitchFamily="34" charset="-120"/>
              </a:rPr>
              <a:t>Traçabilité des opérations admin</a:t>
            </a:r>
            <a:endParaRPr lang="en-US" sz="1400" dirty="0"/>
          </a:p>
        </p:txBody>
      </p:sp>
      <p:sp>
        <p:nvSpPr>
          <p:cNvPr id="44" name="Text 30"/>
          <p:cNvSpPr/>
          <p:nvPr/>
        </p:nvSpPr>
        <p:spPr>
          <a:xfrm>
            <a:off x="10911535" y="6446520"/>
            <a:ext cx="914400" cy="274320"/>
          </a:xfrm>
          <a:prstGeom prst="rect">
            <a:avLst/>
          </a:prstGeom>
          <a:noFill/>
          <a:ln/>
        </p:spPr>
        <p:txBody>
          <a:bodyPr wrap="square" rtlCol="0" anchor="ctr"/>
          <a:lstStyle/>
          <a:p>
            <a:pPr marL="0" indent="0" algn="r">
              <a:buNone/>
            </a:pPr>
            <a:r>
              <a:rPr lang="en-US" sz="1000" dirty="0">
                <a:solidFill>
                  <a:srgbClr val="475569"/>
                </a:solidFill>
                <a:latin typeface="Calibri" pitchFamily="34" charset="0"/>
                <a:ea typeface="Calibri" pitchFamily="34" charset="-122"/>
                <a:cs typeface="Calibri" pitchFamily="34" charset="-120"/>
              </a:rPr>
              <a:t>20 / 24</a:t>
            </a:r>
            <a:endParaRPr lang="en-US" sz="1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500" fill="hold"/>
                                        <p:tgtEl>
                                          <p:spTgt spid="10"/>
                                        </p:tgtEl>
                                        <p:attrNameLst>
                                          <p:attrName>ppt_x</p:attrName>
                                        </p:attrNameLst>
                                      </p:cBhvr>
                                      <p:tavLst>
                                        <p:tav tm="0">
                                          <p:val>
                                            <p:strVal val="#ppt_x"/>
                                          </p:val>
                                        </p:tav>
                                        <p:tav tm="100000">
                                          <p:val>
                                            <p:strVal val="#ppt_x"/>
                                          </p:val>
                                        </p:tav>
                                      </p:tavLst>
                                    </p:anim>
                                    <p:anim calcmode="lin" valueType="num">
                                      <p:cBhvr additive="base">
                                        <p:cTn id="24" dur="500" fill="hold"/>
                                        <p:tgtEl>
                                          <p:spTgt spid="10"/>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ppt_x"/>
                                          </p:val>
                                        </p:tav>
                                        <p:tav tm="100000">
                                          <p:val>
                                            <p:strVal val="#ppt_x"/>
                                          </p:val>
                                        </p:tav>
                                      </p:tavLst>
                                    </p:anim>
                                    <p:anim calcmode="lin" valueType="num">
                                      <p:cBhvr additive="base">
                                        <p:cTn id="28" dur="500" fill="hold"/>
                                        <p:tgtEl>
                                          <p:spTgt spid="11"/>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ppt_x"/>
                                          </p:val>
                                        </p:tav>
                                        <p:tav tm="100000">
                                          <p:val>
                                            <p:strVal val="#ppt_x"/>
                                          </p:val>
                                        </p:tav>
                                      </p:tavLst>
                                    </p:anim>
                                    <p:anim calcmode="lin" valueType="num">
                                      <p:cBhvr additive="base">
                                        <p:cTn id="32" dur="500" fill="hold"/>
                                        <p:tgtEl>
                                          <p:spTgt spid="12"/>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3"/>
                                        </p:tgtEl>
                                        <p:attrNameLst>
                                          <p:attrName>style.visibility</p:attrName>
                                        </p:attrNameLst>
                                      </p:cBhvr>
                                      <p:to>
                                        <p:strVal val="visible"/>
                                      </p:to>
                                    </p:set>
                                    <p:anim calcmode="lin" valueType="num">
                                      <p:cBhvr additive="base">
                                        <p:cTn id="35" dur="500" fill="hold"/>
                                        <p:tgtEl>
                                          <p:spTgt spid="13"/>
                                        </p:tgtEl>
                                        <p:attrNameLst>
                                          <p:attrName>ppt_x</p:attrName>
                                        </p:attrNameLst>
                                      </p:cBhvr>
                                      <p:tavLst>
                                        <p:tav tm="0">
                                          <p:val>
                                            <p:strVal val="#ppt_x"/>
                                          </p:val>
                                        </p:tav>
                                        <p:tav tm="100000">
                                          <p:val>
                                            <p:strVal val="#ppt_x"/>
                                          </p:val>
                                        </p:tav>
                                      </p:tavLst>
                                    </p:anim>
                                    <p:anim calcmode="lin" valueType="num">
                                      <p:cBhvr additive="base">
                                        <p:cTn id="36" dur="500" fill="hold"/>
                                        <p:tgtEl>
                                          <p:spTgt spid="13"/>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additive="base">
                                        <p:cTn id="39" dur="500" fill="hold"/>
                                        <p:tgtEl>
                                          <p:spTgt spid="14"/>
                                        </p:tgtEl>
                                        <p:attrNameLst>
                                          <p:attrName>ppt_x</p:attrName>
                                        </p:attrNameLst>
                                      </p:cBhvr>
                                      <p:tavLst>
                                        <p:tav tm="0">
                                          <p:val>
                                            <p:strVal val="#ppt_x"/>
                                          </p:val>
                                        </p:tav>
                                        <p:tav tm="100000">
                                          <p:val>
                                            <p:strVal val="#ppt_x"/>
                                          </p:val>
                                        </p:tav>
                                      </p:tavLst>
                                    </p:anim>
                                    <p:anim calcmode="lin" valueType="num">
                                      <p:cBhvr additive="base">
                                        <p:cTn id="40" dur="500" fill="hold"/>
                                        <p:tgtEl>
                                          <p:spTgt spid="14"/>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500" fill="hold"/>
                                        <p:tgtEl>
                                          <p:spTgt spid="15"/>
                                        </p:tgtEl>
                                        <p:attrNameLst>
                                          <p:attrName>ppt_x</p:attrName>
                                        </p:attrNameLst>
                                      </p:cBhvr>
                                      <p:tavLst>
                                        <p:tav tm="0">
                                          <p:val>
                                            <p:strVal val="#ppt_x"/>
                                          </p:val>
                                        </p:tav>
                                        <p:tav tm="100000">
                                          <p:val>
                                            <p:strVal val="#ppt_x"/>
                                          </p:val>
                                        </p:tav>
                                      </p:tavLst>
                                    </p:anim>
                                    <p:anim calcmode="lin" valueType="num">
                                      <p:cBhvr additive="base">
                                        <p:cTn id="44" dur="500" fill="hold"/>
                                        <p:tgtEl>
                                          <p:spTgt spid="15"/>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ppt_x"/>
                                          </p:val>
                                        </p:tav>
                                        <p:tav tm="100000">
                                          <p:val>
                                            <p:strVal val="#ppt_x"/>
                                          </p:val>
                                        </p:tav>
                                      </p:tavLst>
                                    </p:anim>
                                    <p:anim calcmode="lin" valueType="num">
                                      <p:cBhvr additive="base">
                                        <p:cTn id="48" dur="500" fill="hold"/>
                                        <p:tgtEl>
                                          <p:spTgt spid="16"/>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 calcmode="lin" valueType="num">
                                      <p:cBhvr additive="base">
                                        <p:cTn id="51" dur="500" fill="hold"/>
                                        <p:tgtEl>
                                          <p:spTgt spid="17"/>
                                        </p:tgtEl>
                                        <p:attrNameLst>
                                          <p:attrName>ppt_x</p:attrName>
                                        </p:attrNameLst>
                                      </p:cBhvr>
                                      <p:tavLst>
                                        <p:tav tm="0">
                                          <p:val>
                                            <p:strVal val="#ppt_x"/>
                                          </p:val>
                                        </p:tav>
                                        <p:tav tm="100000">
                                          <p:val>
                                            <p:strVal val="#ppt_x"/>
                                          </p:val>
                                        </p:tav>
                                      </p:tavLst>
                                    </p:anim>
                                    <p:anim calcmode="lin" valueType="num">
                                      <p:cBhvr additive="base">
                                        <p:cTn id="52" dur="500" fill="hold"/>
                                        <p:tgtEl>
                                          <p:spTgt spid="17"/>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 calcmode="lin" valueType="num">
                                      <p:cBhvr additive="base">
                                        <p:cTn id="55" dur="500" fill="hold"/>
                                        <p:tgtEl>
                                          <p:spTgt spid="18"/>
                                        </p:tgtEl>
                                        <p:attrNameLst>
                                          <p:attrName>ppt_x</p:attrName>
                                        </p:attrNameLst>
                                      </p:cBhvr>
                                      <p:tavLst>
                                        <p:tav tm="0">
                                          <p:val>
                                            <p:strVal val="#ppt_x"/>
                                          </p:val>
                                        </p:tav>
                                        <p:tav tm="100000">
                                          <p:val>
                                            <p:strVal val="#ppt_x"/>
                                          </p:val>
                                        </p:tav>
                                      </p:tavLst>
                                    </p:anim>
                                    <p:anim calcmode="lin" valueType="num">
                                      <p:cBhvr additive="base">
                                        <p:cTn id="56" dur="500" fill="hold"/>
                                        <p:tgtEl>
                                          <p:spTgt spid="18"/>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19"/>
                                        </p:tgtEl>
                                        <p:attrNameLst>
                                          <p:attrName>style.visibility</p:attrName>
                                        </p:attrNameLst>
                                      </p:cBhvr>
                                      <p:to>
                                        <p:strVal val="visible"/>
                                      </p:to>
                                    </p:set>
                                    <p:anim calcmode="lin" valueType="num">
                                      <p:cBhvr additive="base">
                                        <p:cTn id="59" dur="500" fill="hold"/>
                                        <p:tgtEl>
                                          <p:spTgt spid="19"/>
                                        </p:tgtEl>
                                        <p:attrNameLst>
                                          <p:attrName>ppt_x</p:attrName>
                                        </p:attrNameLst>
                                      </p:cBhvr>
                                      <p:tavLst>
                                        <p:tav tm="0">
                                          <p:val>
                                            <p:strVal val="#ppt_x"/>
                                          </p:val>
                                        </p:tav>
                                        <p:tav tm="100000">
                                          <p:val>
                                            <p:strVal val="#ppt_x"/>
                                          </p:val>
                                        </p:tav>
                                      </p:tavLst>
                                    </p:anim>
                                    <p:anim calcmode="lin" valueType="num">
                                      <p:cBhvr additive="base">
                                        <p:cTn id="60" dur="500" fill="hold"/>
                                        <p:tgtEl>
                                          <p:spTgt spid="19"/>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20"/>
                                        </p:tgtEl>
                                        <p:attrNameLst>
                                          <p:attrName>style.visibility</p:attrName>
                                        </p:attrNameLst>
                                      </p:cBhvr>
                                      <p:to>
                                        <p:strVal val="visible"/>
                                      </p:to>
                                    </p:set>
                                    <p:anim calcmode="lin" valueType="num">
                                      <p:cBhvr additive="base">
                                        <p:cTn id="63" dur="500" fill="hold"/>
                                        <p:tgtEl>
                                          <p:spTgt spid="20"/>
                                        </p:tgtEl>
                                        <p:attrNameLst>
                                          <p:attrName>ppt_x</p:attrName>
                                        </p:attrNameLst>
                                      </p:cBhvr>
                                      <p:tavLst>
                                        <p:tav tm="0">
                                          <p:val>
                                            <p:strVal val="#ppt_x"/>
                                          </p:val>
                                        </p:tav>
                                        <p:tav tm="100000">
                                          <p:val>
                                            <p:strVal val="#ppt_x"/>
                                          </p:val>
                                        </p:tav>
                                      </p:tavLst>
                                    </p:anim>
                                    <p:anim calcmode="lin" valueType="num">
                                      <p:cBhvr additive="base">
                                        <p:cTn id="64" dur="500" fill="hold"/>
                                        <p:tgtEl>
                                          <p:spTgt spid="20"/>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21"/>
                                        </p:tgtEl>
                                        <p:attrNameLst>
                                          <p:attrName>style.visibility</p:attrName>
                                        </p:attrNameLst>
                                      </p:cBhvr>
                                      <p:to>
                                        <p:strVal val="visible"/>
                                      </p:to>
                                    </p:set>
                                    <p:anim calcmode="lin" valueType="num">
                                      <p:cBhvr additive="base">
                                        <p:cTn id="67" dur="500" fill="hold"/>
                                        <p:tgtEl>
                                          <p:spTgt spid="21"/>
                                        </p:tgtEl>
                                        <p:attrNameLst>
                                          <p:attrName>ppt_x</p:attrName>
                                        </p:attrNameLst>
                                      </p:cBhvr>
                                      <p:tavLst>
                                        <p:tav tm="0">
                                          <p:val>
                                            <p:strVal val="#ppt_x"/>
                                          </p:val>
                                        </p:tav>
                                        <p:tav tm="100000">
                                          <p:val>
                                            <p:strVal val="#ppt_x"/>
                                          </p:val>
                                        </p:tav>
                                      </p:tavLst>
                                    </p:anim>
                                    <p:anim calcmode="lin" valueType="num">
                                      <p:cBhvr additive="base">
                                        <p:cTn id="68" dur="500" fill="hold"/>
                                        <p:tgtEl>
                                          <p:spTgt spid="21"/>
                                        </p:tgtEl>
                                        <p:attrNameLst>
                                          <p:attrName>ppt_y</p:attrName>
                                        </p:attrNameLst>
                                      </p:cBhvr>
                                      <p:tavLst>
                                        <p:tav tm="0">
                                          <p:val>
                                            <p:strVal val="1+#ppt_h/2"/>
                                          </p:val>
                                        </p:tav>
                                        <p:tav tm="100000">
                                          <p:val>
                                            <p:strVal val="#ppt_y"/>
                                          </p:val>
                                        </p:tav>
                                      </p:tavLst>
                                    </p:anim>
                                  </p:childTnLst>
                                </p:cTn>
                              </p:par>
                              <p:par>
                                <p:cTn id="69" presetID="2" presetClass="entr" presetSubtype="4" fill="hold" nodeType="withEffect">
                                  <p:stCondLst>
                                    <p:cond delay="0"/>
                                  </p:stCondLst>
                                  <p:childTnLst>
                                    <p:set>
                                      <p:cBhvr>
                                        <p:cTn id="70" dur="1" fill="hold">
                                          <p:stCondLst>
                                            <p:cond delay="0"/>
                                          </p:stCondLst>
                                        </p:cTn>
                                        <p:tgtEl>
                                          <p:spTgt spid="22"/>
                                        </p:tgtEl>
                                        <p:attrNameLst>
                                          <p:attrName>style.visibility</p:attrName>
                                        </p:attrNameLst>
                                      </p:cBhvr>
                                      <p:to>
                                        <p:strVal val="visible"/>
                                      </p:to>
                                    </p:set>
                                    <p:anim calcmode="lin" valueType="num">
                                      <p:cBhvr additive="base">
                                        <p:cTn id="71" dur="500" fill="hold"/>
                                        <p:tgtEl>
                                          <p:spTgt spid="22"/>
                                        </p:tgtEl>
                                        <p:attrNameLst>
                                          <p:attrName>ppt_x</p:attrName>
                                        </p:attrNameLst>
                                      </p:cBhvr>
                                      <p:tavLst>
                                        <p:tav tm="0">
                                          <p:val>
                                            <p:strVal val="#ppt_x"/>
                                          </p:val>
                                        </p:tav>
                                        <p:tav tm="100000">
                                          <p:val>
                                            <p:strVal val="#ppt_x"/>
                                          </p:val>
                                        </p:tav>
                                      </p:tavLst>
                                    </p:anim>
                                    <p:anim calcmode="lin" valueType="num">
                                      <p:cBhvr additive="base">
                                        <p:cTn id="72" dur="500" fill="hold"/>
                                        <p:tgtEl>
                                          <p:spTgt spid="22"/>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23"/>
                                        </p:tgtEl>
                                        <p:attrNameLst>
                                          <p:attrName>style.visibility</p:attrName>
                                        </p:attrNameLst>
                                      </p:cBhvr>
                                      <p:to>
                                        <p:strVal val="visible"/>
                                      </p:to>
                                    </p:set>
                                    <p:anim calcmode="lin" valueType="num">
                                      <p:cBhvr additive="base">
                                        <p:cTn id="75" dur="500" fill="hold"/>
                                        <p:tgtEl>
                                          <p:spTgt spid="23"/>
                                        </p:tgtEl>
                                        <p:attrNameLst>
                                          <p:attrName>ppt_x</p:attrName>
                                        </p:attrNameLst>
                                      </p:cBhvr>
                                      <p:tavLst>
                                        <p:tav tm="0">
                                          <p:val>
                                            <p:strVal val="#ppt_x"/>
                                          </p:val>
                                        </p:tav>
                                        <p:tav tm="100000">
                                          <p:val>
                                            <p:strVal val="#ppt_x"/>
                                          </p:val>
                                        </p:tav>
                                      </p:tavLst>
                                    </p:anim>
                                    <p:anim calcmode="lin" valueType="num">
                                      <p:cBhvr additive="base">
                                        <p:cTn id="76" dur="500" fill="hold"/>
                                        <p:tgtEl>
                                          <p:spTgt spid="23"/>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24"/>
                                        </p:tgtEl>
                                        <p:attrNameLst>
                                          <p:attrName>style.visibility</p:attrName>
                                        </p:attrNameLst>
                                      </p:cBhvr>
                                      <p:to>
                                        <p:strVal val="visible"/>
                                      </p:to>
                                    </p:set>
                                    <p:anim calcmode="lin" valueType="num">
                                      <p:cBhvr additive="base">
                                        <p:cTn id="79" dur="500" fill="hold"/>
                                        <p:tgtEl>
                                          <p:spTgt spid="24"/>
                                        </p:tgtEl>
                                        <p:attrNameLst>
                                          <p:attrName>ppt_x</p:attrName>
                                        </p:attrNameLst>
                                      </p:cBhvr>
                                      <p:tavLst>
                                        <p:tav tm="0">
                                          <p:val>
                                            <p:strVal val="#ppt_x"/>
                                          </p:val>
                                        </p:tav>
                                        <p:tav tm="100000">
                                          <p:val>
                                            <p:strVal val="#ppt_x"/>
                                          </p:val>
                                        </p:tav>
                                      </p:tavLst>
                                    </p:anim>
                                    <p:anim calcmode="lin" valueType="num">
                                      <p:cBhvr additive="base">
                                        <p:cTn id="80"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25"/>
                                        </p:tgtEl>
                                        <p:attrNameLst>
                                          <p:attrName>style.visibility</p:attrName>
                                        </p:attrNameLst>
                                      </p:cBhvr>
                                      <p:to>
                                        <p:strVal val="visible"/>
                                      </p:to>
                                    </p:set>
                                    <p:anim calcmode="lin" valueType="num">
                                      <p:cBhvr additive="base">
                                        <p:cTn id="85" dur="500" fill="hold"/>
                                        <p:tgtEl>
                                          <p:spTgt spid="25"/>
                                        </p:tgtEl>
                                        <p:attrNameLst>
                                          <p:attrName>ppt_x</p:attrName>
                                        </p:attrNameLst>
                                      </p:cBhvr>
                                      <p:tavLst>
                                        <p:tav tm="0">
                                          <p:val>
                                            <p:strVal val="#ppt_x"/>
                                          </p:val>
                                        </p:tav>
                                        <p:tav tm="100000">
                                          <p:val>
                                            <p:strVal val="#ppt_x"/>
                                          </p:val>
                                        </p:tav>
                                      </p:tavLst>
                                    </p:anim>
                                    <p:anim calcmode="lin" valueType="num">
                                      <p:cBhvr additive="base">
                                        <p:cTn id="86" dur="500" fill="hold"/>
                                        <p:tgtEl>
                                          <p:spTgt spid="25"/>
                                        </p:tgtEl>
                                        <p:attrNameLst>
                                          <p:attrName>ppt_y</p:attrName>
                                        </p:attrNameLst>
                                      </p:cBhvr>
                                      <p:tavLst>
                                        <p:tav tm="0">
                                          <p:val>
                                            <p:strVal val="1+#ppt_h/2"/>
                                          </p:val>
                                        </p:tav>
                                        <p:tav tm="100000">
                                          <p:val>
                                            <p:strVal val="#ppt_y"/>
                                          </p:val>
                                        </p:tav>
                                      </p:tavLst>
                                    </p:anim>
                                  </p:childTnLst>
                                </p:cTn>
                              </p:par>
                              <p:par>
                                <p:cTn id="87" presetID="2" presetClass="entr" presetSubtype="4" fill="hold" grpId="0" nodeType="withEffect">
                                  <p:stCondLst>
                                    <p:cond delay="0"/>
                                  </p:stCondLst>
                                  <p:childTnLst>
                                    <p:set>
                                      <p:cBhvr>
                                        <p:cTn id="88" dur="1" fill="hold">
                                          <p:stCondLst>
                                            <p:cond delay="0"/>
                                          </p:stCondLst>
                                        </p:cTn>
                                        <p:tgtEl>
                                          <p:spTgt spid="26"/>
                                        </p:tgtEl>
                                        <p:attrNameLst>
                                          <p:attrName>style.visibility</p:attrName>
                                        </p:attrNameLst>
                                      </p:cBhvr>
                                      <p:to>
                                        <p:strVal val="visible"/>
                                      </p:to>
                                    </p:set>
                                    <p:anim calcmode="lin" valueType="num">
                                      <p:cBhvr additive="base">
                                        <p:cTn id="89" dur="500" fill="hold"/>
                                        <p:tgtEl>
                                          <p:spTgt spid="26"/>
                                        </p:tgtEl>
                                        <p:attrNameLst>
                                          <p:attrName>ppt_x</p:attrName>
                                        </p:attrNameLst>
                                      </p:cBhvr>
                                      <p:tavLst>
                                        <p:tav tm="0">
                                          <p:val>
                                            <p:strVal val="#ppt_x"/>
                                          </p:val>
                                        </p:tav>
                                        <p:tav tm="100000">
                                          <p:val>
                                            <p:strVal val="#ppt_x"/>
                                          </p:val>
                                        </p:tav>
                                      </p:tavLst>
                                    </p:anim>
                                    <p:anim calcmode="lin" valueType="num">
                                      <p:cBhvr additive="base">
                                        <p:cTn id="90" dur="500" fill="hold"/>
                                        <p:tgtEl>
                                          <p:spTgt spid="26"/>
                                        </p:tgtEl>
                                        <p:attrNameLst>
                                          <p:attrName>ppt_y</p:attrName>
                                        </p:attrNameLst>
                                      </p:cBhvr>
                                      <p:tavLst>
                                        <p:tav tm="0">
                                          <p:val>
                                            <p:strVal val="1+#ppt_h/2"/>
                                          </p:val>
                                        </p:tav>
                                        <p:tav tm="100000">
                                          <p:val>
                                            <p:strVal val="#ppt_y"/>
                                          </p:val>
                                        </p:tav>
                                      </p:tavLst>
                                    </p:anim>
                                  </p:childTnLst>
                                </p:cTn>
                              </p:par>
                              <p:par>
                                <p:cTn id="91" presetID="2" presetClass="entr" presetSubtype="4" fill="hold" nodeType="withEffect">
                                  <p:stCondLst>
                                    <p:cond delay="0"/>
                                  </p:stCondLst>
                                  <p:childTnLst>
                                    <p:set>
                                      <p:cBhvr>
                                        <p:cTn id="92" dur="1" fill="hold">
                                          <p:stCondLst>
                                            <p:cond delay="0"/>
                                          </p:stCondLst>
                                        </p:cTn>
                                        <p:tgtEl>
                                          <p:spTgt spid="27"/>
                                        </p:tgtEl>
                                        <p:attrNameLst>
                                          <p:attrName>style.visibility</p:attrName>
                                        </p:attrNameLst>
                                      </p:cBhvr>
                                      <p:to>
                                        <p:strVal val="visible"/>
                                      </p:to>
                                    </p:set>
                                    <p:anim calcmode="lin" valueType="num">
                                      <p:cBhvr additive="base">
                                        <p:cTn id="93" dur="500" fill="hold"/>
                                        <p:tgtEl>
                                          <p:spTgt spid="27"/>
                                        </p:tgtEl>
                                        <p:attrNameLst>
                                          <p:attrName>ppt_x</p:attrName>
                                        </p:attrNameLst>
                                      </p:cBhvr>
                                      <p:tavLst>
                                        <p:tav tm="0">
                                          <p:val>
                                            <p:strVal val="#ppt_x"/>
                                          </p:val>
                                        </p:tav>
                                        <p:tav tm="100000">
                                          <p:val>
                                            <p:strVal val="#ppt_x"/>
                                          </p:val>
                                        </p:tav>
                                      </p:tavLst>
                                    </p:anim>
                                    <p:anim calcmode="lin" valueType="num">
                                      <p:cBhvr additive="base">
                                        <p:cTn id="94" dur="500" fill="hold"/>
                                        <p:tgtEl>
                                          <p:spTgt spid="27"/>
                                        </p:tgtEl>
                                        <p:attrNameLst>
                                          <p:attrName>ppt_y</p:attrName>
                                        </p:attrNameLst>
                                      </p:cBhvr>
                                      <p:tavLst>
                                        <p:tav tm="0">
                                          <p:val>
                                            <p:strVal val="1+#ppt_h/2"/>
                                          </p:val>
                                        </p:tav>
                                        <p:tav tm="100000">
                                          <p:val>
                                            <p:strVal val="#ppt_y"/>
                                          </p:val>
                                        </p:tav>
                                      </p:tavLst>
                                    </p:anim>
                                  </p:childTnLst>
                                </p:cTn>
                              </p:par>
                              <p:par>
                                <p:cTn id="95" presetID="2" presetClass="entr" presetSubtype="4" fill="hold" grpId="0" nodeType="withEffect">
                                  <p:stCondLst>
                                    <p:cond delay="0"/>
                                  </p:stCondLst>
                                  <p:childTnLst>
                                    <p:set>
                                      <p:cBhvr>
                                        <p:cTn id="96" dur="1" fill="hold">
                                          <p:stCondLst>
                                            <p:cond delay="0"/>
                                          </p:stCondLst>
                                        </p:cTn>
                                        <p:tgtEl>
                                          <p:spTgt spid="28"/>
                                        </p:tgtEl>
                                        <p:attrNameLst>
                                          <p:attrName>style.visibility</p:attrName>
                                        </p:attrNameLst>
                                      </p:cBhvr>
                                      <p:to>
                                        <p:strVal val="visible"/>
                                      </p:to>
                                    </p:set>
                                    <p:anim calcmode="lin" valueType="num">
                                      <p:cBhvr additive="base">
                                        <p:cTn id="97" dur="500" fill="hold"/>
                                        <p:tgtEl>
                                          <p:spTgt spid="28"/>
                                        </p:tgtEl>
                                        <p:attrNameLst>
                                          <p:attrName>ppt_x</p:attrName>
                                        </p:attrNameLst>
                                      </p:cBhvr>
                                      <p:tavLst>
                                        <p:tav tm="0">
                                          <p:val>
                                            <p:strVal val="#ppt_x"/>
                                          </p:val>
                                        </p:tav>
                                        <p:tav tm="100000">
                                          <p:val>
                                            <p:strVal val="#ppt_x"/>
                                          </p:val>
                                        </p:tav>
                                      </p:tavLst>
                                    </p:anim>
                                    <p:anim calcmode="lin" valueType="num">
                                      <p:cBhvr additive="base">
                                        <p:cTn id="98" dur="500" fill="hold"/>
                                        <p:tgtEl>
                                          <p:spTgt spid="28"/>
                                        </p:tgtEl>
                                        <p:attrNameLst>
                                          <p:attrName>ppt_y</p:attrName>
                                        </p:attrNameLst>
                                      </p:cBhvr>
                                      <p:tavLst>
                                        <p:tav tm="0">
                                          <p:val>
                                            <p:strVal val="1+#ppt_h/2"/>
                                          </p:val>
                                        </p:tav>
                                        <p:tav tm="100000">
                                          <p:val>
                                            <p:strVal val="#ppt_y"/>
                                          </p:val>
                                        </p:tav>
                                      </p:tavLst>
                                    </p:anim>
                                  </p:childTnLst>
                                </p:cTn>
                              </p:par>
                              <p:par>
                                <p:cTn id="99" presetID="2" presetClass="entr" presetSubtype="4" fill="hold" nodeType="withEffect">
                                  <p:stCondLst>
                                    <p:cond delay="0"/>
                                  </p:stCondLst>
                                  <p:childTnLst>
                                    <p:set>
                                      <p:cBhvr>
                                        <p:cTn id="100" dur="1" fill="hold">
                                          <p:stCondLst>
                                            <p:cond delay="0"/>
                                          </p:stCondLst>
                                        </p:cTn>
                                        <p:tgtEl>
                                          <p:spTgt spid="29"/>
                                        </p:tgtEl>
                                        <p:attrNameLst>
                                          <p:attrName>style.visibility</p:attrName>
                                        </p:attrNameLst>
                                      </p:cBhvr>
                                      <p:to>
                                        <p:strVal val="visible"/>
                                      </p:to>
                                    </p:set>
                                    <p:anim calcmode="lin" valueType="num">
                                      <p:cBhvr additive="base">
                                        <p:cTn id="101" dur="500" fill="hold"/>
                                        <p:tgtEl>
                                          <p:spTgt spid="29"/>
                                        </p:tgtEl>
                                        <p:attrNameLst>
                                          <p:attrName>ppt_x</p:attrName>
                                        </p:attrNameLst>
                                      </p:cBhvr>
                                      <p:tavLst>
                                        <p:tav tm="0">
                                          <p:val>
                                            <p:strVal val="#ppt_x"/>
                                          </p:val>
                                        </p:tav>
                                        <p:tav tm="100000">
                                          <p:val>
                                            <p:strVal val="#ppt_x"/>
                                          </p:val>
                                        </p:tav>
                                      </p:tavLst>
                                    </p:anim>
                                    <p:anim calcmode="lin" valueType="num">
                                      <p:cBhvr additive="base">
                                        <p:cTn id="102" dur="500" fill="hold"/>
                                        <p:tgtEl>
                                          <p:spTgt spid="29"/>
                                        </p:tgtEl>
                                        <p:attrNameLst>
                                          <p:attrName>ppt_y</p:attrName>
                                        </p:attrNameLst>
                                      </p:cBhvr>
                                      <p:tavLst>
                                        <p:tav tm="0">
                                          <p:val>
                                            <p:strVal val="1+#ppt_h/2"/>
                                          </p:val>
                                        </p:tav>
                                        <p:tav tm="100000">
                                          <p:val>
                                            <p:strVal val="#ppt_y"/>
                                          </p:val>
                                        </p:tav>
                                      </p:tavLst>
                                    </p:anim>
                                  </p:childTnLst>
                                </p:cTn>
                              </p:par>
                              <p:par>
                                <p:cTn id="103" presetID="2" presetClass="entr" presetSubtype="4" fill="hold" grpId="0" nodeType="withEffect">
                                  <p:stCondLst>
                                    <p:cond delay="0"/>
                                  </p:stCondLst>
                                  <p:childTnLst>
                                    <p:set>
                                      <p:cBhvr>
                                        <p:cTn id="104" dur="1" fill="hold">
                                          <p:stCondLst>
                                            <p:cond delay="0"/>
                                          </p:stCondLst>
                                        </p:cTn>
                                        <p:tgtEl>
                                          <p:spTgt spid="30"/>
                                        </p:tgtEl>
                                        <p:attrNameLst>
                                          <p:attrName>style.visibility</p:attrName>
                                        </p:attrNameLst>
                                      </p:cBhvr>
                                      <p:to>
                                        <p:strVal val="visible"/>
                                      </p:to>
                                    </p:set>
                                    <p:anim calcmode="lin" valueType="num">
                                      <p:cBhvr additive="base">
                                        <p:cTn id="105" dur="500" fill="hold"/>
                                        <p:tgtEl>
                                          <p:spTgt spid="30"/>
                                        </p:tgtEl>
                                        <p:attrNameLst>
                                          <p:attrName>ppt_x</p:attrName>
                                        </p:attrNameLst>
                                      </p:cBhvr>
                                      <p:tavLst>
                                        <p:tav tm="0">
                                          <p:val>
                                            <p:strVal val="#ppt_x"/>
                                          </p:val>
                                        </p:tav>
                                        <p:tav tm="100000">
                                          <p:val>
                                            <p:strVal val="#ppt_x"/>
                                          </p:val>
                                        </p:tav>
                                      </p:tavLst>
                                    </p:anim>
                                    <p:anim calcmode="lin" valueType="num">
                                      <p:cBhvr additive="base">
                                        <p:cTn id="106" dur="500" fill="hold"/>
                                        <p:tgtEl>
                                          <p:spTgt spid="30"/>
                                        </p:tgtEl>
                                        <p:attrNameLst>
                                          <p:attrName>ppt_y</p:attrName>
                                        </p:attrNameLst>
                                      </p:cBhvr>
                                      <p:tavLst>
                                        <p:tav tm="0">
                                          <p:val>
                                            <p:strVal val="1+#ppt_h/2"/>
                                          </p:val>
                                        </p:tav>
                                        <p:tav tm="100000">
                                          <p:val>
                                            <p:strVal val="#ppt_y"/>
                                          </p:val>
                                        </p:tav>
                                      </p:tavLst>
                                    </p:anim>
                                  </p:childTnLst>
                                </p:cTn>
                              </p:par>
                              <p:par>
                                <p:cTn id="107" presetID="2" presetClass="entr" presetSubtype="4" fill="hold" grpId="0" nodeType="withEffect">
                                  <p:stCondLst>
                                    <p:cond delay="0"/>
                                  </p:stCondLst>
                                  <p:childTnLst>
                                    <p:set>
                                      <p:cBhvr>
                                        <p:cTn id="108" dur="1" fill="hold">
                                          <p:stCondLst>
                                            <p:cond delay="0"/>
                                          </p:stCondLst>
                                        </p:cTn>
                                        <p:tgtEl>
                                          <p:spTgt spid="31"/>
                                        </p:tgtEl>
                                        <p:attrNameLst>
                                          <p:attrName>style.visibility</p:attrName>
                                        </p:attrNameLst>
                                      </p:cBhvr>
                                      <p:to>
                                        <p:strVal val="visible"/>
                                      </p:to>
                                    </p:set>
                                    <p:anim calcmode="lin" valueType="num">
                                      <p:cBhvr additive="base">
                                        <p:cTn id="109" dur="500" fill="hold"/>
                                        <p:tgtEl>
                                          <p:spTgt spid="31"/>
                                        </p:tgtEl>
                                        <p:attrNameLst>
                                          <p:attrName>ppt_x</p:attrName>
                                        </p:attrNameLst>
                                      </p:cBhvr>
                                      <p:tavLst>
                                        <p:tav tm="0">
                                          <p:val>
                                            <p:strVal val="#ppt_x"/>
                                          </p:val>
                                        </p:tav>
                                        <p:tav tm="100000">
                                          <p:val>
                                            <p:strVal val="#ppt_x"/>
                                          </p:val>
                                        </p:tav>
                                      </p:tavLst>
                                    </p:anim>
                                    <p:anim calcmode="lin" valueType="num">
                                      <p:cBhvr additive="base">
                                        <p:cTn id="110" dur="500" fill="hold"/>
                                        <p:tgtEl>
                                          <p:spTgt spid="31"/>
                                        </p:tgtEl>
                                        <p:attrNameLst>
                                          <p:attrName>ppt_y</p:attrName>
                                        </p:attrNameLst>
                                      </p:cBhvr>
                                      <p:tavLst>
                                        <p:tav tm="0">
                                          <p:val>
                                            <p:strVal val="1+#ppt_h/2"/>
                                          </p:val>
                                        </p:tav>
                                        <p:tav tm="100000">
                                          <p:val>
                                            <p:strVal val="#ppt_y"/>
                                          </p:val>
                                        </p:tav>
                                      </p:tavLst>
                                    </p:anim>
                                  </p:childTnLst>
                                </p:cTn>
                              </p:par>
                              <p:par>
                                <p:cTn id="111" presetID="2" presetClass="entr" presetSubtype="4" fill="hold" nodeType="withEffect">
                                  <p:stCondLst>
                                    <p:cond delay="0"/>
                                  </p:stCondLst>
                                  <p:childTnLst>
                                    <p:set>
                                      <p:cBhvr>
                                        <p:cTn id="112" dur="1" fill="hold">
                                          <p:stCondLst>
                                            <p:cond delay="0"/>
                                          </p:stCondLst>
                                        </p:cTn>
                                        <p:tgtEl>
                                          <p:spTgt spid="32"/>
                                        </p:tgtEl>
                                        <p:attrNameLst>
                                          <p:attrName>style.visibility</p:attrName>
                                        </p:attrNameLst>
                                      </p:cBhvr>
                                      <p:to>
                                        <p:strVal val="visible"/>
                                      </p:to>
                                    </p:set>
                                    <p:anim calcmode="lin" valueType="num">
                                      <p:cBhvr additive="base">
                                        <p:cTn id="113" dur="500" fill="hold"/>
                                        <p:tgtEl>
                                          <p:spTgt spid="32"/>
                                        </p:tgtEl>
                                        <p:attrNameLst>
                                          <p:attrName>ppt_x</p:attrName>
                                        </p:attrNameLst>
                                      </p:cBhvr>
                                      <p:tavLst>
                                        <p:tav tm="0">
                                          <p:val>
                                            <p:strVal val="#ppt_x"/>
                                          </p:val>
                                        </p:tav>
                                        <p:tav tm="100000">
                                          <p:val>
                                            <p:strVal val="#ppt_x"/>
                                          </p:val>
                                        </p:tav>
                                      </p:tavLst>
                                    </p:anim>
                                    <p:anim calcmode="lin" valueType="num">
                                      <p:cBhvr additive="base">
                                        <p:cTn id="114" dur="500" fill="hold"/>
                                        <p:tgtEl>
                                          <p:spTgt spid="32"/>
                                        </p:tgtEl>
                                        <p:attrNameLst>
                                          <p:attrName>ppt_y</p:attrName>
                                        </p:attrNameLst>
                                      </p:cBhvr>
                                      <p:tavLst>
                                        <p:tav tm="0">
                                          <p:val>
                                            <p:strVal val="1+#ppt_h/2"/>
                                          </p:val>
                                        </p:tav>
                                        <p:tav tm="100000">
                                          <p:val>
                                            <p:strVal val="#ppt_y"/>
                                          </p:val>
                                        </p:tav>
                                      </p:tavLst>
                                    </p:anim>
                                  </p:childTnLst>
                                </p:cTn>
                              </p:par>
                              <p:par>
                                <p:cTn id="115" presetID="2" presetClass="entr" presetSubtype="4" fill="hold" grpId="0" nodeType="withEffect">
                                  <p:stCondLst>
                                    <p:cond delay="0"/>
                                  </p:stCondLst>
                                  <p:childTnLst>
                                    <p:set>
                                      <p:cBhvr>
                                        <p:cTn id="116" dur="1" fill="hold">
                                          <p:stCondLst>
                                            <p:cond delay="0"/>
                                          </p:stCondLst>
                                        </p:cTn>
                                        <p:tgtEl>
                                          <p:spTgt spid="33"/>
                                        </p:tgtEl>
                                        <p:attrNameLst>
                                          <p:attrName>style.visibility</p:attrName>
                                        </p:attrNameLst>
                                      </p:cBhvr>
                                      <p:to>
                                        <p:strVal val="visible"/>
                                      </p:to>
                                    </p:set>
                                    <p:anim calcmode="lin" valueType="num">
                                      <p:cBhvr additive="base">
                                        <p:cTn id="117" dur="500" fill="hold"/>
                                        <p:tgtEl>
                                          <p:spTgt spid="33"/>
                                        </p:tgtEl>
                                        <p:attrNameLst>
                                          <p:attrName>ppt_x</p:attrName>
                                        </p:attrNameLst>
                                      </p:cBhvr>
                                      <p:tavLst>
                                        <p:tav tm="0">
                                          <p:val>
                                            <p:strVal val="#ppt_x"/>
                                          </p:val>
                                        </p:tav>
                                        <p:tav tm="100000">
                                          <p:val>
                                            <p:strVal val="#ppt_x"/>
                                          </p:val>
                                        </p:tav>
                                      </p:tavLst>
                                    </p:anim>
                                    <p:anim calcmode="lin" valueType="num">
                                      <p:cBhvr additive="base">
                                        <p:cTn id="118" dur="500" fill="hold"/>
                                        <p:tgtEl>
                                          <p:spTgt spid="33"/>
                                        </p:tgtEl>
                                        <p:attrNameLst>
                                          <p:attrName>ppt_y</p:attrName>
                                        </p:attrNameLst>
                                      </p:cBhvr>
                                      <p:tavLst>
                                        <p:tav tm="0">
                                          <p:val>
                                            <p:strVal val="1+#ppt_h/2"/>
                                          </p:val>
                                        </p:tav>
                                        <p:tav tm="100000">
                                          <p:val>
                                            <p:strVal val="#ppt_y"/>
                                          </p:val>
                                        </p:tav>
                                      </p:tavLst>
                                    </p:anim>
                                  </p:childTnLst>
                                </p:cTn>
                              </p:par>
                              <p:par>
                                <p:cTn id="119" presetID="2" presetClass="entr" presetSubtype="4" fill="hold" grpId="0" nodeType="withEffect">
                                  <p:stCondLst>
                                    <p:cond delay="0"/>
                                  </p:stCondLst>
                                  <p:childTnLst>
                                    <p:set>
                                      <p:cBhvr>
                                        <p:cTn id="120" dur="1" fill="hold">
                                          <p:stCondLst>
                                            <p:cond delay="0"/>
                                          </p:stCondLst>
                                        </p:cTn>
                                        <p:tgtEl>
                                          <p:spTgt spid="34"/>
                                        </p:tgtEl>
                                        <p:attrNameLst>
                                          <p:attrName>style.visibility</p:attrName>
                                        </p:attrNameLst>
                                      </p:cBhvr>
                                      <p:to>
                                        <p:strVal val="visible"/>
                                      </p:to>
                                    </p:set>
                                    <p:anim calcmode="lin" valueType="num">
                                      <p:cBhvr additive="base">
                                        <p:cTn id="121" dur="500" fill="hold"/>
                                        <p:tgtEl>
                                          <p:spTgt spid="34"/>
                                        </p:tgtEl>
                                        <p:attrNameLst>
                                          <p:attrName>ppt_x</p:attrName>
                                        </p:attrNameLst>
                                      </p:cBhvr>
                                      <p:tavLst>
                                        <p:tav tm="0">
                                          <p:val>
                                            <p:strVal val="#ppt_x"/>
                                          </p:val>
                                        </p:tav>
                                        <p:tav tm="100000">
                                          <p:val>
                                            <p:strVal val="#ppt_x"/>
                                          </p:val>
                                        </p:tav>
                                      </p:tavLst>
                                    </p:anim>
                                    <p:anim calcmode="lin" valueType="num">
                                      <p:cBhvr additive="base">
                                        <p:cTn id="122" dur="500" fill="hold"/>
                                        <p:tgtEl>
                                          <p:spTgt spid="34"/>
                                        </p:tgtEl>
                                        <p:attrNameLst>
                                          <p:attrName>ppt_y</p:attrName>
                                        </p:attrNameLst>
                                      </p:cBhvr>
                                      <p:tavLst>
                                        <p:tav tm="0">
                                          <p:val>
                                            <p:strVal val="1+#ppt_h/2"/>
                                          </p:val>
                                        </p:tav>
                                        <p:tav tm="100000">
                                          <p:val>
                                            <p:strVal val="#ppt_y"/>
                                          </p:val>
                                        </p:tav>
                                      </p:tavLst>
                                    </p:anim>
                                  </p:childTnLst>
                                </p:cTn>
                              </p:par>
                              <p:par>
                                <p:cTn id="123" presetID="2" presetClass="entr" presetSubtype="4" fill="hold" nodeType="withEffect">
                                  <p:stCondLst>
                                    <p:cond delay="0"/>
                                  </p:stCondLst>
                                  <p:childTnLst>
                                    <p:set>
                                      <p:cBhvr>
                                        <p:cTn id="124" dur="1" fill="hold">
                                          <p:stCondLst>
                                            <p:cond delay="0"/>
                                          </p:stCondLst>
                                        </p:cTn>
                                        <p:tgtEl>
                                          <p:spTgt spid="35"/>
                                        </p:tgtEl>
                                        <p:attrNameLst>
                                          <p:attrName>style.visibility</p:attrName>
                                        </p:attrNameLst>
                                      </p:cBhvr>
                                      <p:to>
                                        <p:strVal val="visible"/>
                                      </p:to>
                                    </p:set>
                                    <p:anim calcmode="lin" valueType="num">
                                      <p:cBhvr additive="base">
                                        <p:cTn id="125" dur="500" fill="hold"/>
                                        <p:tgtEl>
                                          <p:spTgt spid="35"/>
                                        </p:tgtEl>
                                        <p:attrNameLst>
                                          <p:attrName>ppt_x</p:attrName>
                                        </p:attrNameLst>
                                      </p:cBhvr>
                                      <p:tavLst>
                                        <p:tav tm="0">
                                          <p:val>
                                            <p:strVal val="#ppt_x"/>
                                          </p:val>
                                        </p:tav>
                                        <p:tav tm="100000">
                                          <p:val>
                                            <p:strVal val="#ppt_x"/>
                                          </p:val>
                                        </p:tav>
                                      </p:tavLst>
                                    </p:anim>
                                    <p:anim calcmode="lin" valueType="num">
                                      <p:cBhvr additive="base">
                                        <p:cTn id="126" dur="500" fill="hold"/>
                                        <p:tgtEl>
                                          <p:spTgt spid="35"/>
                                        </p:tgtEl>
                                        <p:attrNameLst>
                                          <p:attrName>ppt_y</p:attrName>
                                        </p:attrNameLst>
                                      </p:cBhvr>
                                      <p:tavLst>
                                        <p:tav tm="0">
                                          <p:val>
                                            <p:strVal val="1+#ppt_h/2"/>
                                          </p:val>
                                        </p:tav>
                                        <p:tav tm="100000">
                                          <p:val>
                                            <p:strVal val="#ppt_y"/>
                                          </p:val>
                                        </p:tav>
                                      </p:tavLst>
                                    </p:anim>
                                  </p:childTnLst>
                                </p:cTn>
                              </p:par>
                              <p:par>
                                <p:cTn id="127" presetID="2" presetClass="entr" presetSubtype="4" fill="hold" grpId="0" nodeType="withEffect">
                                  <p:stCondLst>
                                    <p:cond delay="0"/>
                                  </p:stCondLst>
                                  <p:childTnLst>
                                    <p:set>
                                      <p:cBhvr>
                                        <p:cTn id="128" dur="1" fill="hold">
                                          <p:stCondLst>
                                            <p:cond delay="0"/>
                                          </p:stCondLst>
                                        </p:cTn>
                                        <p:tgtEl>
                                          <p:spTgt spid="36"/>
                                        </p:tgtEl>
                                        <p:attrNameLst>
                                          <p:attrName>style.visibility</p:attrName>
                                        </p:attrNameLst>
                                      </p:cBhvr>
                                      <p:to>
                                        <p:strVal val="visible"/>
                                      </p:to>
                                    </p:set>
                                    <p:anim calcmode="lin" valueType="num">
                                      <p:cBhvr additive="base">
                                        <p:cTn id="129" dur="500" fill="hold"/>
                                        <p:tgtEl>
                                          <p:spTgt spid="36"/>
                                        </p:tgtEl>
                                        <p:attrNameLst>
                                          <p:attrName>ppt_x</p:attrName>
                                        </p:attrNameLst>
                                      </p:cBhvr>
                                      <p:tavLst>
                                        <p:tav tm="0">
                                          <p:val>
                                            <p:strVal val="#ppt_x"/>
                                          </p:val>
                                        </p:tav>
                                        <p:tav tm="100000">
                                          <p:val>
                                            <p:strVal val="#ppt_x"/>
                                          </p:val>
                                        </p:tav>
                                      </p:tavLst>
                                    </p:anim>
                                    <p:anim calcmode="lin" valueType="num">
                                      <p:cBhvr additive="base">
                                        <p:cTn id="130" dur="500" fill="hold"/>
                                        <p:tgtEl>
                                          <p:spTgt spid="36"/>
                                        </p:tgtEl>
                                        <p:attrNameLst>
                                          <p:attrName>ppt_y</p:attrName>
                                        </p:attrNameLst>
                                      </p:cBhvr>
                                      <p:tavLst>
                                        <p:tav tm="0">
                                          <p:val>
                                            <p:strVal val="1+#ppt_h/2"/>
                                          </p:val>
                                        </p:tav>
                                        <p:tav tm="100000">
                                          <p:val>
                                            <p:strVal val="#ppt_y"/>
                                          </p:val>
                                        </p:tav>
                                      </p:tavLst>
                                    </p:anim>
                                  </p:childTnLst>
                                </p:cTn>
                              </p:par>
                              <p:par>
                                <p:cTn id="131" presetID="2" presetClass="entr" presetSubtype="4" fill="hold" grpId="0" nodeType="withEffect">
                                  <p:stCondLst>
                                    <p:cond delay="0"/>
                                  </p:stCondLst>
                                  <p:childTnLst>
                                    <p:set>
                                      <p:cBhvr>
                                        <p:cTn id="132" dur="1" fill="hold">
                                          <p:stCondLst>
                                            <p:cond delay="0"/>
                                          </p:stCondLst>
                                        </p:cTn>
                                        <p:tgtEl>
                                          <p:spTgt spid="37"/>
                                        </p:tgtEl>
                                        <p:attrNameLst>
                                          <p:attrName>style.visibility</p:attrName>
                                        </p:attrNameLst>
                                      </p:cBhvr>
                                      <p:to>
                                        <p:strVal val="visible"/>
                                      </p:to>
                                    </p:set>
                                    <p:anim calcmode="lin" valueType="num">
                                      <p:cBhvr additive="base">
                                        <p:cTn id="133" dur="500" fill="hold"/>
                                        <p:tgtEl>
                                          <p:spTgt spid="37"/>
                                        </p:tgtEl>
                                        <p:attrNameLst>
                                          <p:attrName>ppt_x</p:attrName>
                                        </p:attrNameLst>
                                      </p:cBhvr>
                                      <p:tavLst>
                                        <p:tav tm="0">
                                          <p:val>
                                            <p:strVal val="#ppt_x"/>
                                          </p:val>
                                        </p:tav>
                                        <p:tav tm="100000">
                                          <p:val>
                                            <p:strVal val="#ppt_x"/>
                                          </p:val>
                                        </p:tav>
                                      </p:tavLst>
                                    </p:anim>
                                    <p:anim calcmode="lin" valueType="num">
                                      <p:cBhvr additive="base">
                                        <p:cTn id="134" dur="500" fill="hold"/>
                                        <p:tgtEl>
                                          <p:spTgt spid="37"/>
                                        </p:tgtEl>
                                        <p:attrNameLst>
                                          <p:attrName>ppt_y</p:attrName>
                                        </p:attrNameLst>
                                      </p:cBhvr>
                                      <p:tavLst>
                                        <p:tav tm="0">
                                          <p:val>
                                            <p:strVal val="1+#ppt_h/2"/>
                                          </p:val>
                                        </p:tav>
                                        <p:tav tm="100000">
                                          <p:val>
                                            <p:strVal val="#ppt_y"/>
                                          </p:val>
                                        </p:tav>
                                      </p:tavLst>
                                    </p:anim>
                                  </p:childTnLst>
                                </p:cTn>
                              </p:par>
                              <p:par>
                                <p:cTn id="135" presetID="2" presetClass="entr" presetSubtype="4" fill="hold" nodeType="withEffect">
                                  <p:stCondLst>
                                    <p:cond delay="0"/>
                                  </p:stCondLst>
                                  <p:childTnLst>
                                    <p:set>
                                      <p:cBhvr>
                                        <p:cTn id="136" dur="1" fill="hold">
                                          <p:stCondLst>
                                            <p:cond delay="0"/>
                                          </p:stCondLst>
                                        </p:cTn>
                                        <p:tgtEl>
                                          <p:spTgt spid="38"/>
                                        </p:tgtEl>
                                        <p:attrNameLst>
                                          <p:attrName>style.visibility</p:attrName>
                                        </p:attrNameLst>
                                      </p:cBhvr>
                                      <p:to>
                                        <p:strVal val="visible"/>
                                      </p:to>
                                    </p:set>
                                    <p:anim calcmode="lin" valueType="num">
                                      <p:cBhvr additive="base">
                                        <p:cTn id="137" dur="500" fill="hold"/>
                                        <p:tgtEl>
                                          <p:spTgt spid="38"/>
                                        </p:tgtEl>
                                        <p:attrNameLst>
                                          <p:attrName>ppt_x</p:attrName>
                                        </p:attrNameLst>
                                      </p:cBhvr>
                                      <p:tavLst>
                                        <p:tav tm="0">
                                          <p:val>
                                            <p:strVal val="#ppt_x"/>
                                          </p:val>
                                        </p:tav>
                                        <p:tav tm="100000">
                                          <p:val>
                                            <p:strVal val="#ppt_x"/>
                                          </p:val>
                                        </p:tav>
                                      </p:tavLst>
                                    </p:anim>
                                    <p:anim calcmode="lin" valueType="num">
                                      <p:cBhvr additive="base">
                                        <p:cTn id="138" dur="500" fill="hold"/>
                                        <p:tgtEl>
                                          <p:spTgt spid="38"/>
                                        </p:tgtEl>
                                        <p:attrNameLst>
                                          <p:attrName>ppt_y</p:attrName>
                                        </p:attrNameLst>
                                      </p:cBhvr>
                                      <p:tavLst>
                                        <p:tav tm="0">
                                          <p:val>
                                            <p:strVal val="1+#ppt_h/2"/>
                                          </p:val>
                                        </p:tav>
                                        <p:tav tm="100000">
                                          <p:val>
                                            <p:strVal val="#ppt_y"/>
                                          </p:val>
                                        </p:tav>
                                      </p:tavLst>
                                    </p:anim>
                                  </p:childTnLst>
                                </p:cTn>
                              </p:par>
                              <p:par>
                                <p:cTn id="139" presetID="2" presetClass="entr" presetSubtype="4" fill="hold" grpId="0" nodeType="withEffect">
                                  <p:stCondLst>
                                    <p:cond delay="0"/>
                                  </p:stCondLst>
                                  <p:childTnLst>
                                    <p:set>
                                      <p:cBhvr>
                                        <p:cTn id="140" dur="1" fill="hold">
                                          <p:stCondLst>
                                            <p:cond delay="0"/>
                                          </p:stCondLst>
                                        </p:cTn>
                                        <p:tgtEl>
                                          <p:spTgt spid="39"/>
                                        </p:tgtEl>
                                        <p:attrNameLst>
                                          <p:attrName>style.visibility</p:attrName>
                                        </p:attrNameLst>
                                      </p:cBhvr>
                                      <p:to>
                                        <p:strVal val="visible"/>
                                      </p:to>
                                    </p:set>
                                    <p:anim calcmode="lin" valueType="num">
                                      <p:cBhvr additive="base">
                                        <p:cTn id="141" dur="500" fill="hold"/>
                                        <p:tgtEl>
                                          <p:spTgt spid="39"/>
                                        </p:tgtEl>
                                        <p:attrNameLst>
                                          <p:attrName>ppt_x</p:attrName>
                                        </p:attrNameLst>
                                      </p:cBhvr>
                                      <p:tavLst>
                                        <p:tav tm="0">
                                          <p:val>
                                            <p:strVal val="#ppt_x"/>
                                          </p:val>
                                        </p:tav>
                                        <p:tav tm="100000">
                                          <p:val>
                                            <p:strVal val="#ppt_x"/>
                                          </p:val>
                                        </p:tav>
                                      </p:tavLst>
                                    </p:anim>
                                    <p:anim calcmode="lin" valueType="num">
                                      <p:cBhvr additive="base">
                                        <p:cTn id="142" dur="500" fill="hold"/>
                                        <p:tgtEl>
                                          <p:spTgt spid="39"/>
                                        </p:tgtEl>
                                        <p:attrNameLst>
                                          <p:attrName>ppt_y</p:attrName>
                                        </p:attrNameLst>
                                      </p:cBhvr>
                                      <p:tavLst>
                                        <p:tav tm="0">
                                          <p:val>
                                            <p:strVal val="1+#ppt_h/2"/>
                                          </p:val>
                                        </p:tav>
                                        <p:tav tm="100000">
                                          <p:val>
                                            <p:strVal val="#ppt_y"/>
                                          </p:val>
                                        </p:tav>
                                      </p:tavLst>
                                    </p:anim>
                                  </p:childTnLst>
                                </p:cTn>
                              </p:par>
                              <p:par>
                                <p:cTn id="143" presetID="2" presetClass="entr" presetSubtype="4" fill="hold" grpId="0" nodeType="withEffect">
                                  <p:stCondLst>
                                    <p:cond delay="0"/>
                                  </p:stCondLst>
                                  <p:childTnLst>
                                    <p:set>
                                      <p:cBhvr>
                                        <p:cTn id="144" dur="1" fill="hold">
                                          <p:stCondLst>
                                            <p:cond delay="0"/>
                                          </p:stCondLst>
                                        </p:cTn>
                                        <p:tgtEl>
                                          <p:spTgt spid="40"/>
                                        </p:tgtEl>
                                        <p:attrNameLst>
                                          <p:attrName>style.visibility</p:attrName>
                                        </p:attrNameLst>
                                      </p:cBhvr>
                                      <p:to>
                                        <p:strVal val="visible"/>
                                      </p:to>
                                    </p:set>
                                    <p:anim calcmode="lin" valueType="num">
                                      <p:cBhvr additive="base">
                                        <p:cTn id="145" dur="500" fill="hold"/>
                                        <p:tgtEl>
                                          <p:spTgt spid="40"/>
                                        </p:tgtEl>
                                        <p:attrNameLst>
                                          <p:attrName>ppt_x</p:attrName>
                                        </p:attrNameLst>
                                      </p:cBhvr>
                                      <p:tavLst>
                                        <p:tav tm="0">
                                          <p:val>
                                            <p:strVal val="#ppt_x"/>
                                          </p:val>
                                        </p:tav>
                                        <p:tav tm="100000">
                                          <p:val>
                                            <p:strVal val="#ppt_x"/>
                                          </p:val>
                                        </p:tav>
                                      </p:tavLst>
                                    </p:anim>
                                    <p:anim calcmode="lin" valueType="num">
                                      <p:cBhvr additive="base">
                                        <p:cTn id="146" dur="500" fill="hold"/>
                                        <p:tgtEl>
                                          <p:spTgt spid="40"/>
                                        </p:tgtEl>
                                        <p:attrNameLst>
                                          <p:attrName>ppt_y</p:attrName>
                                        </p:attrNameLst>
                                      </p:cBhvr>
                                      <p:tavLst>
                                        <p:tav tm="0">
                                          <p:val>
                                            <p:strVal val="1+#ppt_h/2"/>
                                          </p:val>
                                        </p:tav>
                                        <p:tav tm="100000">
                                          <p:val>
                                            <p:strVal val="#ppt_y"/>
                                          </p:val>
                                        </p:tav>
                                      </p:tavLst>
                                    </p:anim>
                                  </p:childTnLst>
                                </p:cTn>
                              </p:par>
                              <p:par>
                                <p:cTn id="147" presetID="2" presetClass="entr" presetSubtype="4" fill="hold" nodeType="withEffect">
                                  <p:stCondLst>
                                    <p:cond delay="0"/>
                                  </p:stCondLst>
                                  <p:childTnLst>
                                    <p:set>
                                      <p:cBhvr>
                                        <p:cTn id="148" dur="1" fill="hold">
                                          <p:stCondLst>
                                            <p:cond delay="0"/>
                                          </p:stCondLst>
                                        </p:cTn>
                                        <p:tgtEl>
                                          <p:spTgt spid="41"/>
                                        </p:tgtEl>
                                        <p:attrNameLst>
                                          <p:attrName>style.visibility</p:attrName>
                                        </p:attrNameLst>
                                      </p:cBhvr>
                                      <p:to>
                                        <p:strVal val="visible"/>
                                      </p:to>
                                    </p:set>
                                    <p:anim calcmode="lin" valueType="num">
                                      <p:cBhvr additive="base">
                                        <p:cTn id="149" dur="500" fill="hold"/>
                                        <p:tgtEl>
                                          <p:spTgt spid="41"/>
                                        </p:tgtEl>
                                        <p:attrNameLst>
                                          <p:attrName>ppt_x</p:attrName>
                                        </p:attrNameLst>
                                      </p:cBhvr>
                                      <p:tavLst>
                                        <p:tav tm="0">
                                          <p:val>
                                            <p:strVal val="#ppt_x"/>
                                          </p:val>
                                        </p:tav>
                                        <p:tav tm="100000">
                                          <p:val>
                                            <p:strVal val="#ppt_x"/>
                                          </p:val>
                                        </p:tav>
                                      </p:tavLst>
                                    </p:anim>
                                    <p:anim calcmode="lin" valueType="num">
                                      <p:cBhvr additive="base">
                                        <p:cTn id="150" dur="500" fill="hold"/>
                                        <p:tgtEl>
                                          <p:spTgt spid="41"/>
                                        </p:tgtEl>
                                        <p:attrNameLst>
                                          <p:attrName>ppt_y</p:attrName>
                                        </p:attrNameLst>
                                      </p:cBhvr>
                                      <p:tavLst>
                                        <p:tav tm="0">
                                          <p:val>
                                            <p:strVal val="1+#ppt_h/2"/>
                                          </p:val>
                                        </p:tav>
                                        <p:tav tm="100000">
                                          <p:val>
                                            <p:strVal val="#ppt_y"/>
                                          </p:val>
                                        </p:tav>
                                      </p:tavLst>
                                    </p:anim>
                                  </p:childTnLst>
                                </p:cTn>
                              </p:par>
                              <p:par>
                                <p:cTn id="151" presetID="2" presetClass="entr" presetSubtype="4" fill="hold" grpId="0" nodeType="withEffect">
                                  <p:stCondLst>
                                    <p:cond delay="0"/>
                                  </p:stCondLst>
                                  <p:childTnLst>
                                    <p:set>
                                      <p:cBhvr>
                                        <p:cTn id="152" dur="1" fill="hold">
                                          <p:stCondLst>
                                            <p:cond delay="0"/>
                                          </p:stCondLst>
                                        </p:cTn>
                                        <p:tgtEl>
                                          <p:spTgt spid="42"/>
                                        </p:tgtEl>
                                        <p:attrNameLst>
                                          <p:attrName>style.visibility</p:attrName>
                                        </p:attrNameLst>
                                      </p:cBhvr>
                                      <p:to>
                                        <p:strVal val="visible"/>
                                      </p:to>
                                    </p:set>
                                    <p:anim calcmode="lin" valueType="num">
                                      <p:cBhvr additive="base">
                                        <p:cTn id="153" dur="500" fill="hold"/>
                                        <p:tgtEl>
                                          <p:spTgt spid="42"/>
                                        </p:tgtEl>
                                        <p:attrNameLst>
                                          <p:attrName>ppt_x</p:attrName>
                                        </p:attrNameLst>
                                      </p:cBhvr>
                                      <p:tavLst>
                                        <p:tav tm="0">
                                          <p:val>
                                            <p:strVal val="#ppt_x"/>
                                          </p:val>
                                        </p:tav>
                                        <p:tav tm="100000">
                                          <p:val>
                                            <p:strVal val="#ppt_x"/>
                                          </p:val>
                                        </p:tav>
                                      </p:tavLst>
                                    </p:anim>
                                    <p:anim calcmode="lin" valueType="num">
                                      <p:cBhvr additive="base">
                                        <p:cTn id="154" dur="500" fill="hold"/>
                                        <p:tgtEl>
                                          <p:spTgt spid="42"/>
                                        </p:tgtEl>
                                        <p:attrNameLst>
                                          <p:attrName>ppt_y</p:attrName>
                                        </p:attrNameLst>
                                      </p:cBhvr>
                                      <p:tavLst>
                                        <p:tav tm="0">
                                          <p:val>
                                            <p:strVal val="1+#ppt_h/2"/>
                                          </p:val>
                                        </p:tav>
                                        <p:tav tm="100000">
                                          <p:val>
                                            <p:strVal val="#ppt_y"/>
                                          </p:val>
                                        </p:tav>
                                      </p:tavLst>
                                    </p:anim>
                                  </p:childTnLst>
                                </p:cTn>
                              </p:par>
                              <p:par>
                                <p:cTn id="155" presetID="2" presetClass="entr" presetSubtype="4" fill="hold" grpId="0" nodeType="withEffect">
                                  <p:stCondLst>
                                    <p:cond delay="0"/>
                                  </p:stCondLst>
                                  <p:childTnLst>
                                    <p:set>
                                      <p:cBhvr>
                                        <p:cTn id="156" dur="1" fill="hold">
                                          <p:stCondLst>
                                            <p:cond delay="0"/>
                                          </p:stCondLst>
                                        </p:cTn>
                                        <p:tgtEl>
                                          <p:spTgt spid="43"/>
                                        </p:tgtEl>
                                        <p:attrNameLst>
                                          <p:attrName>style.visibility</p:attrName>
                                        </p:attrNameLst>
                                      </p:cBhvr>
                                      <p:to>
                                        <p:strVal val="visible"/>
                                      </p:to>
                                    </p:set>
                                    <p:anim calcmode="lin" valueType="num">
                                      <p:cBhvr additive="base">
                                        <p:cTn id="157" dur="500" fill="hold"/>
                                        <p:tgtEl>
                                          <p:spTgt spid="43"/>
                                        </p:tgtEl>
                                        <p:attrNameLst>
                                          <p:attrName>ppt_x</p:attrName>
                                        </p:attrNameLst>
                                      </p:cBhvr>
                                      <p:tavLst>
                                        <p:tav tm="0">
                                          <p:val>
                                            <p:strVal val="#ppt_x"/>
                                          </p:val>
                                        </p:tav>
                                        <p:tav tm="100000">
                                          <p:val>
                                            <p:strVal val="#ppt_x"/>
                                          </p:val>
                                        </p:tav>
                                      </p:tavLst>
                                    </p:anim>
                                    <p:anim calcmode="lin" valueType="num">
                                      <p:cBhvr additive="base">
                                        <p:cTn id="158"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1" grpId="0" animBg="1"/>
      <p:bldP spid="12" grpId="0" animBg="1"/>
      <p:bldP spid="14" grpId="0" animBg="1"/>
      <p:bldP spid="15" grpId="0" animBg="1"/>
      <p:bldP spid="17" grpId="0" animBg="1"/>
      <p:bldP spid="18" grpId="0" animBg="1"/>
      <p:bldP spid="20" grpId="0" animBg="1"/>
      <p:bldP spid="21" grpId="0" animBg="1"/>
      <p:bldP spid="23" grpId="0" animBg="1"/>
      <p:bldP spid="24" grpId="0" animBg="1"/>
      <p:bldP spid="25" grpId="0" animBg="1"/>
      <p:bldP spid="26" grpId="0" animBg="1"/>
      <p:bldP spid="28" grpId="0" animBg="1"/>
      <p:bldP spid="30" grpId="0" animBg="1"/>
      <p:bldP spid="31" grpId="0" animBg="1"/>
      <p:bldP spid="33" grpId="0" animBg="1"/>
      <p:bldP spid="34" grpId="0" animBg="1"/>
      <p:bldP spid="36" grpId="0" animBg="1"/>
      <p:bldP spid="37" grpId="0" animBg="1"/>
      <p:bldP spid="39" grpId="0" animBg="1"/>
      <p:bldP spid="40" grpId="0" animBg="1"/>
      <p:bldP spid="42" grpId="0" animBg="1"/>
      <p:bldP spid="4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0">
          <a:extLst>
            <a:ext uri="{FF2B5EF4-FFF2-40B4-BE49-F238E27FC236}">
              <a16:creationId xmlns:a16="http://schemas.microsoft.com/office/drawing/2014/main" id="{DF7C16BB-0B79-9134-8EDE-371515525438}"/>
            </a:ext>
          </a:extLst>
        </p:cNvPr>
        <p:cNvGrpSpPr/>
        <p:nvPr/>
      </p:nvGrpSpPr>
      <p:grpSpPr>
        <a:xfrm>
          <a:off x="0" y="0"/>
          <a:ext cx="0" cy="0"/>
          <a:chOff x="0" y="0"/>
          <a:chExt cx="0" cy="0"/>
        </a:xfrm>
      </p:grpSpPr>
      <p:sp>
        <p:nvSpPr>
          <p:cNvPr id="105" name="Google Shape;105;p27">
            <a:extLst>
              <a:ext uri="{FF2B5EF4-FFF2-40B4-BE49-F238E27FC236}">
                <a16:creationId xmlns:a16="http://schemas.microsoft.com/office/drawing/2014/main" id="{A7ECE5A1-0BC5-9357-B358-684A2518F469}"/>
              </a:ext>
            </a:extLst>
          </p:cNvPr>
          <p:cNvSpPr/>
          <p:nvPr/>
        </p:nvSpPr>
        <p:spPr>
          <a:xfrm rot="5400000">
            <a:off x="1652259" y="-1666129"/>
            <a:ext cx="5220048" cy="8524571"/>
          </a:xfrm>
          <a:prstGeom prst="triangle">
            <a:avLst>
              <a:gd name="adj" fmla="val 50411"/>
            </a:avLst>
          </a:prstGeom>
          <a:solidFill>
            <a:schemeClr val="accent1">
              <a:lumMod val="75000"/>
            </a:schemeClr>
          </a:solidFill>
          <a:ln/>
        </p:spPr>
        <p:style>
          <a:lnRef idx="2">
            <a:schemeClr val="accent1"/>
          </a:lnRef>
          <a:fillRef idx="1">
            <a:schemeClr val="lt1"/>
          </a:fillRef>
          <a:effectRef idx="0">
            <a:schemeClr val="accent1"/>
          </a:effectRef>
          <a:fontRef idx="minor">
            <a:schemeClr val="dk1"/>
          </a:fontRef>
        </p:style>
        <p:txBody>
          <a:bodyPr spcFirstLastPara="1" wrap="square" lIns="121900" tIns="121900" rIns="121900" bIns="121900" anchor="ctr" anchorCtr="0">
            <a:noAutofit/>
          </a:bodyPr>
          <a:lstStyle/>
          <a:p>
            <a:endParaRPr sz="2400"/>
          </a:p>
        </p:txBody>
      </p:sp>
      <p:sp>
        <p:nvSpPr>
          <p:cNvPr id="2" name="Google Shape;105;p27">
            <a:extLst>
              <a:ext uri="{FF2B5EF4-FFF2-40B4-BE49-F238E27FC236}">
                <a16:creationId xmlns:a16="http://schemas.microsoft.com/office/drawing/2014/main" id="{DD0C7C2C-F900-ABAD-94B2-F7B456FA2465}"/>
              </a:ext>
            </a:extLst>
          </p:cNvPr>
          <p:cNvSpPr/>
          <p:nvPr/>
        </p:nvSpPr>
        <p:spPr>
          <a:xfrm rot="16200000">
            <a:off x="5137501" y="-182043"/>
            <a:ext cx="5692586" cy="8416413"/>
          </a:xfrm>
          <a:prstGeom prst="triangle">
            <a:avLst>
              <a:gd name="adj" fmla="val 50411"/>
            </a:avLst>
          </a:prstGeom>
          <a:solidFill>
            <a:schemeClr val="accent1">
              <a:lumMod val="75000"/>
            </a:schemeClr>
          </a:solidFill>
          <a:ln>
            <a:solidFill>
              <a:schemeClr val="accent1"/>
            </a:solidFill>
          </a:ln>
        </p:spPr>
        <p:txBody>
          <a:bodyPr spcFirstLastPara="1" wrap="square" lIns="121900" tIns="121900" rIns="121900" bIns="121900" anchor="ctr" anchorCtr="0">
            <a:noAutofit/>
          </a:bodyPr>
          <a:lstStyle/>
          <a:p>
            <a:endParaRPr sz="2400"/>
          </a:p>
        </p:txBody>
      </p:sp>
      <p:sp>
        <p:nvSpPr>
          <p:cNvPr id="4" name="Text 7">
            <a:extLst>
              <a:ext uri="{FF2B5EF4-FFF2-40B4-BE49-F238E27FC236}">
                <a16:creationId xmlns:a16="http://schemas.microsoft.com/office/drawing/2014/main" id="{974B06DA-BC12-95B9-FF2F-3B05E36892CB}"/>
              </a:ext>
            </a:extLst>
          </p:cNvPr>
          <p:cNvSpPr/>
          <p:nvPr/>
        </p:nvSpPr>
        <p:spPr>
          <a:xfrm>
            <a:off x="4992329" y="2924015"/>
            <a:ext cx="2514600" cy="615598"/>
          </a:xfrm>
          <a:prstGeom prst="rect">
            <a:avLst/>
          </a:prstGeom>
          <a:noFill/>
          <a:ln/>
        </p:spPr>
        <p:txBody>
          <a:bodyPr wrap="square" lIns="0" tIns="0" rIns="0" bIns="0" rtlCol="0" anchor="ctr"/>
          <a:lstStyle/>
          <a:p>
            <a:pPr marL="0" indent="0">
              <a:buNone/>
            </a:pPr>
            <a:r>
              <a:rPr lang="en-US" sz="4000" b="1" kern="0" spc="400" dirty="0">
                <a:solidFill>
                  <a:srgbClr val="06B6D4"/>
                </a:solidFill>
                <a:latin typeface="Calibri" pitchFamily="34" charset="0"/>
                <a:ea typeface="Calibri" pitchFamily="34" charset="-122"/>
                <a:cs typeface="Calibri" pitchFamily="34" charset="-120"/>
              </a:rPr>
              <a:t>PARTIE 6</a:t>
            </a:r>
            <a:endParaRPr lang="en-US" sz="4000" dirty="0"/>
          </a:p>
        </p:txBody>
      </p:sp>
      <p:sp>
        <p:nvSpPr>
          <p:cNvPr id="5" name="Text 8">
            <a:extLst>
              <a:ext uri="{FF2B5EF4-FFF2-40B4-BE49-F238E27FC236}">
                <a16:creationId xmlns:a16="http://schemas.microsoft.com/office/drawing/2014/main" id="{A2A14688-8DAC-5A27-81EE-63B8730B78C3}"/>
              </a:ext>
            </a:extLst>
          </p:cNvPr>
          <p:cNvSpPr/>
          <p:nvPr/>
        </p:nvSpPr>
        <p:spPr>
          <a:xfrm>
            <a:off x="4992328" y="3539613"/>
            <a:ext cx="5257801" cy="1017638"/>
          </a:xfrm>
          <a:prstGeom prst="rect">
            <a:avLst/>
          </a:prstGeom>
          <a:noFill/>
          <a:ln/>
        </p:spPr>
        <p:txBody>
          <a:bodyPr wrap="square" lIns="0" tIns="0" rIns="0" bIns="0" rtlCol="0" anchor="ctr"/>
          <a:lstStyle/>
          <a:p>
            <a:r>
              <a:rPr lang="en-US" sz="4000" b="1" dirty="0">
                <a:solidFill>
                  <a:schemeClr val="bg1"/>
                </a:solidFill>
                <a:latin typeface="Calibri" pitchFamily="34" charset="0"/>
                <a:ea typeface="Calibri" pitchFamily="34" charset="-122"/>
                <a:cs typeface="Calibri" pitchFamily="34" charset="-120"/>
              </a:rPr>
              <a:t>Bilan &amp; </a:t>
            </a:r>
            <a:r>
              <a:rPr lang="en-US" sz="4000" b="1" dirty="0" err="1">
                <a:solidFill>
                  <a:schemeClr val="bg1"/>
                </a:solidFill>
                <a:latin typeface="Calibri" pitchFamily="34" charset="0"/>
                <a:ea typeface="Calibri" pitchFamily="34" charset="-122"/>
                <a:cs typeface="Calibri" pitchFamily="34" charset="-120"/>
              </a:rPr>
              <a:t>démonstration</a:t>
            </a:r>
            <a:endParaRPr lang="en-US" sz="4000" dirty="0">
              <a:solidFill>
                <a:schemeClr val="bg1"/>
              </a:solidFill>
            </a:endParaRPr>
          </a:p>
        </p:txBody>
      </p:sp>
      <p:sp>
        <p:nvSpPr>
          <p:cNvPr id="6" name="Shape 46">
            <a:extLst>
              <a:ext uri="{FF2B5EF4-FFF2-40B4-BE49-F238E27FC236}">
                <a16:creationId xmlns:a16="http://schemas.microsoft.com/office/drawing/2014/main" id="{05513570-2C44-4E02-1494-9D8BE31385AE}"/>
              </a:ext>
            </a:extLst>
          </p:cNvPr>
          <p:cNvSpPr/>
          <p:nvPr/>
        </p:nvSpPr>
        <p:spPr>
          <a:xfrm>
            <a:off x="3436374" y="3009261"/>
            <a:ext cx="1178394" cy="1208778"/>
          </a:xfrm>
          <a:prstGeom prst="ellipse">
            <a:avLst/>
          </a:prstGeom>
          <a:solidFill>
            <a:srgbClr val="1E3A8A"/>
          </a:solidFill>
          <a:ln w="12700">
            <a:solidFill>
              <a:srgbClr val="1E3A8A"/>
            </a:solidFill>
            <a:prstDash val="solid"/>
          </a:ln>
        </p:spPr>
        <p:txBody>
          <a:bodyPr/>
          <a:lstStyle/>
          <a:p>
            <a:endParaRPr lang="fr-FR"/>
          </a:p>
        </p:txBody>
      </p:sp>
      <p:pic>
        <p:nvPicPr>
          <p:cNvPr id="7" name="Image 5" descr="preencoded.png">
            <a:extLst>
              <a:ext uri="{FF2B5EF4-FFF2-40B4-BE49-F238E27FC236}">
                <a16:creationId xmlns:a16="http://schemas.microsoft.com/office/drawing/2014/main" id="{387E5DBE-D085-F1FD-A451-733D78C3C673}"/>
              </a:ext>
            </a:extLst>
          </p:cNvPr>
          <p:cNvPicPr>
            <a:picLocks noChangeAspect="1"/>
          </p:cNvPicPr>
          <p:nvPr/>
        </p:nvPicPr>
        <p:blipFill>
          <a:blip r:embed="rId3"/>
          <a:stretch>
            <a:fillRect/>
          </a:stretch>
        </p:blipFill>
        <p:spPr>
          <a:xfrm>
            <a:off x="3616303" y="3152320"/>
            <a:ext cx="888738" cy="888738"/>
          </a:xfrm>
          <a:prstGeom prst="rect">
            <a:avLst/>
          </a:prstGeom>
        </p:spPr>
      </p:pic>
    </p:spTree>
    <p:extLst>
      <p:ext uri="{BB962C8B-B14F-4D97-AF65-F5344CB8AC3E}">
        <p14:creationId xmlns:p14="http://schemas.microsoft.com/office/powerpoint/2010/main" val="6722152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1+#ppt_w/2"/>
                                          </p:val>
                                        </p:tav>
                                        <p:tav tm="100000">
                                          <p:val>
                                            <p:strVal val="#ppt_x"/>
                                          </p:val>
                                        </p:tav>
                                      </p:tavLst>
                                    </p:anim>
                                    <p:anim calcmode="lin" valueType="num">
                                      <p:cBhvr additive="base">
                                        <p:cTn id="12" dur="500" fill="hold"/>
                                        <p:tgtEl>
                                          <p:spTgt spid="5"/>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1+#ppt_w/2"/>
                                          </p:val>
                                        </p:tav>
                                        <p:tav tm="100000">
                                          <p:val>
                                            <p:strVal val="#ppt_x"/>
                                          </p:val>
                                        </p:tav>
                                      </p:tavLst>
                                    </p:anim>
                                    <p:anim calcmode="lin" valueType="num">
                                      <p:cBhvr additive="base">
                                        <p:cTn id="16" dur="500" fill="hold"/>
                                        <p:tgtEl>
                                          <p:spTgt spid="6"/>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1+#ppt_w/2"/>
                                          </p:val>
                                        </p:tav>
                                        <p:tav tm="100000">
                                          <p:val>
                                            <p:strVal val="#ppt_x"/>
                                          </p:val>
                                        </p:tav>
                                      </p:tavLst>
                                    </p:anim>
                                    <p:anim calcmode="lin" valueType="num">
                                      <p:cBhvr additive="base">
                                        <p:cTn id="20"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name="Slide 20">
    <p:bg>
      <p:bgPr>
        <a:solidFill>
          <a:srgbClr val="0F172A"/>
        </a:solidFill>
        <a:effectLst/>
      </p:bgPr>
    </p:bg>
    <p:spTree>
      <p:nvGrpSpPr>
        <p:cNvPr id="1" name=""/>
        <p:cNvGrpSpPr/>
        <p:nvPr/>
      </p:nvGrpSpPr>
      <p:grpSpPr>
        <a:xfrm>
          <a:off x="0" y="0"/>
          <a:ext cx="0" cy="0"/>
          <a:chOff x="0" y="0"/>
          <a:chExt cx="0" cy="0"/>
        </a:xfrm>
      </p:grpSpPr>
      <p:sp>
        <p:nvSpPr>
          <p:cNvPr id="46" name="Google Shape;105;p27">
            <a:extLst>
              <a:ext uri="{FF2B5EF4-FFF2-40B4-BE49-F238E27FC236}">
                <a16:creationId xmlns:a16="http://schemas.microsoft.com/office/drawing/2014/main" id="{E5318C1C-8096-20AB-0582-1A72A5EFE0EF}"/>
              </a:ext>
            </a:extLst>
          </p:cNvPr>
          <p:cNvSpPr/>
          <p:nvPr/>
        </p:nvSpPr>
        <p:spPr>
          <a:xfrm rot="5400000">
            <a:off x="-660076" y="646210"/>
            <a:ext cx="2201895" cy="881743"/>
          </a:xfrm>
          <a:prstGeom prst="triangle">
            <a:avLst>
              <a:gd name="adj" fmla="val 50411"/>
            </a:avLst>
          </a:prstGeom>
          <a:solidFill>
            <a:schemeClr val="accent1">
              <a:lumMod val="75000"/>
            </a:schemeClr>
          </a:solidFill>
          <a:ln/>
        </p:spPr>
        <p:style>
          <a:lnRef idx="2">
            <a:schemeClr val="accent1"/>
          </a:lnRef>
          <a:fillRef idx="1">
            <a:schemeClr val="lt1"/>
          </a:fillRef>
          <a:effectRef idx="0">
            <a:schemeClr val="accent1"/>
          </a:effectRef>
          <a:fontRef idx="minor">
            <a:schemeClr val="dk1"/>
          </a:fontRef>
        </p:style>
        <p:txBody>
          <a:bodyPr spcFirstLastPara="1" wrap="square" lIns="121900" tIns="121900" rIns="121900" bIns="121900" anchor="ctr" anchorCtr="0">
            <a:noAutofit/>
          </a:bodyPr>
          <a:lstStyle/>
          <a:p>
            <a:endParaRPr sz="2400"/>
          </a:p>
        </p:txBody>
      </p:sp>
      <p:sp>
        <p:nvSpPr>
          <p:cNvPr id="47" name="Google Shape;105;p27">
            <a:extLst>
              <a:ext uri="{FF2B5EF4-FFF2-40B4-BE49-F238E27FC236}">
                <a16:creationId xmlns:a16="http://schemas.microsoft.com/office/drawing/2014/main" id="{5E06E73F-6AD0-0824-7A72-63E7ED10E346}"/>
              </a:ext>
            </a:extLst>
          </p:cNvPr>
          <p:cNvSpPr/>
          <p:nvPr/>
        </p:nvSpPr>
        <p:spPr>
          <a:xfrm rot="16200000">
            <a:off x="10650181" y="5330638"/>
            <a:ext cx="2201895" cy="881743"/>
          </a:xfrm>
          <a:prstGeom prst="triangle">
            <a:avLst>
              <a:gd name="adj" fmla="val 50411"/>
            </a:avLst>
          </a:prstGeom>
          <a:solidFill>
            <a:schemeClr val="accent1">
              <a:lumMod val="75000"/>
            </a:schemeClr>
          </a:solidFill>
          <a:ln>
            <a:solidFill>
              <a:schemeClr val="accent1"/>
            </a:solidFill>
          </a:ln>
        </p:spPr>
        <p:txBody>
          <a:bodyPr spcFirstLastPara="1" wrap="square" lIns="121900" tIns="121900" rIns="121900" bIns="121900" anchor="ctr" anchorCtr="0">
            <a:noAutofit/>
          </a:bodyPr>
          <a:lstStyle/>
          <a:p>
            <a:endParaRPr sz="2400"/>
          </a:p>
        </p:txBody>
      </p:sp>
      <p:sp>
        <p:nvSpPr>
          <p:cNvPr id="2" name="Shape 0"/>
          <p:cNvSpPr/>
          <p:nvPr/>
        </p:nvSpPr>
        <p:spPr>
          <a:xfrm>
            <a:off x="548640" y="502920"/>
            <a:ext cx="164592" cy="164592"/>
          </a:xfrm>
          <a:prstGeom prst="rect">
            <a:avLst/>
          </a:prstGeom>
          <a:solidFill>
            <a:srgbClr val="06B6D4"/>
          </a:solidFill>
          <a:ln w="12700">
            <a:solidFill>
              <a:srgbClr val="06B6D4"/>
            </a:solidFill>
            <a:prstDash val="solid"/>
          </a:ln>
        </p:spPr>
        <p:txBody>
          <a:bodyPr/>
          <a:lstStyle/>
          <a:p>
            <a:endParaRPr lang="fr-FR"/>
          </a:p>
        </p:txBody>
      </p:sp>
      <p:sp>
        <p:nvSpPr>
          <p:cNvPr id="3" name="Text 1"/>
          <p:cNvSpPr/>
          <p:nvPr/>
        </p:nvSpPr>
        <p:spPr>
          <a:xfrm>
            <a:off x="777240" y="411480"/>
            <a:ext cx="2011680" cy="320040"/>
          </a:xfrm>
          <a:prstGeom prst="rect">
            <a:avLst/>
          </a:prstGeom>
          <a:noFill/>
          <a:ln/>
        </p:spPr>
        <p:txBody>
          <a:bodyPr wrap="square" rtlCol="0" anchor="ctr"/>
          <a:lstStyle/>
          <a:p>
            <a:pPr marL="0" indent="0">
              <a:buNone/>
            </a:pPr>
            <a:r>
              <a:rPr lang="en-US" sz="1100" b="1" kern="0" spc="200" dirty="0">
                <a:solidFill>
                  <a:srgbClr val="FFFFFF"/>
                </a:solidFill>
                <a:latin typeface="Calibri" pitchFamily="34" charset="0"/>
                <a:ea typeface="Calibri" pitchFamily="34" charset="-122"/>
                <a:cs typeface="Calibri" pitchFamily="34" charset="-120"/>
              </a:rPr>
              <a:t>Syndic IA</a:t>
            </a:r>
            <a:endParaRPr lang="en-US" sz="1100" dirty="0"/>
          </a:p>
        </p:txBody>
      </p:sp>
      <p:sp>
        <p:nvSpPr>
          <p:cNvPr id="4" name="Text 2"/>
          <p:cNvSpPr/>
          <p:nvPr/>
        </p:nvSpPr>
        <p:spPr>
          <a:xfrm>
            <a:off x="548640" y="914400"/>
            <a:ext cx="5486400" cy="320040"/>
          </a:xfrm>
          <a:prstGeom prst="rect">
            <a:avLst/>
          </a:prstGeom>
          <a:noFill/>
          <a:ln/>
        </p:spPr>
        <p:txBody>
          <a:bodyPr wrap="square" rtlCol="0" anchor="ctr"/>
          <a:lstStyle/>
          <a:p>
            <a:pPr marL="0" indent="0">
              <a:buNone/>
            </a:pPr>
            <a:r>
              <a:rPr lang="en-US" sz="1200" b="1" kern="0" spc="400" dirty="0">
                <a:solidFill>
                  <a:srgbClr val="06B6D4"/>
                </a:solidFill>
                <a:latin typeface="Calibri" pitchFamily="34" charset="0"/>
                <a:ea typeface="Calibri" pitchFamily="34" charset="-122"/>
                <a:cs typeface="Calibri" pitchFamily="34" charset="-120"/>
              </a:rPr>
              <a:t>21 · POINTS FORTS</a:t>
            </a:r>
            <a:endParaRPr lang="en-US" sz="1200" dirty="0"/>
          </a:p>
        </p:txBody>
      </p:sp>
      <p:sp>
        <p:nvSpPr>
          <p:cNvPr id="5" name="Text 3"/>
          <p:cNvSpPr/>
          <p:nvPr/>
        </p:nvSpPr>
        <p:spPr>
          <a:xfrm>
            <a:off x="548640" y="1234440"/>
            <a:ext cx="10972800" cy="82296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Ce qui rend la plateforme solide</a:t>
            </a:r>
            <a:endParaRPr lang="en-US" sz="3600" dirty="0"/>
          </a:p>
        </p:txBody>
      </p:sp>
      <p:sp>
        <p:nvSpPr>
          <p:cNvPr id="6" name="Shape 4"/>
          <p:cNvSpPr/>
          <p:nvPr/>
        </p:nvSpPr>
        <p:spPr>
          <a:xfrm>
            <a:off x="548640" y="2064087"/>
            <a:ext cx="3703320" cy="1371600"/>
          </a:xfrm>
          <a:prstGeom prst="rect">
            <a:avLst/>
          </a:prstGeom>
          <a:solidFill>
            <a:srgbClr val="1E293B"/>
          </a:solidFill>
          <a:ln w="12700">
            <a:solidFill>
              <a:srgbClr val="334155"/>
            </a:solidFill>
            <a:prstDash val="solid"/>
          </a:ln>
        </p:spPr>
        <p:txBody>
          <a:bodyPr/>
          <a:lstStyle/>
          <a:p>
            <a:endParaRPr lang="fr-FR"/>
          </a:p>
        </p:txBody>
      </p:sp>
      <p:sp>
        <p:nvSpPr>
          <p:cNvPr id="7" name="Shape 5"/>
          <p:cNvSpPr/>
          <p:nvPr/>
        </p:nvSpPr>
        <p:spPr>
          <a:xfrm>
            <a:off x="822960" y="2429847"/>
            <a:ext cx="640080" cy="640080"/>
          </a:xfrm>
          <a:prstGeom prst="ellipse">
            <a:avLst/>
          </a:prstGeom>
          <a:solidFill>
            <a:srgbClr val="06B6D4">
              <a:alpha val="20000"/>
            </a:srgbClr>
          </a:solidFill>
          <a:ln w="12700">
            <a:solidFill>
              <a:srgbClr val="06B6D4"/>
            </a:solidFill>
            <a:prstDash val="solid"/>
          </a:ln>
        </p:spPr>
        <p:txBody>
          <a:bodyPr/>
          <a:lstStyle/>
          <a:p>
            <a:endParaRPr lang="fr-FR"/>
          </a:p>
        </p:txBody>
      </p:sp>
      <p:pic>
        <p:nvPicPr>
          <p:cNvPr id="8" name="Image 0" descr="preencoded.png"/>
          <p:cNvPicPr>
            <a:picLocks noChangeAspect="1"/>
          </p:cNvPicPr>
          <p:nvPr/>
        </p:nvPicPr>
        <p:blipFill>
          <a:blip r:embed="rId3"/>
          <a:stretch>
            <a:fillRect/>
          </a:stretch>
        </p:blipFill>
        <p:spPr>
          <a:xfrm>
            <a:off x="941832" y="2548719"/>
            <a:ext cx="402336" cy="402336"/>
          </a:xfrm>
          <a:prstGeom prst="rect">
            <a:avLst/>
          </a:prstGeom>
        </p:spPr>
      </p:pic>
      <p:sp>
        <p:nvSpPr>
          <p:cNvPr id="9" name="Text 6"/>
          <p:cNvSpPr/>
          <p:nvPr/>
        </p:nvSpPr>
        <p:spPr>
          <a:xfrm>
            <a:off x="1600200" y="2338407"/>
            <a:ext cx="256032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Workflow complet</a:t>
            </a:r>
            <a:endParaRPr lang="en-US" sz="1500" dirty="0"/>
          </a:p>
        </p:txBody>
      </p:sp>
      <p:sp>
        <p:nvSpPr>
          <p:cNvPr id="10" name="Text 7"/>
          <p:cNvSpPr/>
          <p:nvPr/>
        </p:nvSpPr>
        <p:spPr>
          <a:xfrm>
            <a:off x="1600200" y="2704167"/>
            <a:ext cx="2560320" cy="640080"/>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De WhatsApp au dashboard</a:t>
            </a:r>
            <a:endParaRPr lang="en-US" sz="1100" dirty="0"/>
          </a:p>
        </p:txBody>
      </p:sp>
      <p:sp>
        <p:nvSpPr>
          <p:cNvPr id="11" name="Shape 8"/>
          <p:cNvSpPr/>
          <p:nvPr/>
        </p:nvSpPr>
        <p:spPr>
          <a:xfrm>
            <a:off x="4398264" y="2064087"/>
            <a:ext cx="3703320" cy="1371600"/>
          </a:xfrm>
          <a:prstGeom prst="rect">
            <a:avLst/>
          </a:prstGeom>
          <a:solidFill>
            <a:srgbClr val="1E293B"/>
          </a:solidFill>
          <a:ln w="12700">
            <a:solidFill>
              <a:srgbClr val="334155"/>
            </a:solidFill>
            <a:prstDash val="solid"/>
          </a:ln>
        </p:spPr>
        <p:txBody>
          <a:bodyPr/>
          <a:lstStyle/>
          <a:p>
            <a:endParaRPr lang="fr-FR"/>
          </a:p>
        </p:txBody>
      </p:sp>
      <p:sp>
        <p:nvSpPr>
          <p:cNvPr id="12" name="Shape 9"/>
          <p:cNvSpPr/>
          <p:nvPr/>
        </p:nvSpPr>
        <p:spPr>
          <a:xfrm>
            <a:off x="4672584" y="2429847"/>
            <a:ext cx="640080" cy="640080"/>
          </a:xfrm>
          <a:prstGeom prst="ellipse">
            <a:avLst/>
          </a:prstGeom>
          <a:solidFill>
            <a:srgbClr val="06B6D4">
              <a:alpha val="20000"/>
            </a:srgbClr>
          </a:solidFill>
          <a:ln w="12700">
            <a:solidFill>
              <a:srgbClr val="06B6D4"/>
            </a:solidFill>
            <a:prstDash val="solid"/>
          </a:ln>
        </p:spPr>
        <p:txBody>
          <a:bodyPr/>
          <a:lstStyle/>
          <a:p>
            <a:endParaRPr lang="fr-FR"/>
          </a:p>
        </p:txBody>
      </p:sp>
      <p:pic>
        <p:nvPicPr>
          <p:cNvPr id="13" name="Image 1" descr="preencoded.png"/>
          <p:cNvPicPr>
            <a:picLocks noChangeAspect="1"/>
          </p:cNvPicPr>
          <p:nvPr/>
        </p:nvPicPr>
        <p:blipFill>
          <a:blip r:embed="rId4"/>
          <a:stretch>
            <a:fillRect/>
          </a:stretch>
        </p:blipFill>
        <p:spPr>
          <a:xfrm>
            <a:off x="4791456" y="2548719"/>
            <a:ext cx="402336" cy="402336"/>
          </a:xfrm>
          <a:prstGeom prst="rect">
            <a:avLst/>
          </a:prstGeom>
        </p:spPr>
      </p:pic>
      <p:sp>
        <p:nvSpPr>
          <p:cNvPr id="14" name="Text 10"/>
          <p:cNvSpPr/>
          <p:nvPr/>
        </p:nvSpPr>
        <p:spPr>
          <a:xfrm>
            <a:off x="5449824" y="2338407"/>
            <a:ext cx="256032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IA multimodale</a:t>
            </a:r>
            <a:endParaRPr lang="en-US" sz="1500" dirty="0"/>
          </a:p>
        </p:txBody>
      </p:sp>
      <p:sp>
        <p:nvSpPr>
          <p:cNvPr id="15" name="Text 11"/>
          <p:cNvSpPr/>
          <p:nvPr/>
        </p:nvSpPr>
        <p:spPr>
          <a:xfrm>
            <a:off x="5449824" y="2704167"/>
            <a:ext cx="2560320" cy="640080"/>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Texte · audio · image</a:t>
            </a:r>
            <a:endParaRPr lang="en-US" sz="1100" dirty="0"/>
          </a:p>
        </p:txBody>
      </p:sp>
      <p:sp>
        <p:nvSpPr>
          <p:cNvPr id="16" name="Shape 12"/>
          <p:cNvSpPr/>
          <p:nvPr/>
        </p:nvSpPr>
        <p:spPr>
          <a:xfrm>
            <a:off x="8247888" y="2064087"/>
            <a:ext cx="3703320" cy="1371600"/>
          </a:xfrm>
          <a:prstGeom prst="rect">
            <a:avLst/>
          </a:prstGeom>
          <a:solidFill>
            <a:srgbClr val="1E293B"/>
          </a:solidFill>
          <a:ln w="12700">
            <a:solidFill>
              <a:srgbClr val="334155"/>
            </a:solidFill>
            <a:prstDash val="solid"/>
          </a:ln>
        </p:spPr>
        <p:txBody>
          <a:bodyPr/>
          <a:lstStyle/>
          <a:p>
            <a:endParaRPr lang="fr-FR"/>
          </a:p>
        </p:txBody>
      </p:sp>
      <p:sp>
        <p:nvSpPr>
          <p:cNvPr id="17" name="Shape 13"/>
          <p:cNvSpPr/>
          <p:nvPr/>
        </p:nvSpPr>
        <p:spPr>
          <a:xfrm>
            <a:off x="8522208" y="2429847"/>
            <a:ext cx="640080" cy="640080"/>
          </a:xfrm>
          <a:prstGeom prst="ellipse">
            <a:avLst/>
          </a:prstGeom>
          <a:solidFill>
            <a:srgbClr val="06B6D4">
              <a:alpha val="20000"/>
            </a:srgbClr>
          </a:solidFill>
          <a:ln w="12700">
            <a:solidFill>
              <a:srgbClr val="06B6D4"/>
            </a:solidFill>
            <a:prstDash val="solid"/>
          </a:ln>
        </p:spPr>
        <p:txBody>
          <a:bodyPr/>
          <a:lstStyle/>
          <a:p>
            <a:endParaRPr lang="fr-FR"/>
          </a:p>
        </p:txBody>
      </p:sp>
      <p:pic>
        <p:nvPicPr>
          <p:cNvPr id="18" name="Image 2" descr="preencoded.png"/>
          <p:cNvPicPr>
            <a:picLocks noChangeAspect="1"/>
          </p:cNvPicPr>
          <p:nvPr/>
        </p:nvPicPr>
        <p:blipFill>
          <a:blip r:embed="rId5"/>
          <a:stretch>
            <a:fillRect/>
          </a:stretch>
        </p:blipFill>
        <p:spPr>
          <a:xfrm>
            <a:off x="8641080" y="2548719"/>
            <a:ext cx="402336" cy="402336"/>
          </a:xfrm>
          <a:prstGeom prst="rect">
            <a:avLst/>
          </a:prstGeom>
        </p:spPr>
      </p:pic>
      <p:sp>
        <p:nvSpPr>
          <p:cNvPr id="19" name="Text 14"/>
          <p:cNvSpPr/>
          <p:nvPr/>
        </p:nvSpPr>
        <p:spPr>
          <a:xfrm>
            <a:off x="9299448" y="2338407"/>
            <a:ext cx="256032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Support darija</a:t>
            </a:r>
            <a:endParaRPr lang="en-US" sz="1500" dirty="0"/>
          </a:p>
        </p:txBody>
      </p:sp>
      <p:sp>
        <p:nvSpPr>
          <p:cNvPr id="20" name="Text 15"/>
          <p:cNvSpPr/>
          <p:nvPr/>
        </p:nvSpPr>
        <p:spPr>
          <a:xfrm>
            <a:off x="9299448" y="2704167"/>
            <a:ext cx="2560320" cy="640080"/>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Multilingue, romanisé inclus</a:t>
            </a:r>
            <a:endParaRPr lang="en-US" sz="1100" dirty="0"/>
          </a:p>
        </p:txBody>
      </p:sp>
      <p:sp>
        <p:nvSpPr>
          <p:cNvPr id="21" name="Shape 16"/>
          <p:cNvSpPr/>
          <p:nvPr/>
        </p:nvSpPr>
        <p:spPr>
          <a:xfrm>
            <a:off x="548640" y="3581991"/>
            <a:ext cx="3703320" cy="1371600"/>
          </a:xfrm>
          <a:prstGeom prst="rect">
            <a:avLst/>
          </a:prstGeom>
          <a:solidFill>
            <a:srgbClr val="1E293B"/>
          </a:solidFill>
          <a:ln w="12700">
            <a:solidFill>
              <a:srgbClr val="334155"/>
            </a:solidFill>
            <a:prstDash val="solid"/>
          </a:ln>
        </p:spPr>
        <p:txBody>
          <a:bodyPr/>
          <a:lstStyle/>
          <a:p>
            <a:endParaRPr lang="fr-FR"/>
          </a:p>
        </p:txBody>
      </p:sp>
      <p:sp>
        <p:nvSpPr>
          <p:cNvPr id="22" name="Shape 17"/>
          <p:cNvSpPr/>
          <p:nvPr/>
        </p:nvSpPr>
        <p:spPr>
          <a:xfrm>
            <a:off x="822960" y="3947751"/>
            <a:ext cx="640080" cy="640080"/>
          </a:xfrm>
          <a:prstGeom prst="ellipse">
            <a:avLst/>
          </a:prstGeom>
          <a:solidFill>
            <a:srgbClr val="06B6D4">
              <a:alpha val="20000"/>
            </a:srgbClr>
          </a:solidFill>
          <a:ln w="12700">
            <a:solidFill>
              <a:srgbClr val="06B6D4"/>
            </a:solidFill>
            <a:prstDash val="solid"/>
          </a:ln>
        </p:spPr>
        <p:txBody>
          <a:bodyPr/>
          <a:lstStyle/>
          <a:p>
            <a:endParaRPr lang="fr-FR"/>
          </a:p>
        </p:txBody>
      </p:sp>
      <p:pic>
        <p:nvPicPr>
          <p:cNvPr id="23" name="Image 3" descr="preencoded.png"/>
          <p:cNvPicPr>
            <a:picLocks noChangeAspect="1"/>
          </p:cNvPicPr>
          <p:nvPr/>
        </p:nvPicPr>
        <p:blipFill>
          <a:blip r:embed="rId6"/>
          <a:stretch>
            <a:fillRect/>
          </a:stretch>
        </p:blipFill>
        <p:spPr>
          <a:xfrm>
            <a:off x="941832" y="4066623"/>
            <a:ext cx="402336" cy="402336"/>
          </a:xfrm>
          <a:prstGeom prst="rect">
            <a:avLst/>
          </a:prstGeom>
        </p:spPr>
      </p:pic>
      <p:sp>
        <p:nvSpPr>
          <p:cNvPr id="24" name="Text 18"/>
          <p:cNvSpPr/>
          <p:nvPr/>
        </p:nvSpPr>
        <p:spPr>
          <a:xfrm>
            <a:off x="1600200" y="3856311"/>
            <a:ext cx="256032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Canal familier</a:t>
            </a:r>
            <a:endParaRPr lang="en-US" sz="1500" dirty="0"/>
          </a:p>
        </p:txBody>
      </p:sp>
      <p:sp>
        <p:nvSpPr>
          <p:cNvPr id="25" name="Text 19"/>
          <p:cNvSpPr/>
          <p:nvPr/>
        </p:nvSpPr>
        <p:spPr>
          <a:xfrm>
            <a:off x="1600200" y="4222071"/>
            <a:ext cx="2560320" cy="640080"/>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WhatsApp = zéro friction</a:t>
            </a:r>
            <a:endParaRPr lang="en-US" sz="1100" dirty="0"/>
          </a:p>
        </p:txBody>
      </p:sp>
      <p:sp>
        <p:nvSpPr>
          <p:cNvPr id="26" name="Shape 20"/>
          <p:cNvSpPr/>
          <p:nvPr/>
        </p:nvSpPr>
        <p:spPr>
          <a:xfrm>
            <a:off x="4398264" y="3581991"/>
            <a:ext cx="3703320" cy="1371600"/>
          </a:xfrm>
          <a:prstGeom prst="rect">
            <a:avLst/>
          </a:prstGeom>
          <a:solidFill>
            <a:srgbClr val="1E293B"/>
          </a:solidFill>
          <a:ln w="12700">
            <a:solidFill>
              <a:srgbClr val="334155"/>
            </a:solidFill>
            <a:prstDash val="solid"/>
          </a:ln>
        </p:spPr>
        <p:txBody>
          <a:bodyPr/>
          <a:lstStyle/>
          <a:p>
            <a:endParaRPr lang="fr-FR"/>
          </a:p>
        </p:txBody>
      </p:sp>
      <p:sp>
        <p:nvSpPr>
          <p:cNvPr id="27" name="Shape 21"/>
          <p:cNvSpPr/>
          <p:nvPr/>
        </p:nvSpPr>
        <p:spPr>
          <a:xfrm>
            <a:off x="4672584" y="3947751"/>
            <a:ext cx="640080" cy="640080"/>
          </a:xfrm>
          <a:prstGeom prst="ellipse">
            <a:avLst/>
          </a:prstGeom>
          <a:solidFill>
            <a:srgbClr val="06B6D4">
              <a:alpha val="20000"/>
            </a:srgbClr>
          </a:solidFill>
          <a:ln w="12700">
            <a:solidFill>
              <a:srgbClr val="06B6D4"/>
            </a:solidFill>
            <a:prstDash val="solid"/>
          </a:ln>
        </p:spPr>
        <p:txBody>
          <a:bodyPr/>
          <a:lstStyle/>
          <a:p>
            <a:endParaRPr lang="fr-FR"/>
          </a:p>
        </p:txBody>
      </p:sp>
      <p:pic>
        <p:nvPicPr>
          <p:cNvPr id="28" name="Image 4" descr="preencoded.png"/>
          <p:cNvPicPr>
            <a:picLocks noChangeAspect="1"/>
          </p:cNvPicPr>
          <p:nvPr/>
        </p:nvPicPr>
        <p:blipFill>
          <a:blip r:embed="rId7"/>
          <a:stretch>
            <a:fillRect/>
          </a:stretch>
        </p:blipFill>
        <p:spPr>
          <a:xfrm>
            <a:off x="4791456" y="4066623"/>
            <a:ext cx="402336" cy="402336"/>
          </a:xfrm>
          <a:prstGeom prst="rect">
            <a:avLst/>
          </a:prstGeom>
        </p:spPr>
      </p:pic>
      <p:sp>
        <p:nvSpPr>
          <p:cNvPr id="29" name="Text 22"/>
          <p:cNvSpPr/>
          <p:nvPr/>
        </p:nvSpPr>
        <p:spPr>
          <a:xfrm>
            <a:off x="5449824" y="3856311"/>
            <a:ext cx="256032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RAG ChromaDB</a:t>
            </a:r>
            <a:endParaRPr lang="en-US" sz="1500" dirty="0"/>
          </a:p>
        </p:txBody>
      </p:sp>
      <p:sp>
        <p:nvSpPr>
          <p:cNvPr id="30" name="Text 23"/>
          <p:cNvSpPr/>
          <p:nvPr/>
        </p:nvSpPr>
        <p:spPr>
          <a:xfrm>
            <a:off x="5449824" y="4222071"/>
            <a:ext cx="2560320" cy="640080"/>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Réponses ancrées au métier</a:t>
            </a:r>
            <a:endParaRPr lang="en-US" sz="1100" dirty="0"/>
          </a:p>
        </p:txBody>
      </p:sp>
      <p:sp>
        <p:nvSpPr>
          <p:cNvPr id="31" name="Shape 24"/>
          <p:cNvSpPr/>
          <p:nvPr/>
        </p:nvSpPr>
        <p:spPr>
          <a:xfrm>
            <a:off x="8247888" y="3581991"/>
            <a:ext cx="3703320" cy="1371600"/>
          </a:xfrm>
          <a:prstGeom prst="rect">
            <a:avLst/>
          </a:prstGeom>
          <a:solidFill>
            <a:srgbClr val="1E293B"/>
          </a:solidFill>
          <a:ln w="12700">
            <a:solidFill>
              <a:srgbClr val="334155"/>
            </a:solidFill>
            <a:prstDash val="solid"/>
          </a:ln>
        </p:spPr>
        <p:txBody>
          <a:bodyPr/>
          <a:lstStyle/>
          <a:p>
            <a:endParaRPr lang="fr-FR"/>
          </a:p>
        </p:txBody>
      </p:sp>
      <p:sp>
        <p:nvSpPr>
          <p:cNvPr id="32" name="Shape 25"/>
          <p:cNvSpPr/>
          <p:nvPr/>
        </p:nvSpPr>
        <p:spPr>
          <a:xfrm>
            <a:off x="8522208" y="3947751"/>
            <a:ext cx="640080" cy="640080"/>
          </a:xfrm>
          <a:prstGeom prst="ellipse">
            <a:avLst/>
          </a:prstGeom>
          <a:solidFill>
            <a:srgbClr val="06B6D4">
              <a:alpha val="20000"/>
            </a:srgbClr>
          </a:solidFill>
          <a:ln w="12700">
            <a:solidFill>
              <a:srgbClr val="06B6D4"/>
            </a:solidFill>
            <a:prstDash val="solid"/>
          </a:ln>
        </p:spPr>
        <p:txBody>
          <a:bodyPr/>
          <a:lstStyle/>
          <a:p>
            <a:endParaRPr lang="fr-FR"/>
          </a:p>
        </p:txBody>
      </p:sp>
      <p:pic>
        <p:nvPicPr>
          <p:cNvPr id="33" name="Image 5" descr="preencoded.png"/>
          <p:cNvPicPr>
            <a:picLocks noChangeAspect="1"/>
          </p:cNvPicPr>
          <p:nvPr/>
        </p:nvPicPr>
        <p:blipFill>
          <a:blip r:embed="rId8"/>
          <a:stretch>
            <a:fillRect/>
          </a:stretch>
        </p:blipFill>
        <p:spPr>
          <a:xfrm>
            <a:off x="8641080" y="4066623"/>
            <a:ext cx="402336" cy="402336"/>
          </a:xfrm>
          <a:prstGeom prst="rect">
            <a:avLst/>
          </a:prstGeom>
        </p:spPr>
      </p:pic>
      <p:sp>
        <p:nvSpPr>
          <p:cNvPr id="34" name="Text 26"/>
          <p:cNvSpPr/>
          <p:nvPr/>
        </p:nvSpPr>
        <p:spPr>
          <a:xfrm>
            <a:off x="9299448" y="3856311"/>
            <a:ext cx="256032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Dashboard Flutter</a:t>
            </a:r>
            <a:endParaRPr lang="en-US" sz="1500" dirty="0"/>
          </a:p>
        </p:txBody>
      </p:sp>
      <p:sp>
        <p:nvSpPr>
          <p:cNvPr id="35" name="Text 27"/>
          <p:cNvSpPr/>
          <p:nvPr/>
        </p:nvSpPr>
        <p:spPr>
          <a:xfrm>
            <a:off x="9299448" y="4222071"/>
            <a:ext cx="2560320" cy="640080"/>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Multi-plateforme natif</a:t>
            </a:r>
            <a:endParaRPr lang="en-US" sz="1100" dirty="0"/>
          </a:p>
        </p:txBody>
      </p:sp>
      <p:sp>
        <p:nvSpPr>
          <p:cNvPr id="36" name="Shape 28"/>
          <p:cNvSpPr/>
          <p:nvPr/>
        </p:nvSpPr>
        <p:spPr>
          <a:xfrm>
            <a:off x="548640" y="5099895"/>
            <a:ext cx="3703320" cy="1371600"/>
          </a:xfrm>
          <a:prstGeom prst="rect">
            <a:avLst/>
          </a:prstGeom>
          <a:solidFill>
            <a:srgbClr val="1E293B"/>
          </a:solidFill>
          <a:ln w="12700">
            <a:solidFill>
              <a:srgbClr val="334155"/>
            </a:solidFill>
            <a:prstDash val="solid"/>
          </a:ln>
        </p:spPr>
        <p:txBody>
          <a:bodyPr/>
          <a:lstStyle/>
          <a:p>
            <a:endParaRPr lang="fr-FR"/>
          </a:p>
        </p:txBody>
      </p:sp>
      <p:sp>
        <p:nvSpPr>
          <p:cNvPr id="37" name="Shape 29"/>
          <p:cNvSpPr/>
          <p:nvPr/>
        </p:nvSpPr>
        <p:spPr>
          <a:xfrm>
            <a:off x="822960" y="5465655"/>
            <a:ext cx="640080" cy="640080"/>
          </a:xfrm>
          <a:prstGeom prst="ellipse">
            <a:avLst/>
          </a:prstGeom>
          <a:solidFill>
            <a:srgbClr val="06B6D4">
              <a:alpha val="20000"/>
            </a:srgbClr>
          </a:solidFill>
          <a:ln w="12700">
            <a:solidFill>
              <a:srgbClr val="06B6D4"/>
            </a:solidFill>
            <a:prstDash val="solid"/>
          </a:ln>
        </p:spPr>
        <p:txBody>
          <a:bodyPr/>
          <a:lstStyle/>
          <a:p>
            <a:endParaRPr lang="fr-FR"/>
          </a:p>
        </p:txBody>
      </p:sp>
      <p:pic>
        <p:nvPicPr>
          <p:cNvPr id="38" name="Image 6" descr="preencoded.png"/>
          <p:cNvPicPr>
            <a:picLocks noChangeAspect="1"/>
          </p:cNvPicPr>
          <p:nvPr/>
        </p:nvPicPr>
        <p:blipFill>
          <a:blip r:embed="rId9"/>
          <a:stretch>
            <a:fillRect/>
          </a:stretch>
        </p:blipFill>
        <p:spPr>
          <a:xfrm>
            <a:off x="941832" y="5584527"/>
            <a:ext cx="402336" cy="402336"/>
          </a:xfrm>
          <a:prstGeom prst="rect">
            <a:avLst/>
          </a:prstGeom>
        </p:spPr>
      </p:pic>
      <p:sp>
        <p:nvSpPr>
          <p:cNvPr id="39" name="Text 30"/>
          <p:cNvSpPr/>
          <p:nvPr/>
        </p:nvSpPr>
        <p:spPr>
          <a:xfrm>
            <a:off x="1600200" y="5374215"/>
            <a:ext cx="256032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Notifications urgentes</a:t>
            </a:r>
            <a:endParaRPr lang="en-US" sz="1500" dirty="0"/>
          </a:p>
        </p:txBody>
      </p:sp>
      <p:sp>
        <p:nvSpPr>
          <p:cNvPr id="40" name="Text 31"/>
          <p:cNvSpPr/>
          <p:nvPr/>
        </p:nvSpPr>
        <p:spPr>
          <a:xfrm>
            <a:off x="1600200" y="5739975"/>
            <a:ext cx="2560320" cy="640080"/>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FCM + WebSocket</a:t>
            </a:r>
            <a:endParaRPr lang="en-US" sz="1100" dirty="0"/>
          </a:p>
        </p:txBody>
      </p:sp>
      <p:sp>
        <p:nvSpPr>
          <p:cNvPr id="41" name="Shape 32"/>
          <p:cNvSpPr/>
          <p:nvPr/>
        </p:nvSpPr>
        <p:spPr>
          <a:xfrm>
            <a:off x="4398264" y="5099895"/>
            <a:ext cx="3703320" cy="1371600"/>
          </a:xfrm>
          <a:prstGeom prst="rect">
            <a:avLst/>
          </a:prstGeom>
          <a:solidFill>
            <a:srgbClr val="1E293B"/>
          </a:solidFill>
          <a:ln w="12700">
            <a:solidFill>
              <a:srgbClr val="334155"/>
            </a:solidFill>
            <a:prstDash val="solid"/>
          </a:ln>
        </p:spPr>
        <p:txBody>
          <a:bodyPr/>
          <a:lstStyle/>
          <a:p>
            <a:endParaRPr lang="fr-FR"/>
          </a:p>
        </p:txBody>
      </p:sp>
      <p:sp>
        <p:nvSpPr>
          <p:cNvPr id="42" name="Shape 33"/>
          <p:cNvSpPr/>
          <p:nvPr/>
        </p:nvSpPr>
        <p:spPr>
          <a:xfrm>
            <a:off x="4672584" y="5465655"/>
            <a:ext cx="640080" cy="640080"/>
          </a:xfrm>
          <a:prstGeom prst="ellipse">
            <a:avLst/>
          </a:prstGeom>
          <a:solidFill>
            <a:srgbClr val="06B6D4">
              <a:alpha val="20000"/>
            </a:srgbClr>
          </a:solidFill>
          <a:ln w="12700">
            <a:solidFill>
              <a:srgbClr val="06B6D4"/>
            </a:solidFill>
            <a:prstDash val="solid"/>
          </a:ln>
        </p:spPr>
        <p:txBody>
          <a:bodyPr/>
          <a:lstStyle/>
          <a:p>
            <a:endParaRPr lang="fr-FR"/>
          </a:p>
        </p:txBody>
      </p:sp>
      <p:pic>
        <p:nvPicPr>
          <p:cNvPr id="43" name="Image 7" descr="preencoded.png"/>
          <p:cNvPicPr>
            <a:picLocks noChangeAspect="1"/>
          </p:cNvPicPr>
          <p:nvPr/>
        </p:nvPicPr>
        <p:blipFill>
          <a:blip r:embed="rId10"/>
          <a:stretch>
            <a:fillRect/>
          </a:stretch>
        </p:blipFill>
        <p:spPr>
          <a:xfrm>
            <a:off x="4791456" y="5584527"/>
            <a:ext cx="402336" cy="402336"/>
          </a:xfrm>
          <a:prstGeom prst="rect">
            <a:avLst/>
          </a:prstGeom>
        </p:spPr>
      </p:pic>
      <p:sp>
        <p:nvSpPr>
          <p:cNvPr id="44" name="Text 34"/>
          <p:cNvSpPr/>
          <p:nvPr/>
        </p:nvSpPr>
        <p:spPr>
          <a:xfrm>
            <a:off x="5449824" y="5374215"/>
            <a:ext cx="256032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Analytics intégrés</a:t>
            </a:r>
            <a:endParaRPr lang="en-US" sz="1500" dirty="0"/>
          </a:p>
        </p:txBody>
      </p:sp>
      <p:sp>
        <p:nvSpPr>
          <p:cNvPr id="45" name="Text 35"/>
          <p:cNvSpPr/>
          <p:nvPr/>
        </p:nvSpPr>
        <p:spPr>
          <a:xfrm>
            <a:off x="5449824" y="5739975"/>
            <a:ext cx="2560320" cy="640080"/>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KPIs &amp; satisfaction</a:t>
            </a:r>
            <a:endParaRPr lang="en-US" sz="11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par>
                                <p:cTn id="26" presetID="10" presetClass="entr" presetSubtype="0" fill="hold"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500"/>
                                        <p:tgtEl>
                                          <p:spTgt spid="1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500"/>
                                        <p:tgtEl>
                                          <p:spTgt spid="17"/>
                                        </p:tgtEl>
                                      </p:cBhvr>
                                    </p:animEffect>
                                  </p:childTnLst>
                                </p:cTn>
                              </p:par>
                              <p:par>
                                <p:cTn id="41" presetID="10" presetClass="entr" presetSubtype="0" fill="hold"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500"/>
                                        <p:tgtEl>
                                          <p:spTgt spid="1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500"/>
                                        <p:tgtEl>
                                          <p:spTgt spid="19"/>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500"/>
                                        <p:tgtEl>
                                          <p:spTgt spid="2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500"/>
                                        <p:tgtEl>
                                          <p:spTgt spid="2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500"/>
                                        <p:tgtEl>
                                          <p:spTgt spid="22"/>
                                        </p:tgtEl>
                                      </p:cBhvr>
                                    </p:animEffect>
                                  </p:childTnLst>
                                </p:cTn>
                              </p:par>
                              <p:par>
                                <p:cTn id="56" presetID="10" presetClass="entr" presetSubtype="0" fill="hold"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500"/>
                                        <p:tgtEl>
                                          <p:spTgt spid="23"/>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500"/>
                                        <p:tgtEl>
                                          <p:spTgt spid="24"/>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500"/>
                                        <p:tgtEl>
                                          <p:spTgt spid="25"/>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500"/>
                                        <p:tgtEl>
                                          <p:spTgt spid="26"/>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500"/>
                                        <p:tgtEl>
                                          <p:spTgt spid="27"/>
                                        </p:tgtEl>
                                      </p:cBhvr>
                                    </p:animEffect>
                                  </p:childTnLst>
                                </p:cTn>
                              </p:par>
                              <p:par>
                                <p:cTn id="71" presetID="10" presetClass="entr" presetSubtype="0" fill="hold" nodeType="withEffect">
                                  <p:stCondLst>
                                    <p:cond delay="0"/>
                                  </p:stCondLst>
                                  <p:childTnLst>
                                    <p:set>
                                      <p:cBhvr>
                                        <p:cTn id="72" dur="1" fill="hold">
                                          <p:stCondLst>
                                            <p:cond delay="0"/>
                                          </p:stCondLst>
                                        </p:cTn>
                                        <p:tgtEl>
                                          <p:spTgt spid="28"/>
                                        </p:tgtEl>
                                        <p:attrNameLst>
                                          <p:attrName>style.visibility</p:attrName>
                                        </p:attrNameLst>
                                      </p:cBhvr>
                                      <p:to>
                                        <p:strVal val="visible"/>
                                      </p:to>
                                    </p:set>
                                    <p:animEffect transition="in" filter="fade">
                                      <p:cBhvr>
                                        <p:cTn id="73" dur="500"/>
                                        <p:tgtEl>
                                          <p:spTgt spid="28"/>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9"/>
                                        </p:tgtEl>
                                        <p:attrNameLst>
                                          <p:attrName>style.visibility</p:attrName>
                                        </p:attrNameLst>
                                      </p:cBhvr>
                                      <p:to>
                                        <p:strVal val="visible"/>
                                      </p:to>
                                    </p:set>
                                    <p:animEffect transition="in" filter="fade">
                                      <p:cBhvr>
                                        <p:cTn id="76" dur="500"/>
                                        <p:tgtEl>
                                          <p:spTgt spid="29"/>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500"/>
                                        <p:tgtEl>
                                          <p:spTgt spid="30"/>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fade">
                                      <p:cBhvr>
                                        <p:cTn id="82" dur="500"/>
                                        <p:tgtEl>
                                          <p:spTgt spid="31"/>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2"/>
                                        </p:tgtEl>
                                        <p:attrNameLst>
                                          <p:attrName>style.visibility</p:attrName>
                                        </p:attrNameLst>
                                      </p:cBhvr>
                                      <p:to>
                                        <p:strVal val="visible"/>
                                      </p:to>
                                    </p:set>
                                    <p:animEffect transition="in" filter="fade">
                                      <p:cBhvr>
                                        <p:cTn id="85" dur="500"/>
                                        <p:tgtEl>
                                          <p:spTgt spid="32"/>
                                        </p:tgtEl>
                                      </p:cBhvr>
                                    </p:animEffect>
                                  </p:childTnLst>
                                </p:cTn>
                              </p:par>
                              <p:par>
                                <p:cTn id="86" presetID="10" presetClass="entr" presetSubtype="0" fill="hold" nodeType="withEffect">
                                  <p:stCondLst>
                                    <p:cond delay="0"/>
                                  </p:stCondLst>
                                  <p:childTnLst>
                                    <p:set>
                                      <p:cBhvr>
                                        <p:cTn id="87" dur="1" fill="hold">
                                          <p:stCondLst>
                                            <p:cond delay="0"/>
                                          </p:stCondLst>
                                        </p:cTn>
                                        <p:tgtEl>
                                          <p:spTgt spid="33"/>
                                        </p:tgtEl>
                                        <p:attrNameLst>
                                          <p:attrName>style.visibility</p:attrName>
                                        </p:attrNameLst>
                                      </p:cBhvr>
                                      <p:to>
                                        <p:strVal val="visible"/>
                                      </p:to>
                                    </p:set>
                                    <p:animEffect transition="in" filter="fade">
                                      <p:cBhvr>
                                        <p:cTn id="88" dur="500"/>
                                        <p:tgtEl>
                                          <p:spTgt spid="33"/>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fade">
                                      <p:cBhvr>
                                        <p:cTn id="91" dur="500"/>
                                        <p:tgtEl>
                                          <p:spTgt spid="34"/>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500"/>
                                        <p:tgtEl>
                                          <p:spTgt spid="35"/>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6"/>
                                        </p:tgtEl>
                                        <p:attrNameLst>
                                          <p:attrName>style.visibility</p:attrName>
                                        </p:attrNameLst>
                                      </p:cBhvr>
                                      <p:to>
                                        <p:strVal val="visible"/>
                                      </p:to>
                                    </p:set>
                                    <p:animEffect transition="in" filter="fade">
                                      <p:cBhvr>
                                        <p:cTn id="97" dur="500"/>
                                        <p:tgtEl>
                                          <p:spTgt spid="36"/>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7"/>
                                        </p:tgtEl>
                                        <p:attrNameLst>
                                          <p:attrName>style.visibility</p:attrName>
                                        </p:attrNameLst>
                                      </p:cBhvr>
                                      <p:to>
                                        <p:strVal val="visible"/>
                                      </p:to>
                                    </p:set>
                                    <p:animEffect transition="in" filter="fade">
                                      <p:cBhvr>
                                        <p:cTn id="100" dur="500"/>
                                        <p:tgtEl>
                                          <p:spTgt spid="37"/>
                                        </p:tgtEl>
                                      </p:cBhvr>
                                    </p:animEffect>
                                  </p:childTnLst>
                                </p:cTn>
                              </p:par>
                              <p:par>
                                <p:cTn id="101" presetID="10" presetClass="entr" presetSubtype="0" fill="hold" nodeType="withEffect">
                                  <p:stCondLst>
                                    <p:cond delay="0"/>
                                  </p:stCondLst>
                                  <p:childTnLst>
                                    <p:set>
                                      <p:cBhvr>
                                        <p:cTn id="102" dur="1" fill="hold">
                                          <p:stCondLst>
                                            <p:cond delay="0"/>
                                          </p:stCondLst>
                                        </p:cTn>
                                        <p:tgtEl>
                                          <p:spTgt spid="38"/>
                                        </p:tgtEl>
                                        <p:attrNameLst>
                                          <p:attrName>style.visibility</p:attrName>
                                        </p:attrNameLst>
                                      </p:cBhvr>
                                      <p:to>
                                        <p:strVal val="visible"/>
                                      </p:to>
                                    </p:set>
                                    <p:animEffect transition="in" filter="fade">
                                      <p:cBhvr>
                                        <p:cTn id="103" dur="500"/>
                                        <p:tgtEl>
                                          <p:spTgt spid="38"/>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9"/>
                                        </p:tgtEl>
                                        <p:attrNameLst>
                                          <p:attrName>style.visibility</p:attrName>
                                        </p:attrNameLst>
                                      </p:cBhvr>
                                      <p:to>
                                        <p:strVal val="visible"/>
                                      </p:to>
                                    </p:set>
                                    <p:animEffect transition="in" filter="fade">
                                      <p:cBhvr>
                                        <p:cTn id="106" dur="500"/>
                                        <p:tgtEl>
                                          <p:spTgt spid="39"/>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40"/>
                                        </p:tgtEl>
                                        <p:attrNameLst>
                                          <p:attrName>style.visibility</p:attrName>
                                        </p:attrNameLst>
                                      </p:cBhvr>
                                      <p:to>
                                        <p:strVal val="visible"/>
                                      </p:to>
                                    </p:set>
                                    <p:animEffect transition="in" filter="fade">
                                      <p:cBhvr>
                                        <p:cTn id="109" dur="500"/>
                                        <p:tgtEl>
                                          <p:spTgt spid="40"/>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41"/>
                                        </p:tgtEl>
                                        <p:attrNameLst>
                                          <p:attrName>style.visibility</p:attrName>
                                        </p:attrNameLst>
                                      </p:cBhvr>
                                      <p:to>
                                        <p:strVal val="visible"/>
                                      </p:to>
                                    </p:set>
                                    <p:animEffect transition="in" filter="fade">
                                      <p:cBhvr>
                                        <p:cTn id="112" dur="500"/>
                                        <p:tgtEl>
                                          <p:spTgt spid="41"/>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42"/>
                                        </p:tgtEl>
                                        <p:attrNameLst>
                                          <p:attrName>style.visibility</p:attrName>
                                        </p:attrNameLst>
                                      </p:cBhvr>
                                      <p:to>
                                        <p:strVal val="visible"/>
                                      </p:to>
                                    </p:set>
                                    <p:animEffect transition="in" filter="fade">
                                      <p:cBhvr>
                                        <p:cTn id="115" dur="500"/>
                                        <p:tgtEl>
                                          <p:spTgt spid="42"/>
                                        </p:tgtEl>
                                      </p:cBhvr>
                                    </p:animEffect>
                                  </p:childTnLst>
                                </p:cTn>
                              </p:par>
                              <p:par>
                                <p:cTn id="116" presetID="10" presetClass="entr" presetSubtype="0" fill="hold" nodeType="withEffect">
                                  <p:stCondLst>
                                    <p:cond delay="0"/>
                                  </p:stCondLst>
                                  <p:childTnLst>
                                    <p:set>
                                      <p:cBhvr>
                                        <p:cTn id="117" dur="1" fill="hold">
                                          <p:stCondLst>
                                            <p:cond delay="0"/>
                                          </p:stCondLst>
                                        </p:cTn>
                                        <p:tgtEl>
                                          <p:spTgt spid="43"/>
                                        </p:tgtEl>
                                        <p:attrNameLst>
                                          <p:attrName>style.visibility</p:attrName>
                                        </p:attrNameLst>
                                      </p:cBhvr>
                                      <p:to>
                                        <p:strVal val="visible"/>
                                      </p:to>
                                    </p:set>
                                    <p:animEffect transition="in" filter="fade">
                                      <p:cBhvr>
                                        <p:cTn id="118" dur="500"/>
                                        <p:tgtEl>
                                          <p:spTgt spid="43"/>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44"/>
                                        </p:tgtEl>
                                        <p:attrNameLst>
                                          <p:attrName>style.visibility</p:attrName>
                                        </p:attrNameLst>
                                      </p:cBhvr>
                                      <p:to>
                                        <p:strVal val="visible"/>
                                      </p:to>
                                    </p:set>
                                    <p:animEffect transition="in" filter="fade">
                                      <p:cBhvr>
                                        <p:cTn id="121" dur="500"/>
                                        <p:tgtEl>
                                          <p:spTgt spid="44"/>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5"/>
                                        </p:tgtEl>
                                        <p:attrNameLst>
                                          <p:attrName>style.visibility</p:attrName>
                                        </p:attrNameLst>
                                      </p:cBhvr>
                                      <p:to>
                                        <p:strVal val="visible"/>
                                      </p:to>
                                    </p:set>
                                    <p:animEffect transition="in" filter="fade">
                                      <p:cBhvr>
                                        <p:cTn id="124"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P spid="11" grpId="0" animBg="1"/>
      <p:bldP spid="12" grpId="0" animBg="1"/>
      <p:bldP spid="14" grpId="0" animBg="1"/>
      <p:bldP spid="15" grpId="0" animBg="1"/>
      <p:bldP spid="16" grpId="0" animBg="1"/>
      <p:bldP spid="17" grpId="0" animBg="1"/>
      <p:bldP spid="19" grpId="0" animBg="1"/>
      <p:bldP spid="20" grpId="0" animBg="1"/>
      <p:bldP spid="21" grpId="0" animBg="1"/>
      <p:bldP spid="22" grpId="0" animBg="1"/>
      <p:bldP spid="24" grpId="0" animBg="1"/>
      <p:bldP spid="25" grpId="0" animBg="1"/>
      <p:bldP spid="26" grpId="0" animBg="1"/>
      <p:bldP spid="27" grpId="0" animBg="1"/>
      <p:bldP spid="29" grpId="0" animBg="1"/>
      <p:bldP spid="30" grpId="0" animBg="1"/>
      <p:bldP spid="31" grpId="0" animBg="1"/>
      <p:bldP spid="32" grpId="0" animBg="1"/>
      <p:bldP spid="34" grpId="0" animBg="1"/>
      <p:bldP spid="35" grpId="0" animBg="1"/>
      <p:bldP spid="36" grpId="0" animBg="1"/>
      <p:bldP spid="37" grpId="0" animBg="1"/>
      <p:bldP spid="39" grpId="0" animBg="1"/>
      <p:bldP spid="40" grpId="0" animBg="1"/>
      <p:bldP spid="41" grpId="0" animBg="1"/>
      <p:bldP spid="42" grpId="0" animBg="1"/>
      <p:bldP spid="44" grpId="0" animBg="1"/>
      <p:bldP spid="45"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a:effectLst/>
      </p:bgPr>
    </p:bg>
    <p:spTree>
      <p:nvGrpSpPr>
        <p:cNvPr id="1" name=""/>
        <p:cNvGrpSpPr/>
        <p:nvPr/>
      </p:nvGrpSpPr>
      <p:grpSpPr>
        <a:xfrm>
          <a:off x="0" y="0"/>
          <a:ext cx="0" cy="0"/>
          <a:chOff x="0" y="0"/>
          <a:chExt cx="0" cy="0"/>
        </a:xfrm>
      </p:grpSpPr>
      <p:sp>
        <p:nvSpPr>
          <p:cNvPr id="45" name="Google Shape;105;p27">
            <a:extLst>
              <a:ext uri="{FF2B5EF4-FFF2-40B4-BE49-F238E27FC236}">
                <a16:creationId xmlns:a16="http://schemas.microsoft.com/office/drawing/2014/main" id="{08DA83C2-09FC-F3CB-5646-8DF77F41F4EE}"/>
              </a:ext>
            </a:extLst>
          </p:cNvPr>
          <p:cNvSpPr/>
          <p:nvPr/>
        </p:nvSpPr>
        <p:spPr>
          <a:xfrm rot="5400000">
            <a:off x="-660076" y="646210"/>
            <a:ext cx="2201895" cy="881743"/>
          </a:xfrm>
          <a:prstGeom prst="triangle">
            <a:avLst>
              <a:gd name="adj" fmla="val 50411"/>
            </a:avLst>
          </a:prstGeom>
          <a:solidFill>
            <a:schemeClr val="accent1">
              <a:lumMod val="75000"/>
            </a:schemeClr>
          </a:solidFill>
          <a:ln/>
        </p:spPr>
        <p:style>
          <a:lnRef idx="2">
            <a:schemeClr val="accent1"/>
          </a:lnRef>
          <a:fillRef idx="1">
            <a:schemeClr val="lt1"/>
          </a:fillRef>
          <a:effectRef idx="0">
            <a:schemeClr val="accent1"/>
          </a:effectRef>
          <a:fontRef idx="minor">
            <a:schemeClr val="dk1"/>
          </a:fontRef>
        </p:style>
        <p:txBody>
          <a:bodyPr spcFirstLastPara="1" wrap="square" lIns="121900" tIns="121900" rIns="121900" bIns="121900" anchor="ctr" anchorCtr="0">
            <a:noAutofit/>
          </a:bodyPr>
          <a:lstStyle/>
          <a:p>
            <a:endParaRPr sz="2400"/>
          </a:p>
        </p:txBody>
      </p:sp>
      <p:sp>
        <p:nvSpPr>
          <p:cNvPr id="46" name="Google Shape;105;p27">
            <a:extLst>
              <a:ext uri="{FF2B5EF4-FFF2-40B4-BE49-F238E27FC236}">
                <a16:creationId xmlns:a16="http://schemas.microsoft.com/office/drawing/2014/main" id="{73980CE9-FC22-5271-B636-51D523FC424A}"/>
              </a:ext>
            </a:extLst>
          </p:cNvPr>
          <p:cNvSpPr/>
          <p:nvPr/>
        </p:nvSpPr>
        <p:spPr>
          <a:xfrm rot="16200000">
            <a:off x="10650181" y="5330638"/>
            <a:ext cx="2201895" cy="881743"/>
          </a:xfrm>
          <a:prstGeom prst="triangle">
            <a:avLst>
              <a:gd name="adj" fmla="val 50411"/>
            </a:avLst>
          </a:prstGeom>
          <a:solidFill>
            <a:schemeClr val="accent1">
              <a:lumMod val="75000"/>
            </a:schemeClr>
          </a:solidFill>
          <a:ln>
            <a:solidFill>
              <a:schemeClr val="accent1"/>
            </a:solidFill>
          </a:ln>
        </p:spPr>
        <p:txBody>
          <a:bodyPr spcFirstLastPara="1" wrap="square" lIns="121900" tIns="121900" rIns="121900" bIns="121900" anchor="ctr" anchorCtr="0">
            <a:noAutofit/>
          </a:bodyPr>
          <a:lstStyle/>
          <a:p>
            <a:endParaRPr sz="2400"/>
          </a:p>
        </p:txBody>
      </p:sp>
      <p:sp>
        <p:nvSpPr>
          <p:cNvPr id="2" name="Shape 0"/>
          <p:cNvSpPr/>
          <p:nvPr/>
        </p:nvSpPr>
        <p:spPr>
          <a:xfrm>
            <a:off x="548640" y="502920"/>
            <a:ext cx="164592" cy="164592"/>
          </a:xfrm>
          <a:prstGeom prst="rect">
            <a:avLst/>
          </a:prstGeom>
          <a:solidFill>
            <a:srgbClr val="06B6D4"/>
          </a:solidFill>
          <a:ln w="12700">
            <a:solidFill>
              <a:srgbClr val="06B6D4"/>
            </a:solidFill>
            <a:prstDash val="solid"/>
          </a:ln>
        </p:spPr>
        <p:txBody>
          <a:bodyPr/>
          <a:lstStyle/>
          <a:p>
            <a:endParaRPr lang="fr-FR"/>
          </a:p>
        </p:txBody>
      </p:sp>
      <p:sp>
        <p:nvSpPr>
          <p:cNvPr id="3" name="Text 1"/>
          <p:cNvSpPr/>
          <p:nvPr/>
        </p:nvSpPr>
        <p:spPr>
          <a:xfrm>
            <a:off x="777240" y="411480"/>
            <a:ext cx="2011680" cy="320040"/>
          </a:xfrm>
          <a:prstGeom prst="rect">
            <a:avLst/>
          </a:prstGeom>
          <a:noFill/>
          <a:ln/>
        </p:spPr>
        <p:txBody>
          <a:bodyPr wrap="square" rtlCol="0" anchor="ctr"/>
          <a:lstStyle/>
          <a:p>
            <a:pPr marL="0" indent="0">
              <a:buNone/>
            </a:pPr>
            <a:r>
              <a:rPr lang="en-US" sz="1100" b="1" kern="0" spc="200" dirty="0">
                <a:solidFill>
                  <a:srgbClr val="0F172A"/>
                </a:solidFill>
                <a:latin typeface="Calibri" pitchFamily="34" charset="0"/>
                <a:ea typeface="Calibri" pitchFamily="34" charset="-122"/>
                <a:cs typeface="Calibri" pitchFamily="34" charset="-120"/>
              </a:rPr>
              <a:t>Syndic IA</a:t>
            </a:r>
            <a:endParaRPr lang="en-US" sz="1100" dirty="0"/>
          </a:p>
        </p:txBody>
      </p:sp>
      <p:sp>
        <p:nvSpPr>
          <p:cNvPr id="4" name="Text 2"/>
          <p:cNvSpPr/>
          <p:nvPr/>
        </p:nvSpPr>
        <p:spPr>
          <a:xfrm>
            <a:off x="548640" y="914400"/>
            <a:ext cx="5486400" cy="320040"/>
          </a:xfrm>
          <a:prstGeom prst="rect">
            <a:avLst/>
          </a:prstGeom>
          <a:noFill/>
          <a:ln/>
        </p:spPr>
        <p:txBody>
          <a:bodyPr wrap="square" rtlCol="0" anchor="ctr"/>
          <a:lstStyle/>
          <a:p>
            <a:pPr marL="0" indent="0">
              <a:buNone/>
            </a:pPr>
            <a:r>
              <a:rPr lang="en-US" sz="1200" b="1" kern="0" spc="400" dirty="0">
                <a:solidFill>
                  <a:srgbClr val="06B6D4"/>
                </a:solidFill>
                <a:latin typeface="Calibri" pitchFamily="34" charset="0"/>
                <a:ea typeface="Calibri" pitchFamily="34" charset="-122"/>
                <a:cs typeface="Calibri" pitchFamily="34" charset="-120"/>
              </a:rPr>
              <a:t>22 · ÉVOLUTIONS</a:t>
            </a:r>
            <a:endParaRPr lang="en-US" sz="1200" dirty="0"/>
          </a:p>
        </p:txBody>
      </p:sp>
      <p:sp>
        <p:nvSpPr>
          <p:cNvPr id="5" name="Text 3"/>
          <p:cNvSpPr/>
          <p:nvPr/>
        </p:nvSpPr>
        <p:spPr>
          <a:xfrm>
            <a:off x="548640" y="1234440"/>
            <a:ext cx="10972800" cy="822960"/>
          </a:xfrm>
          <a:prstGeom prst="rect">
            <a:avLst/>
          </a:prstGeom>
          <a:noFill/>
          <a:ln/>
        </p:spPr>
        <p:txBody>
          <a:bodyPr wrap="square" lIns="0" tIns="0" rIns="0" bIns="0" rtlCol="0" anchor="ctr"/>
          <a:lstStyle/>
          <a:p>
            <a:pPr marL="0" indent="0">
              <a:buNone/>
            </a:pPr>
            <a:r>
              <a:rPr lang="en-US" sz="3600" b="1" dirty="0">
                <a:solidFill>
                  <a:srgbClr val="0F172A"/>
                </a:solidFill>
                <a:latin typeface="Georgia" pitchFamily="34" charset="0"/>
                <a:ea typeface="Georgia" pitchFamily="34" charset="-122"/>
                <a:cs typeface="Georgia" pitchFamily="34" charset="-120"/>
              </a:rPr>
              <a:t>Limites actuelles &amp; roadmap</a:t>
            </a:r>
            <a:endParaRPr lang="en-US" sz="3600" dirty="0"/>
          </a:p>
        </p:txBody>
      </p:sp>
      <p:sp>
        <p:nvSpPr>
          <p:cNvPr id="6" name="Shape 4"/>
          <p:cNvSpPr/>
          <p:nvPr/>
        </p:nvSpPr>
        <p:spPr>
          <a:xfrm>
            <a:off x="548640" y="2240280"/>
            <a:ext cx="5532120" cy="4297680"/>
          </a:xfrm>
          <a:prstGeom prst="rect">
            <a:avLst/>
          </a:prstGeom>
          <a:solidFill>
            <a:srgbClr val="FFFFFF"/>
          </a:solidFill>
          <a:ln w="12700">
            <a:solidFill>
              <a:srgbClr val="E2E8F0"/>
            </a:solidFill>
            <a:prstDash val="solid"/>
          </a:ln>
        </p:spPr>
        <p:txBody>
          <a:bodyPr/>
          <a:lstStyle/>
          <a:p>
            <a:endParaRPr lang="fr-FR"/>
          </a:p>
        </p:txBody>
      </p:sp>
      <p:sp>
        <p:nvSpPr>
          <p:cNvPr id="7" name="Shape 5"/>
          <p:cNvSpPr/>
          <p:nvPr/>
        </p:nvSpPr>
        <p:spPr>
          <a:xfrm>
            <a:off x="548640" y="2240280"/>
            <a:ext cx="5532120" cy="502920"/>
          </a:xfrm>
          <a:prstGeom prst="rect">
            <a:avLst/>
          </a:prstGeom>
          <a:solidFill>
            <a:srgbClr val="DC2626"/>
          </a:solidFill>
          <a:ln w="12700">
            <a:solidFill>
              <a:srgbClr val="DC2626"/>
            </a:solidFill>
            <a:prstDash val="solid"/>
          </a:ln>
        </p:spPr>
        <p:txBody>
          <a:bodyPr/>
          <a:lstStyle/>
          <a:p>
            <a:endParaRPr lang="fr-FR"/>
          </a:p>
        </p:txBody>
      </p:sp>
      <p:pic>
        <p:nvPicPr>
          <p:cNvPr id="8" name="Image 0" descr="preencoded.png"/>
          <p:cNvPicPr>
            <a:picLocks noChangeAspect="1"/>
          </p:cNvPicPr>
          <p:nvPr/>
        </p:nvPicPr>
        <p:blipFill>
          <a:blip r:embed="rId3"/>
          <a:stretch>
            <a:fillRect/>
          </a:stretch>
        </p:blipFill>
        <p:spPr>
          <a:xfrm>
            <a:off x="777240" y="2359152"/>
            <a:ext cx="274320" cy="274320"/>
          </a:xfrm>
          <a:prstGeom prst="rect">
            <a:avLst/>
          </a:prstGeom>
        </p:spPr>
      </p:pic>
      <p:sp>
        <p:nvSpPr>
          <p:cNvPr id="9" name="Text 6"/>
          <p:cNvSpPr/>
          <p:nvPr/>
        </p:nvSpPr>
        <p:spPr>
          <a:xfrm>
            <a:off x="1143000" y="2331720"/>
            <a:ext cx="4572000" cy="365760"/>
          </a:xfrm>
          <a:prstGeom prst="rect">
            <a:avLst/>
          </a:prstGeom>
          <a:noFill/>
          <a:ln/>
        </p:spPr>
        <p:txBody>
          <a:bodyPr wrap="square" lIns="0" tIns="0" rIns="0" bIns="0" rtlCol="0" anchor="ctr"/>
          <a:lstStyle/>
          <a:p>
            <a:pPr marL="0" indent="0">
              <a:buNone/>
            </a:pPr>
            <a:r>
              <a:rPr lang="en-US" sz="1400" b="1" kern="0" spc="400" dirty="0">
                <a:solidFill>
                  <a:srgbClr val="FFFFFF"/>
                </a:solidFill>
                <a:latin typeface="Calibri" pitchFamily="34" charset="0"/>
                <a:ea typeface="Calibri" pitchFamily="34" charset="-122"/>
                <a:cs typeface="Calibri" pitchFamily="34" charset="-120"/>
              </a:rPr>
              <a:t>LIMITES ACTUELLES</a:t>
            </a:r>
            <a:endParaRPr lang="en-US" sz="1400" dirty="0"/>
          </a:p>
        </p:txBody>
      </p:sp>
      <p:sp>
        <p:nvSpPr>
          <p:cNvPr id="10" name="Shape 7"/>
          <p:cNvSpPr/>
          <p:nvPr/>
        </p:nvSpPr>
        <p:spPr>
          <a:xfrm>
            <a:off x="868680" y="3090672"/>
            <a:ext cx="164592" cy="164592"/>
          </a:xfrm>
          <a:prstGeom prst="ellipse">
            <a:avLst/>
          </a:prstGeom>
          <a:solidFill>
            <a:srgbClr val="DC2626"/>
          </a:solidFill>
          <a:ln w="12700">
            <a:solidFill>
              <a:srgbClr val="DC2626"/>
            </a:solidFill>
            <a:prstDash val="solid"/>
          </a:ln>
        </p:spPr>
        <p:txBody>
          <a:bodyPr/>
          <a:lstStyle/>
          <a:p>
            <a:endParaRPr lang="fr-FR"/>
          </a:p>
        </p:txBody>
      </p:sp>
      <p:sp>
        <p:nvSpPr>
          <p:cNvPr id="11" name="Text 8"/>
          <p:cNvSpPr/>
          <p:nvPr/>
        </p:nvSpPr>
        <p:spPr>
          <a:xfrm>
            <a:off x="1188720" y="2971800"/>
            <a:ext cx="4800600" cy="292608"/>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Backend monolithique</a:t>
            </a:r>
            <a:endParaRPr lang="en-US" sz="1300" dirty="0"/>
          </a:p>
        </p:txBody>
      </p:sp>
      <p:sp>
        <p:nvSpPr>
          <p:cNvPr id="12" name="Text 9"/>
          <p:cNvSpPr/>
          <p:nvPr/>
        </p:nvSpPr>
        <p:spPr>
          <a:xfrm>
            <a:off x="1188720" y="3255264"/>
            <a:ext cx="4754880" cy="36576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main.py ≈ 1000 lignes, fort couplage.</a:t>
            </a:r>
            <a:endParaRPr lang="en-US" sz="1100" dirty="0"/>
          </a:p>
        </p:txBody>
      </p:sp>
      <p:sp>
        <p:nvSpPr>
          <p:cNvPr id="13" name="Shape 10"/>
          <p:cNvSpPr/>
          <p:nvPr/>
        </p:nvSpPr>
        <p:spPr>
          <a:xfrm>
            <a:off x="868680" y="3803904"/>
            <a:ext cx="164592" cy="164592"/>
          </a:xfrm>
          <a:prstGeom prst="ellipse">
            <a:avLst/>
          </a:prstGeom>
          <a:solidFill>
            <a:srgbClr val="DC2626"/>
          </a:solidFill>
          <a:ln w="12700">
            <a:solidFill>
              <a:srgbClr val="DC2626"/>
            </a:solidFill>
            <a:prstDash val="solid"/>
          </a:ln>
        </p:spPr>
        <p:txBody>
          <a:bodyPr/>
          <a:lstStyle/>
          <a:p>
            <a:endParaRPr lang="fr-FR"/>
          </a:p>
        </p:txBody>
      </p:sp>
      <p:sp>
        <p:nvSpPr>
          <p:cNvPr id="14" name="Text 11"/>
          <p:cNvSpPr/>
          <p:nvPr/>
        </p:nvSpPr>
        <p:spPr>
          <a:xfrm>
            <a:off x="1188720" y="3685032"/>
            <a:ext cx="4800600" cy="292608"/>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Manque de tests automatisés</a:t>
            </a:r>
            <a:endParaRPr lang="en-US" sz="1300" dirty="0"/>
          </a:p>
        </p:txBody>
      </p:sp>
      <p:sp>
        <p:nvSpPr>
          <p:cNvPr id="15" name="Text 12"/>
          <p:cNvSpPr/>
          <p:nvPr/>
        </p:nvSpPr>
        <p:spPr>
          <a:xfrm>
            <a:off x="1188720" y="3968496"/>
            <a:ext cx="4754880" cy="36576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Pas de dossier de tests observé.</a:t>
            </a:r>
            <a:endParaRPr lang="en-US" sz="1100" dirty="0"/>
          </a:p>
        </p:txBody>
      </p:sp>
      <p:sp>
        <p:nvSpPr>
          <p:cNvPr id="16" name="Shape 13"/>
          <p:cNvSpPr/>
          <p:nvPr/>
        </p:nvSpPr>
        <p:spPr>
          <a:xfrm>
            <a:off x="868680" y="4517136"/>
            <a:ext cx="164592" cy="164592"/>
          </a:xfrm>
          <a:prstGeom prst="ellipse">
            <a:avLst/>
          </a:prstGeom>
          <a:solidFill>
            <a:srgbClr val="DC2626"/>
          </a:solidFill>
          <a:ln w="12700">
            <a:solidFill>
              <a:srgbClr val="DC2626"/>
            </a:solidFill>
            <a:prstDash val="solid"/>
          </a:ln>
        </p:spPr>
        <p:txBody>
          <a:bodyPr/>
          <a:lstStyle/>
          <a:p>
            <a:endParaRPr lang="fr-FR"/>
          </a:p>
        </p:txBody>
      </p:sp>
      <p:sp>
        <p:nvSpPr>
          <p:cNvPr id="17" name="Text 14"/>
          <p:cNvSpPr/>
          <p:nvPr/>
        </p:nvSpPr>
        <p:spPr>
          <a:xfrm>
            <a:off x="1188720" y="4398264"/>
            <a:ext cx="4800600" cy="292608"/>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Secrets locaux</a:t>
            </a:r>
            <a:endParaRPr lang="en-US" sz="1300" dirty="0"/>
          </a:p>
        </p:txBody>
      </p:sp>
      <p:sp>
        <p:nvSpPr>
          <p:cNvPr id="18" name="Text 15"/>
          <p:cNvSpPr/>
          <p:nvPr/>
        </p:nvSpPr>
        <p:spPr>
          <a:xfrm>
            <a:off x="1188720" y="4681728"/>
            <a:ext cx="4754880" cy="36576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serviceAccountKey, cookies à protéger.</a:t>
            </a:r>
            <a:endParaRPr lang="en-US" sz="1100" dirty="0"/>
          </a:p>
        </p:txBody>
      </p:sp>
      <p:sp>
        <p:nvSpPr>
          <p:cNvPr id="19" name="Shape 16"/>
          <p:cNvSpPr/>
          <p:nvPr/>
        </p:nvSpPr>
        <p:spPr>
          <a:xfrm>
            <a:off x="868680" y="5230368"/>
            <a:ext cx="164592" cy="164592"/>
          </a:xfrm>
          <a:prstGeom prst="ellipse">
            <a:avLst/>
          </a:prstGeom>
          <a:solidFill>
            <a:srgbClr val="DC2626"/>
          </a:solidFill>
          <a:ln w="12700">
            <a:solidFill>
              <a:srgbClr val="DC2626"/>
            </a:solidFill>
            <a:prstDash val="solid"/>
          </a:ln>
        </p:spPr>
        <p:txBody>
          <a:bodyPr/>
          <a:lstStyle/>
          <a:p>
            <a:endParaRPr lang="fr-FR"/>
          </a:p>
        </p:txBody>
      </p:sp>
      <p:sp>
        <p:nvSpPr>
          <p:cNvPr id="20" name="Text 17"/>
          <p:cNvSpPr/>
          <p:nvPr/>
        </p:nvSpPr>
        <p:spPr>
          <a:xfrm>
            <a:off x="1188720" y="5111496"/>
            <a:ext cx="4800600" cy="292608"/>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WebSocket non authentifié</a:t>
            </a:r>
            <a:endParaRPr lang="en-US" sz="1300" dirty="0"/>
          </a:p>
        </p:txBody>
      </p:sp>
      <p:sp>
        <p:nvSpPr>
          <p:cNvPr id="21" name="Text 18"/>
          <p:cNvSpPr/>
          <p:nvPr/>
        </p:nvSpPr>
        <p:spPr>
          <a:xfrm>
            <a:off x="1188720" y="5394960"/>
            <a:ext cx="4754880" cy="36576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Canal /ws ouvert aux abonnés.</a:t>
            </a:r>
            <a:endParaRPr lang="en-US" sz="1100" dirty="0"/>
          </a:p>
        </p:txBody>
      </p:sp>
      <p:sp>
        <p:nvSpPr>
          <p:cNvPr id="22" name="Shape 19"/>
          <p:cNvSpPr/>
          <p:nvPr/>
        </p:nvSpPr>
        <p:spPr>
          <a:xfrm>
            <a:off x="868680" y="5943600"/>
            <a:ext cx="164592" cy="164592"/>
          </a:xfrm>
          <a:prstGeom prst="ellipse">
            <a:avLst/>
          </a:prstGeom>
          <a:solidFill>
            <a:srgbClr val="DC2626"/>
          </a:solidFill>
          <a:ln w="12700">
            <a:solidFill>
              <a:srgbClr val="DC2626"/>
            </a:solidFill>
            <a:prstDash val="solid"/>
          </a:ln>
        </p:spPr>
        <p:txBody>
          <a:bodyPr/>
          <a:lstStyle/>
          <a:p>
            <a:endParaRPr lang="fr-FR"/>
          </a:p>
        </p:txBody>
      </p:sp>
      <p:sp>
        <p:nvSpPr>
          <p:cNvPr id="23" name="Text 20"/>
          <p:cNvSpPr/>
          <p:nvPr/>
        </p:nvSpPr>
        <p:spPr>
          <a:xfrm>
            <a:off x="1188720" y="5824728"/>
            <a:ext cx="4800600" cy="292608"/>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Déploiement non standardisé</a:t>
            </a:r>
            <a:endParaRPr lang="en-US" sz="1300" dirty="0"/>
          </a:p>
        </p:txBody>
      </p:sp>
      <p:sp>
        <p:nvSpPr>
          <p:cNvPr id="24" name="Text 21"/>
          <p:cNvSpPr/>
          <p:nvPr/>
        </p:nvSpPr>
        <p:spPr>
          <a:xfrm>
            <a:off x="1188720" y="6108192"/>
            <a:ext cx="4754880" cy="36576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Local uniquement (ngrok), pas de Docker ni CI/CD.</a:t>
            </a:r>
            <a:endParaRPr lang="en-US" sz="1100" dirty="0"/>
          </a:p>
        </p:txBody>
      </p:sp>
      <p:sp>
        <p:nvSpPr>
          <p:cNvPr id="25" name="Shape 22"/>
          <p:cNvSpPr/>
          <p:nvPr/>
        </p:nvSpPr>
        <p:spPr>
          <a:xfrm>
            <a:off x="6263640" y="2240280"/>
            <a:ext cx="5532120" cy="4297680"/>
          </a:xfrm>
          <a:prstGeom prst="rect">
            <a:avLst/>
          </a:prstGeom>
          <a:solidFill>
            <a:srgbClr val="FFFFFF"/>
          </a:solidFill>
          <a:ln w="12700">
            <a:solidFill>
              <a:srgbClr val="E2E8F0"/>
            </a:solidFill>
            <a:prstDash val="solid"/>
          </a:ln>
        </p:spPr>
        <p:txBody>
          <a:bodyPr/>
          <a:lstStyle/>
          <a:p>
            <a:endParaRPr lang="fr-FR"/>
          </a:p>
        </p:txBody>
      </p:sp>
      <p:sp>
        <p:nvSpPr>
          <p:cNvPr id="26" name="Shape 23"/>
          <p:cNvSpPr/>
          <p:nvPr/>
        </p:nvSpPr>
        <p:spPr>
          <a:xfrm>
            <a:off x="6263640" y="2240280"/>
            <a:ext cx="5532120" cy="502920"/>
          </a:xfrm>
          <a:prstGeom prst="rect">
            <a:avLst/>
          </a:prstGeom>
          <a:solidFill>
            <a:srgbClr val="22C55E"/>
          </a:solidFill>
          <a:ln w="12700">
            <a:solidFill>
              <a:srgbClr val="22C55E"/>
            </a:solidFill>
            <a:prstDash val="solid"/>
          </a:ln>
        </p:spPr>
        <p:txBody>
          <a:bodyPr/>
          <a:lstStyle/>
          <a:p>
            <a:endParaRPr lang="fr-FR"/>
          </a:p>
        </p:txBody>
      </p:sp>
      <p:pic>
        <p:nvPicPr>
          <p:cNvPr id="27" name="Image 1" descr="preencoded.png"/>
          <p:cNvPicPr>
            <a:picLocks noChangeAspect="1"/>
          </p:cNvPicPr>
          <p:nvPr/>
        </p:nvPicPr>
        <p:blipFill>
          <a:blip r:embed="rId4"/>
          <a:stretch>
            <a:fillRect/>
          </a:stretch>
        </p:blipFill>
        <p:spPr>
          <a:xfrm>
            <a:off x="6492240" y="2359152"/>
            <a:ext cx="274320" cy="274320"/>
          </a:xfrm>
          <a:prstGeom prst="rect">
            <a:avLst/>
          </a:prstGeom>
        </p:spPr>
      </p:pic>
      <p:sp>
        <p:nvSpPr>
          <p:cNvPr id="28" name="Text 24"/>
          <p:cNvSpPr/>
          <p:nvPr/>
        </p:nvSpPr>
        <p:spPr>
          <a:xfrm>
            <a:off x="6858000" y="2331720"/>
            <a:ext cx="4572000" cy="365760"/>
          </a:xfrm>
          <a:prstGeom prst="rect">
            <a:avLst/>
          </a:prstGeom>
          <a:noFill/>
          <a:ln/>
        </p:spPr>
        <p:txBody>
          <a:bodyPr wrap="square" lIns="0" tIns="0" rIns="0" bIns="0" rtlCol="0" anchor="ctr"/>
          <a:lstStyle/>
          <a:p>
            <a:pPr marL="0" indent="0">
              <a:buNone/>
            </a:pPr>
            <a:r>
              <a:rPr lang="en-US" sz="1400" b="1" kern="0" spc="400" dirty="0">
                <a:solidFill>
                  <a:srgbClr val="FFFFFF"/>
                </a:solidFill>
                <a:latin typeface="Calibri" pitchFamily="34" charset="0"/>
                <a:ea typeface="Calibri" pitchFamily="34" charset="-122"/>
                <a:cs typeface="Calibri" pitchFamily="34" charset="-120"/>
              </a:rPr>
              <a:t>ROADMAP</a:t>
            </a:r>
            <a:endParaRPr lang="en-US" sz="1400" dirty="0"/>
          </a:p>
        </p:txBody>
      </p:sp>
      <p:sp>
        <p:nvSpPr>
          <p:cNvPr id="29" name="Shape 25"/>
          <p:cNvSpPr/>
          <p:nvPr/>
        </p:nvSpPr>
        <p:spPr>
          <a:xfrm>
            <a:off x="6583680" y="3090672"/>
            <a:ext cx="164592" cy="164592"/>
          </a:xfrm>
          <a:prstGeom prst="ellipse">
            <a:avLst/>
          </a:prstGeom>
          <a:solidFill>
            <a:srgbClr val="22C55E"/>
          </a:solidFill>
          <a:ln w="12700">
            <a:solidFill>
              <a:srgbClr val="22C55E"/>
            </a:solidFill>
            <a:prstDash val="solid"/>
          </a:ln>
        </p:spPr>
        <p:txBody>
          <a:bodyPr/>
          <a:lstStyle/>
          <a:p>
            <a:endParaRPr lang="fr-FR"/>
          </a:p>
        </p:txBody>
      </p:sp>
      <p:sp>
        <p:nvSpPr>
          <p:cNvPr id="30" name="Text 26"/>
          <p:cNvSpPr/>
          <p:nvPr/>
        </p:nvSpPr>
        <p:spPr>
          <a:xfrm>
            <a:off x="6903720" y="2971800"/>
            <a:ext cx="4800600" cy="292608"/>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Docker + CI/CD</a:t>
            </a:r>
            <a:endParaRPr lang="en-US" sz="1300" dirty="0"/>
          </a:p>
        </p:txBody>
      </p:sp>
      <p:sp>
        <p:nvSpPr>
          <p:cNvPr id="31" name="Text 27"/>
          <p:cNvSpPr/>
          <p:nvPr/>
        </p:nvSpPr>
        <p:spPr>
          <a:xfrm>
            <a:off x="6903720" y="3255264"/>
            <a:ext cx="4754880" cy="36576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Containérisation et pipeline automatisé.</a:t>
            </a:r>
            <a:endParaRPr lang="en-US" sz="1100" dirty="0"/>
          </a:p>
        </p:txBody>
      </p:sp>
      <p:sp>
        <p:nvSpPr>
          <p:cNvPr id="32" name="Shape 28"/>
          <p:cNvSpPr/>
          <p:nvPr/>
        </p:nvSpPr>
        <p:spPr>
          <a:xfrm>
            <a:off x="6583680" y="3803904"/>
            <a:ext cx="164592" cy="164592"/>
          </a:xfrm>
          <a:prstGeom prst="ellipse">
            <a:avLst/>
          </a:prstGeom>
          <a:solidFill>
            <a:srgbClr val="22C55E"/>
          </a:solidFill>
          <a:ln w="12700">
            <a:solidFill>
              <a:srgbClr val="22C55E"/>
            </a:solidFill>
            <a:prstDash val="solid"/>
          </a:ln>
        </p:spPr>
        <p:txBody>
          <a:bodyPr/>
          <a:lstStyle/>
          <a:p>
            <a:endParaRPr lang="fr-FR"/>
          </a:p>
        </p:txBody>
      </p:sp>
      <p:sp>
        <p:nvSpPr>
          <p:cNvPr id="33" name="Text 29"/>
          <p:cNvSpPr/>
          <p:nvPr/>
        </p:nvSpPr>
        <p:spPr>
          <a:xfrm>
            <a:off x="6903720" y="3685032"/>
            <a:ext cx="4800600" cy="292608"/>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RBAC &amp; Alembic</a:t>
            </a:r>
            <a:endParaRPr lang="en-US" sz="1300" dirty="0"/>
          </a:p>
        </p:txBody>
      </p:sp>
      <p:sp>
        <p:nvSpPr>
          <p:cNvPr id="34" name="Text 30"/>
          <p:cNvSpPr/>
          <p:nvPr/>
        </p:nvSpPr>
        <p:spPr>
          <a:xfrm>
            <a:off x="6903720" y="3968496"/>
            <a:ext cx="4754880" cy="36576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Rôles fins et migrations SQL versionnées.</a:t>
            </a:r>
            <a:endParaRPr lang="en-US" sz="1100" dirty="0"/>
          </a:p>
        </p:txBody>
      </p:sp>
      <p:sp>
        <p:nvSpPr>
          <p:cNvPr id="35" name="Shape 31"/>
          <p:cNvSpPr/>
          <p:nvPr/>
        </p:nvSpPr>
        <p:spPr>
          <a:xfrm>
            <a:off x="6583680" y="4517136"/>
            <a:ext cx="164592" cy="164592"/>
          </a:xfrm>
          <a:prstGeom prst="ellipse">
            <a:avLst/>
          </a:prstGeom>
          <a:solidFill>
            <a:srgbClr val="22C55E"/>
          </a:solidFill>
          <a:ln w="12700">
            <a:solidFill>
              <a:srgbClr val="22C55E"/>
            </a:solidFill>
            <a:prstDash val="solid"/>
          </a:ln>
        </p:spPr>
        <p:txBody>
          <a:bodyPr/>
          <a:lstStyle/>
          <a:p>
            <a:endParaRPr lang="fr-FR"/>
          </a:p>
        </p:txBody>
      </p:sp>
      <p:sp>
        <p:nvSpPr>
          <p:cNvPr id="36" name="Text 32"/>
          <p:cNvSpPr/>
          <p:nvPr/>
        </p:nvSpPr>
        <p:spPr>
          <a:xfrm>
            <a:off x="6903720" y="4398264"/>
            <a:ext cx="4800600" cy="292608"/>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Monitoring</a:t>
            </a:r>
            <a:endParaRPr lang="en-US" sz="1300" dirty="0"/>
          </a:p>
        </p:txBody>
      </p:sp>
      <p:sp>
        <p:nvSpPr>
          <p:cNvPr id="37" name="Text 33"/>
          <p:cNvSpPr/>
          <p:nvPr/>
        </p:nvSpPr>
        <p:spPr>
          <a:xfrm>
            <a:off x="6903720" y="4681728"/>
            <a:ext cx="4754880" cy="36576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Erreurs, latence LLM, taux de fallback.</a:t>
            </a:r>
            <a:endParaRPr lang="en-US" sz="1100" dirty="0"/>
          </a:p>
        </p:txBody>
      </p:sp>
      <p:sp>
        <p:nvSpPr>
          <p:cNvPr id="38" name="Shape 34"/>
          <p:cNvSpPr/>
          <p:nvPr/>
        </p:nvSpPr>
        <p:spPr>
          <a:xfrm>
            <a:off x="6583680" y="5230368"/>
            <a:ext cx="164592" cy="164592"/>
          </a:xfrm>
          <a:prstGeom prst="ellipse">
            <a:avLst/>
          </a:prstGeom>
          <a:solidFill>
            <a:srgbClr val="22C55E"/>
          </a:solidFill>
          <a:ln w="12700">
            <a:solidFill>
              <a:srgbClr val="22C55E"/>
            </a:solidFill>
            <a:prstDash val="solid"/>
          </a:ln>
        </p:spPr>
        <p:txBody>
          <a:bodyPr/>
          <a:lstStyle/>
          <a:p>
            <a:endParaRPr lang="fr-FR"/>
          </a:p>
        </p:txBody>
      </p:sp>
      <p:sp>
        <p:nvSpPr>
          <p:cNvPr id="39" name="Text 35"/>
          <p:cNvSpPr/>
          <p:nvPr/>
        </p:nvSpPr>
        <p:spPr>
          <a:xfrm>
            <a:off x="6903720" y="5111496"/>
            <a:ext cx="4800600" cy="292608"/>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Architecture modulaire</a:t>
            </a:r>
            <a:endParaRPr lang="en-US" sz="1300" dirty="0"/>
          </a:p>
        </p:txBody>
      </p:sp>
      <p:sp>
        <p:nvSpPr>
          <p:cNvPr id="40" name="Text 36"/>
          <p:cNvSpPr/>
          <p:nvPr/>
        </p:nvSpPr>
        <p:spPr>
          <a:xfrm>
            <a:off x="6903720" y="5394960"/>
            <a:ext cx="4754880" cy="36576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Séparer auth, IA, tickets, notifications.</a:t>
            </a:r>
            <a:endParaRPr lang="en-US" sz="1100" dirty="0"/>
          </a:p>
        </p:txBody>
      </p:sp>
      <p:sp>
        <p:nvSpPr>
          <p:cNvPr id="41" name="Shape 37"/>
          <p:cNvSpPr/>
          <p:nvPr/>
        </p:nvSpPr>
        <p:spPr>
          <a:xfrm>
            <a:off x="6583680" y="5943600"/>
            <a:ext cx="164592" cy="164592"/>
          </a:xfrm>
          <a:prstGeom prst="ellipse">
            <a:avLst/>
          </a:prstGeom>
          <a:solidFill>
            <a:srgbClr val="22C55E"/>
          </a:solidFill>
          <a:ln w="12700">
            <a:solidFill>
              <a:srgbClr val="22C55E"/>
            </a:solidFill>
            <a:prstDash val="solid"/>
          </a:ln>
        </p:spPr>
        <p:txBody>
          <a:bodyPr/>
          <a:lstStyle/>
          <a:p>
            <a:endParaRPr lang="fr-FR"/>
          </a:p>
        </p:txBody>
      </p:sp>
      <p:sp>
        <p:nvSpPr>
          <p:cNvPr id="42" name="Text 38"/>
          <p:cNvSpPr/>
          <p:nvPr/>
        </p:nvSpPr>
        <p:spPr>
          <a:xfrm>
            <a:off x="6903720" y="5824728"/>
            <a:ext cx="4800600" cy="292608"/>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SaaS multi-résidences</a:t>
            </a:r>
            <a:endParaRPr lang="en-US" sz="1300" dirty="0"/>
          </a:p>
        </p:txBody>
      </p:sp>
      <p:sp>
        <p:nvSpPr>
          <p:cNvPr id="43" name="Text 39"/>
          <p:cNvSpPr/>
          <p:nvPr/>
        </p:nvSpPr>
        <p:spPr>
          <a:xfrm>
            <a:off x="6903720" y="6108192"/>
            <a:ext cx="4754880" cy="36576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Isolation stricte des données par tenant.</a:t>
            </a:r>
            <a:endParaRPr lang="en-US" sz="1100" dirty="0"/>
          </a:p>
        </p:txBody>
      </p:sp>
      <p:sp>
        <p:nvSpPr>
          <p:cNvPr id="44" name="Text 40"/>
          <p:cNvSpPr/>
          <p:nvPr/>
        </p:nvSpPr>
        <p:spPr>
          <a:xfrm>
            <a:off x="10911535" y="6446520"/>
            <a:ext cx="914400" cy="274320"/>
          </a:xfrm>
          <a:prstGeom prst="rect">
            <a:avLst/>
          </a:prstGeom>
          <a:noFill/>
          <a:ln/>
        </p:spPr>
        <p:txBody>
          <a:bodyPr wrap="square" rtlCol="0" anchor="ctr"/>
          <a:lstStyle/>
          <a:p>
            <a:pPr marL="0" indent="0" algn="r">
              <a:buNone/>
            </a:pPr>
            <a:r>
              <a:rPr lang="en-US" sz="1000" dirty="0">
                <a:solidFill>
                  <a:srgbClr val="475569"/>
                </a:solidFill>
                <a:latin typeface="Calibri" pitchFamily="34" charset="0"/>
                <a:ea typeface="Calibri" pitchFamily="34" charset="-122"/>
                <a:cs typeface="Calibri" pitchFamily="34" charset="-120"/>
              </a:rPr>
              <a:t>22 / 24</a:t>
            </a:r>
            <a:endParaRPr lang="en-US" sz="1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500" fill="hold"/>
                                        <p:tgtEl>
                                          <p:spTgt spid="10"/>
                                        </p:tgtEl>
                                        <p:attrNameLst>
                                          <p:attrName>ppt_x</p:attrName>
                                        </p:attrNameLst>
                                      </p:cBhvr>
                                      <p:tavLst>
                                        <p:tav tm="0">
                                          <p:val>
                                            <p:strVal val="#ppt_x"/>
                                          </p:val>
                                        </p:tav>
                                        <p:tav tm="100000">
                                          <p:val>
                                            <p:strVal val="#ppt_x"/>
                                          </p:val>
                                        </p:tav>
                                      </p:tavLst>
                                    </p:anim>
                                    <p:anim calcmode="lin" valueType="num">
                                      <p:cBhvr additive="base">
                                        <p:cTn id="24" dur="500" fill="hold"/>
                                        <p:tgtEl>
                                          <p:spTgt spid="10"/>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ppt_x"/>
                                          </p:val>
                                        </p:tav>
                                        <p:tav tm="100000">
                                          <p:val>
                                            <p:strVal val="#ppt_x"/>
                                          </p:val>
                                        </p:tav>
                                      </p:tavLst>
                                    </p:anim>
                                    <p:anim calcmode="lin" valueType="num">
                                      <p:cBhvr additive="base">
                                        <p:cTn id="28" dur="500" fill="hold"/>
                                        <p:tgtEl>
                                          <p:spTgt spid="11"/>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ppt_x"/>
                                          </p:val>
                                        </p:tav>
                                        <p:tav tm="100000">
                                          <p:val>
                                            <p:strVal val="#ppt_x"/>
                                          </p:val>
                                        </p:tav>
                                      </p:tavLst>
                                    </p:anim>
                                    <p:anim calcmode="lin" valueType="num">
                                      <p:cBhvr additive="base">
                                        <p:cTn id="32" dur="500" fill="hold"/>
                                        <p:tgtEl>
                                          <p:spTgt spid="12"/>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 calcmode="lin" valueType="num">
                                      <p:cBhvr additive="base">
                                        <p:cTn id="35" dur="500" fill="hold"/>
                                        <p:tgtEl>
                                          <p:spTgt spid="13"/>
                                        </p:tgtEl>
                                        <p:attrNameLst>
                                          <p:attrName>ppt_x</p:attrName>
                                        </p:attrNameLst>
                                      </p:cBhvr>
                                      <p:tavLst>
                                        <p:tav tm="0">
                                          <p:val>
                                            <p:strVal val="#ppt_x"/>
                                          </p:val>
                                        </p:tav>
                                        <p:tav tm="100000">
                                          <p:val>
                                            <p:strVal val="#ppt_x"/>
                                          </p:val>
                                        </p:tav>
                                      </p:tavLst>
                                    </p:anim>
                                    <p:anim calcmode="lin" valueType="num">
                                      <p:cBhvr additive="base">
                                        <p:cTn id="36" dur="500" fill="hold"/>
                                        <p:tgtEl>
                                          <p:spTgt spid="13"/>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additive="base">
                                        <p:cTn id="39" dur="500" fill="hold"/>
                                        <p:tgtEl>
                                          <p:spTgt spid="14"/>
                                        </p:tgtEl>
                                        <p:attrNameLst>
                                          <p:attrName>ppt_x</p:attrName>
                                        </p:attrNameLst>
                                      </p:cBhvr>
                                      <p:tavLst>
                                        <p:tav tm="0">
                                          <p:val>
                                            <p:strVal val="#ppt_x"/>
                                          </p:val>
                                        </p:tav>
                                        <p:tav tm="100000">
                                          <p:val>
                                            <p:strVal val="#ppt_x"/>
                                          </p:val>
                                        </p:tav>
                                      </p:tavLst>
                                    </p:anim>
                                    <p:anim calcmode="lin" valueType="num">
                                      <p:cBhvr additive="base">
                                        <p:cTn id="40" dur="500" fill="hold"/>
                                        <p:tgtEl>
                                          <p:spTgt spid="14"/>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500" fill="hold"/>
                                        <p:tgtEl>
                                          <p:spTgt spid="15"/>
                                        </p:tgtEl>
                                        <p:attrNameLst>
                                          <p:attrName>ppt_x</p:attrName>
                                        </p:attrNameLst>
                                      </p:cBhvr>
                                      <p:tavLst>
                                        <p:tav tm="0">
                                          <p:val>
                                            <p:strVal val="#ppt_x"/>
                                          </p:val>
                                        </p:tav>
                                        <p:tav tm="100000">
                                          <p:val>
                                            <p:strVal val="#ppt_x"/>
                                          </p:val>
                                        </p:tav>
                                      </p:tavLst>
                                    </p:anim>
                                    <p:anim calcmode="lin" valueType="num">
                                      <p:cBhvr additive="base">
                                        <p:cTn id="44" dur="500" fill="hold"/>
                                        <p:tgtEl>
                                          <p:spTgt spid="15"/>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ppt_x"/>
                                          </p:val>
                                        </p:tav>
                                        <p:tav tm="100000">
                                          <p:val>
                                            <p:strVal val="#ppt_x"/>
                                          </p:val>
                                        </p:tav>
                                      </p:tavLst>
                                    </p:anim>
                                    <p:anim calcmode="lin" valueType="num">
                                      <p:cBhvr additive="base">
                                        <p:cTn id="48" dur="500" fill="hold"/>
                                        <p:tgtEl>
                                          <p:spTgt spid="16"/>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 calcmode="lin" valueType="num">
                                      <p:cBhvr additive="base">
                                        <p:cTn id="51" dur="500" fill="hold"/>
                                        <p:tgtEl>
                                          <p:spTgt spid="17"/>
                                        </p:tgtEl>
                                        <p:attrNameLst>
                                          <p:attrName>ppt_x</p:attrName>
                                        </p:attrNameLst>
                                      </p:cBhvr>
                                      <p:tavLst>
                                        <p:tav tm="0">
                                          <p:val>
                                            <p:strVal val="#ppt_x"/>
                                          </p:val>
                                        </p:tav>
                                        <p:tav tm="100000">
                                          <p:val>
                                            <p:strVal val="#ppt_x"/>
                                          </p:val>
                                        </p:tav>
                                      </p:tavLst>
                                    </p:anim>
                                    <p:anim calcmode="lin" valueType="num">
                                      <p:cBhvr additive="base">
                                        <p:cTn id="52" dur="500" fill="hold"/>
                                        <p:tgtEl>
                                          <p:spTgt spid="17"/>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 calcmode="lin" valueType="num">
                                      <p:cBhvr additive="base">
                                        <p:cTn id="55" dur="500" fill="hold"/>
                                        <p:tgtEl>
                                          <p:spTgt spid="18"/>
                                        </p:tgtEl>
                                        <p:attrNameLst>
                                          <p:attrName>ppt_x</p:attrName>
                                        </p:attrNameLst>
                                      </p:cBhvr>
                                      <p:tavLst>
                                        <p:tav tm="0">
                                          <p:val>
                                            <p:strVal val="#ppt_x"/>
                                          </p:val>
                                        </p:tav>
                                        <p:tav tm="100000">
                                          <p:val>
                                            <p:strVal val="#ppt_x"/>
                                          </p:val>
                                        </p:tav>
                                      </p:tavLst>
                                    </p:anim>
                                    <p:anim calcmode="lin" valueType="num">
                                      <p:cBhvr additive="base">
                                        <p:cTn id="56" dur="500" fill="hold"/>
                                        <p:tgtEl>
                                          <p:spTgt spid="18"/>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19"/>
                                        </p:tgtEl>
                                        <p:attrNameLst>
                                          <p:attrName>style.visibility</p:attrName>
                                        </p:attrNameLst>
                                      </p:cBhvr>
                                      <p:to>
                                        <p:strVal val="visible"/>
                                      </p:to>
                                    </p:set>
                                    <p:anim calcmode="lin" valueType="num">
                                      <p:cBhvr additive="base">
                                        <p:cTn id="59" dur="500" fill="hold"/>
                                        <p:tgtEl>
                                          <p:spTgt spid="19"/>
                                        </p:tgtEl>
                                        <p:attrNameLst>
                                          <p:attrName>ppt_x</p:attrName>
                                        </p:attrNameLst>
                                      </p:cBhvr>
                                      <p:tavLst>
                                        <p:tav tm="0">
                                          <p:val>
                                            <p:strVal val="#ppt_x"/>
                                          </p:val>
                                        </p:tav>
                                        <p:tav tm="100000">
                                          <p:val>
                                            <p:strVal val="#ppt_x"/>
                                          </p:val>
                                        </p:tav>
                                      </p:tavLst>
                                    </p:anim>
                                    <p:anim calcmode="lin" valueType="num">
                                      <p:cBhvr additive="base">
                                        <p:cTn id="60" dur="500" fill="hold"/>
                                        <p:tgtEl>
                                          <p:spTgt spid="19"/>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20"/>
                                        </p:tgtEl>
                                        <p:attrNameLst>
                                          <p:attrName>style.visibility</p:attrName>
                                        </p:attrNameLst>
                                      </p:cBhvr>
                                      <p:to>
                                        <p:strVal val="visible"/>
                                      </p:to>
                                    </p:set>
                                    <p:anim calcmode="lin" valueType="num">
                                      <p:cBhvr additive="base">
                                        <p:cTn id="63" dur="500" fill="hold"/>
                                        <p:tgtEl>
                                          <p:spTgt spid="20"/>
                                        </p:tgtEl>
                                        <p:attrNameLst>
                                          <p:attrName>ppt_x</p:attrName>
                                        </p:attrNameLst>
                                      </p:cBhvr>
                                      <p:tavLst>
                                        <p:tav tm="0">
                                          <p:val>
                                            <p:strVal val="#ppt_x"/>
                                          </p:val>
                                        </p:tav>
                                        <p:tav tm="100000">
                                          <p:val>
                                            <p:strVal val="#ppt_x"/>
                                          </p:val>
                                        </p:tav>
                                      </p:tavLst>
                                    </p:anim>
                                    <p:anim calcmode="lin" valueType="num">
                                      <p:cBhvr additive="base">
                                        <p:cTn id="64" dur="500" fill="hold"/>
                                        <p:tgtEl>
                                          <p:spTgt spid="20"/>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21"/>
                                        </p:tgtEl>
                                        <p:attrNameLst>
                                          <p:attrName>style.visibility</p:attrName>
                                        </p:attrNameLst>
                                      </p:cBhvr>
                                      <p:to>
                                        <p:strVal val="visible"/>
                                      </p:to>
                                    </p:set>
                                    <p:anim calcmode="lin" valueType="num">
                                      <p:cBhvr additive="base">
                                        <p:cTn id="67" dur="500" fill="hold"/>
                                        <p:tgtEl>
                                          <p:spTgt spid="21"/>
                                        </p:tgtEl>
                                        <p:attrNameLst>
                                          <p:attrName>ppt_x</p:attrName>
                                        </p:attrNameLst>
                                      </p:cBhvr>
                                      <p:tavLst>
                                        <p:tav tm="0">
                                          <p:val>
                                            <p:strVal val="#ppt_x"/>
                                          </p:val>
                                        </p:tav>
                                        <p:tav tm="100000">
                                          <p:val>
                                            <p:strVal val="#ppt_x"/>
                                          </p:val>
                                        </p:tav>
                                      </p:tavLst>
                                    </p:anim>
                                    <p:anim calcmode="lin" valueType="num">
                                      <p:cBhvr additive="base">
                                        <p:cTn id="68" dur="500" fill="hold"/>
                                        <p:tgtEl>
                                          <p:spTgt spid="21"/>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22"/>
                                        </p:tgtEl>
                                        <p:attrNameLst>
                                          <p:attrName>style.visibility</p:attrName>
                                        </p:attrNameLst>
                                      </p:cBhvr>
                                      <p:to>
                                        <p:strVal val="visible"/>
                                      </p:to>
                                    </p:set>
                                    <p:anim calcmode="lin" valueType="num">
                                      <p:cBhvr additive="base">
                                        <p:cTn id="71" dur="500" fill="hold"/>
                                        <p:tgtEl>
                                          <p:spTgt spid="22"/>
                                        </p:tgtEl>
                                        <p:attrNameLst>
                                          <p:attrName>ppt_x</p:attrName>
                                        </p:attrNameLst>
                                      </p:cBhvr>
                                      <p:tavLst>
                                        <p:tav tm="0">
                                          <p:val>
                                            <p:strVal val="#ppt_x"/>
                                          </p:val>
                                        </p:tav>
                                        <p:tav tm="100000">
                                          <p:val>
                                            <p:strVal val="#ppt_x"/>
                                          </p:val>
                                        </p:tav>
                                      </p:tavLst>
                                    </p:anim>
                                    <p:anim calcmode="lin" valueType="num">
                                      <p:cBhvr additive="base">
                                        <p:cTn id="72" dur="500" fill="hold"/>
                                        <p:tgtEl>
                                          <p:spTgt spid="22"/>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23"/>
                                        </p:tgtEl>
                                        <p:attrNameLst>
                                          <p:attrName>style.visibility</p:attrName>
                                        </p:attrNameLst>
                                      </p:cBhvr>
                                      <p:to>
                                        <p:strVal val="visible"/>
                                      </p:to>
                                    </p:set>
                                    <p:anim calcmode="lin" valueType="num">
                                      <p:cBhvr additive="base">
                                        <p:cTn id="75" dur="500" fill="hold"/>
                                        <p:tgtEl>
                                          <p:spTgt spid="23"/>
                                        </p:tgtEl>
                                        <p:attrNameLst>
                                          <p:attrName>ppt_x</p:attrName>
                                        </p:attrNameLst>
                                      </p:cBhvr>
                                      <p:tavLst>
                                        <p:tav tm="0">
                                          <p:val>
                                            <p:strVal val="#ppt_x"/>
                                          </p:val>
                                        </p:tav>
                                        <p:tav tm="100000">
                                          <p:val>
                                            <p:strVal val="#ppt_x"/>
                                          </p:val>
                                        </p:tav>
                                      </p:tavLst>
                                    </p:anim>
                                    <p:anim calcmode="lin" valueType="num">
                                      <p:cBhvr additive="base">
                                        <p:cTn id="76" dur="500" fill="hold"/>
                                        <p:tgtEl>
                                          <p:spTgt spid="23"/>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24"/>
                                        </p:tgtEl>
                                        <p:attrNameLst>
                                          <p:attrName>style.visibility</p:attrName>
                                        </p:attrNameLst>
                                      </p:cBhvr>
                                      <p:to>
                                        <p:strVal val="visible"/>
                                      </p:to>
                                    </p:set>
                                    <p:anim calcmode="lin" valueType="num">
                                      <p:cBhvr additive="base">
                                        <p:cTn id="79" dur="500" fill="hold"/>
                                        <p:tgtEl>
                                          <p:spTgt spid="24"/>
                                        </p:tgtEl>
                                        <p:attrNameLst>
                                          <p:attrName>ppt_x</p:attrName>
                                        </p:attrNameLst>
                                      </p:cBhvr>
                                      <p:tavLst>
                                        <p:tav tm="0">
                                          <p:val>
                                            <p:strVal val="#ppt_x"/>
                                          </p:val>
                                        </p:tav>
                                        <p:tav tm="100000">
                                          <p:val>
                                            <p:strVal val="#ppt_x"/>
                                          </p:val>
                                        </p:tav>
                                      </p:tavLst>
                                    </p:anim>
                                    <p:anim calcmode="lin" valueType="num">
                                      <p:cBhvr additive="base">
                                        <p:cTn id="80"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25"/>
                                        </p:tgtEl>
                                        <p:attrNameLst>
                                          <p:attrName>style.visibility</p:attrName>
                                        </p:attrNameLst>
                                      </p:cBhvr>
                                      <p:to>
                                        <p:strVal val="visible"/>
                                      </p:to>
                                    </p:set>
                                    <p:anim calcmode="lin" valueType="num">
                                      <p:cBhvr additive="base">
                                        <p:cTn id="85" dur="500" fill="hold"/>
                                        <p:tgtEl>
                                          <p:spTgt spid="25"/>
                                        </p:tgtEl>
                                        <p:attrNameLst>
                                          <p:attrName>ppt_x</p:attrName>
                                        </p:attrNameLst>
                                      </p:cBhvr>
                                      <p:tavLst>
                                        <p:tav tm="0">
                                          <p:val>
                                            <p:strVal val="#ppt_x"/>
                                          </p:val>
                                        </p:tav>
                                        <p:tav tm="100000">
                                          <p:val>
                                            <p:strVal val="#ppt_x"/>
                                          </p:val>
                                        </p:tav>
                                      </p:tavLst>
                                    </p:anim>
                                    <p:anim calcmode="lin" valueType="num">
                                      <p:cBhvr additive="base">
                                        <p:cTn id="86" dur="500" fill="hold"/>
                                        <p:tgtEl>
                                          <p:spTgt spid="25"/>
                                        </p:tgtEl>
                                        <p:attrNameLst>
                                          <p:attrName>ppt_y</p:attrName>
                                        </p:attrNameLst>
                                      </p:cBhvr>
                                      <p:tavLst>
                                        <p:tav tm="0">
                                          <p:val>
                                            <p:strVal val="1+#ppt_h/2"/>
                                          </p:val>
                                        </p:tav>
                                        <p:tav tm="100000">
                                          <p:val>
                                            <p:strVal val="#ppt_y"/>
                                          </p:val>
                                        </p:tav>
                                      </p:tavLst>
                                    </p:anim>
                                  </p:childTnLst>
                                </p:cTn>
                              </p:par>
                              <p:par>
                                <p:cTn id="87" presetID="2" presetClass="entr" presetSubtype="4" fill="hold" grpId="0" nodeType="withEffect">
                                  <p:stCondLst>
                                    <p:cond delay="0"/>
                                  </p:stCondLst>
                                  <p:childTnLst>
                                    <p:set>
                                      <p:cBhvr>
                                        <p:cTn id="88" dur="1" fill="hold">
                                          <p:stCondLst>
                                            <p:cond delay="0"/>
                                          </p:stCondLst>
                                        </p:cTn>
                                        <p:tgtEl>
                                          <p:spTgt spid="26"/>
                                        </p:tgtEl>
                                        <p:attrNameLst>
                                          <p:attrName>style.visibility</p:attrName>
                                        </p:attrNameLst>
                                      </p:cBhvr>
                                      <p:to>
                                        <p:strVal val="visible"/>
                                      </p:to>
                                    </p:set>
                                    <p:anim calcmode="lin" valueType="num">
                                      <p:cBhvr additive="base">
                                        <p:cTn id="89" dur="500" fill="hold"/>
                                        <p:tgtEl>
                                          <p:spTgt spid="26"/>
                                        </p:tgtEl>
                                        <p:attrNameLst>
                                          <p:attrName>ppt_x</p:attrName>
                                        </p:attrNameLst>
                                      </p:cBhvr>
                                      <p:tavLst>
                                        <p:tav tm="0">
                                          <p:val>
                                            <p:strVal val="#ppt_x"/>
                                          </p:val>
                                        </p:tav>
                                        <p:tav tm="100000">
                                          <p:val>
                                            <p:strVal val="#ppt_x"/>
                                          </p:val>
                                        </p:tav>
                                      </p:tavLst>
                                    </p:anim>
                                    <p:anim calcmode="lin" valueType="num">
                                      <p:cBhvr additive="base">
                                        <p:cTn id="90" dur="500" fill="hold"/>
                                        <p:tgtEl>
                                          <p:spTgt spid="26"/>
                                        </p:tgtEl>
                                        <p:attrNameLst>
                                          <p:attrName>ppt_y</p:attrName>
                                        </p:attrNameLst>
                                      </p:cBhvr>
                                      <p:tavLst>
                                        <p:tav tm="0">
                                          <p:val>
                                            <p:strVal val="1+#ppt_h/2"/>
                                          </p:val>
                                        </p:tav>
                                        <p:tav tm="100000">
                                          <p:val>
                                            <p:strVal val="#ppt_y"/>
                                          </p:val>
                                        </p:tav>
                                      </p:tavLst>
                                    </p:anim>
                                  </p:childTnLst>
                                </p:cTn>
                              </p:par>
                              <p:par>
                                <p:cTn id="91" presetID="2" presetClass="entr" presetSubtype="4" fill="hold" nodeType="withEffect">
                                  <p:stCondLst>
                                    <p:cond delay="0"/>
                                  </p:stCondLst>
                                  <p:childTnLst>
                                    <p:set>
                                      <p:cBhvr>
                                        <p:cTn id="92" dur="1" fill="hold">
                                          <p:stCondLst>
                                            <p:cond delay="0"/>
                                          </p:stCondLst>
                                        </p:cTn>
                                        <p:tgtEl>
                                          <p:spTgt spid="27"/>
                                        </p:tgtEl>
                                        <p:attrNameLst>
                                          <p:attrName>style.visibility</p:attrName>
                                        </p:attrNameLst>
                                      </p:cBhvr>
                                      <p:to>
                                        <p:strVal val="visible"/>
                                      </p:to>
                                    </p:set>
                                    <p:anim calcmode="lin" valueType="num">
                                      <p:cBhvr additive="base">
                                        <p:cTn id="93" dur="500" fill="hold"/>
                                        <p:tgtEl>
                                          <p:spTgt spid="27"/>
                                        </p:tgtEl>
                                        <p:attrNameLst>
                                          <p:attrName>ppt_x</p:attrName>
                                        </p:attrNameLst>
                                      </p:cBhvr>
                                      <p:tavLst>
                                        <p:tav tm="0">
                                          <p:val>
                                            <p:strVal val="#ppt_x"/>
                                          </p:val>
                                        </p:tav>
                                        <p:tav tm="100000">
                                          <p:val>
                                            <p:strVal val="#ppt_x"/>
                                          </p:val>
                                        </p:tav>
                                      </p:tavLst>
                                    </p:anim>
                                    <p:anim calcmode="lin" valueType="num">
                                      <p:cBhvr additive="base">
                                        <p:cTn id="94" dur="500" fill="hold"/>
                                        <p:tgtEl>
                                          <p:spTgt spid="27"/>
                                        </p:tgtEl>
                                        <p:attrNameLst>
                                          <p:attrName>ppt_y</p:attrName>
                                        </p:attrNameLst>
                                      </p:cBhvr>
                                      <p:tavLst>
                                        <p:tav tm="0">
                                          <p:val>
                                            <p:strVal val="1+#ppt_h/2"/>
                                          </p:val>
                                        </p:tav>
                                        <p:tav tm="100000">
                                          <p:val>
                                            <p:strVal val="#ppt_y"/>
                                          </p:val>
                                        </p:tav>
                                      </p:tavLst>
                                    </p:anim>
                                  </p:childTnLst>
                                </p:cTn>
                              </p:par>
                              <p:par>
                                <p:cTn id="95" presetID="2" presetClass="entr" presetSubtype="4" fill="hold" grpId="0" nodeType="withEffect">
                                  <p:stCondLst>
                                    <p:cond delay="0"/>
                                  </p:stCondLst>
                                  <p:childTnLst>
                                    <p:set>
                                      <p:cBhvr>
                                        <p:cTn id="96" dur="1" fill="hold">
                                          <p:stCondLst>
                                            <p:cond delay="0"/>
                                          </p:stCondLst>
                                        </p:cTn>
                                        <p:tgtEl>
                                          <p:spTgt spid="28"/>
                                        </p:tgtEl>
                                        <p:attrNameLst>
                                          <p:attrName>style.visibility</p:attrName>
                                        </p:attrNameLst>
                                      </p:cBhvr>
                                      <p:to>
                                        <p:strVal val="visible"/>
                                      </p:to>
                                    </p:set>
                                    <p:anim calcmode="lin" valueType="num">
                                      <p:cBhvr additive="base">
                                        <p:cTn id="97" dur="500" fill="hold"/>
                                        <p:tgtEl>
                                          <p:spTgt spid="28"/>
                                        </p:tgtEl>
                                        <p:attrNameLst>
                                          <p:attrName>ppt_x</p:attrName>
                                        </p:attrNameLst>
                                      </p:cBhvr>
                                      <p:tavLst>
                                        <p:tav tm="0">
                                          <p:val>
                                            <p:strVal val="#ppt_x"/>
                                          </p:val>
                                        </p:tav>
                                        <p:tav tm="100000">
                                          <p:val>
                                            <p:strVal val="#ppt_x"/>
                                          </p:val>
                                        </p:tav>
                                      </p:tavLst>
                                    </p:anim>
                                    <p:anim calcmode="lin" valueType="num">
                                      <p:cBhvr additive="base">
                                        <p:cTn id="98" dur="500" fill="hold"/>
                                        <p:tgtEl>
                                          <p:spTgt spid="28"/>
                                        </p:tgtEl>
                                        <p:attrNameLst>
                                          <p:attrName>ppt_y</p:attrName>
                                        </p:attrNameLst>
                                      </p:cBhvr>
                                      <p:tavLst>
                                        <p:tav tm="0">
                                          <p:val>
                                            <p:strVal val="1+#ppt_h/2"/>
                                          </p:val>
                                        </p:tav>
                                        <p:tav tm="100000">
                                          <p:val>
                                            <p:strVal val="#ppt_y"/>
                                          </p:val>
                                        </p:tav>
                                      </p:tavLst>
                                    </p:anim>
                                  </p:childTnLst>
                                </p:cTn>
                              </p:par>
                              <p:par>
                                <p:cTn id="99" presetID="2" presetClass="entr" presetSubtype="4" fill="hold" grpId="0" nodeType="withEffect">
                                  <p:stCondLst>
                                    <p:cond delay="0"/>
                                  </p:stCondLst>
                                  <p:childTnLst>
                                    <p:set>
                                      <p:cBhvr>
                                        <p:cTn id="100" dur="1" fill="hold">
                                          <p:stCondLst>
                                            <p:cond delay="0"/>
                                          </p:stCondLst>
                                        </p:cTn>
                                        <p:tgtEl>
                                          <p:spTgt spid="29"/>
                                        </p:tgtEl>
                                        <p:attrNameLst>
                                          <p:attrName>style.visibility</p:attrName>
                                        </p:attrNameLst>
                                      </p:cBhvr>
                                      <p:to>
                                        <p:strVal val="visible"/>
                                      </p:to>
                                    </p:set>
                                    <p:anim calcmode="lin" valueType="num">
                                      <p:cBhvr additive="base">
                                        <p:cTn id="101" dur="500" fill="hold"/>
                                        <p:tgtEl>
                                          <p:spTgt spid="29"/>
                                        </p:tgtEl>
                                        <p:attrNameLst>
                                          <p:attrName>ppt_x</p:attrName>
                                        </p:attrNameLst>
                                      </p:cBhvr>
                                      <p:tavLst>
                                        <p:tav tm="0">
                                          <p:val>
                                            <p:strVal val="#ppt_x"/>
                                          </p:val>
                                        </p:tav>
                                        <p:tav tm="100000">
                                          <p:val>
                                            <p:strVal val="#ppt_x"/>
                                          </p:val>
                                        </p:tav>
                                      </p:tavLst>
                                    </p:anim>
                                    <p:anim calcmode="lin" valueType="num">
                                      <p:cBhvr additive="base">
                                        <p:cTn id="102" dur="500" fill="hold"/>
                                        <p:tgtEl>
                                          <p:spTgt spid="29"/>
                                        </p:tgtEl>
                                        <p:attrNameLst>
                                          <p:attrName>ppt_y</p:attrName>
                                        </p:attrNameLst>
                                      </p:cBhvr>
                                      <p:tavLst>
                                        <p:tav tm="0">
                                          <p:val>
                                            <p:strVal val="1+#ppt_h/2"/>
                                          </p:val>
                                        </p:tav>
                                        <p:tav tm="100000">
                                          <p:val>
                                            <p:strVal val="#ppt_y"/>
                                          </p:val>
                                        </p:tav>
                                      </p:tavLst>
                                    </p:anim>
                                  </p:childTnLst>
                                </p:cTn>
                              </p:par>
                              <p:par>
                                <p:cTn id="103" presetID="2" presetClass="entr" presetSubtype="4" fill="hold" grpId="0" nodeType="withEffect">
                                  <p:stCondLst>
                                    <p:cond delay="0"/>
                                  </p:stCondLst>
                                  <p:childTnLst>
                                    <p:set>
                                      <p:cBhvr>
                                        <p:cTn id="104" dur="1" fill="hold">
                                          <p:stCondLst>
                                            <p:cond delay="0"/>
                                          </p:stCondLst>
                                        </p:cTn>
                                        <p:tgtEl>
                                          <p:spTgt spid="30"/>
                                        </p:tgtEl>
                                        <p:attrNameLst>
                                          <p:attrName>style.visibility</p:attrName>
                                        </p:attrNameLst>
                                      </p:cBhvr>
                                      <p:to>
                                        <p:strVal val="visible"/>
                                      </p:to>
                                    </p:set>
                                    <p:anim calcmode="lin" valueType="num">
                                      <p:cBhvr additive="base">
                                        <p:cTn id="105" dur="500" fill="hold"/>
                                        <p:tgtEl>
                                          <p:spTgt spid="30"/>
                                        </p:tgtEl>
                                        <p:attrNameLst>
                                          <p:attrName>ppt_x</p:attrName>
                                        </p:attrNameLst>
                                      </p:cBhvr>
                                      <p:tavLst>
                                        <p:tav tm="0">
                                          <p:val>
                                            <p:strVal val="#ppt_x"/>
                                          </p:val>
                                        </p:tav>
                                        <p:tav tm="100000">
                                          <p:val>
                                            <p:strVal val="#ppt_x"/>
                                          </p:val>
                                        </p:tav>
                                      </p:tavLst>
                                    </p:anim>
                                    <p:anim calcmode="lin" valueType="num">
                                      <p:cBhvr additive="base">
                                        <p:cTn id="106" dur="500" fill="hold"/>
                                        <p:tgtEl>
                                          <p:spTgt spid="30"/>
                                        </p:tgtEl>
                                        <p:attrNameLst>
                                          <p:attrName>ppt_y</p:attrName>
                                        </p:attrNameLst>
                                      </p:cBhvr>
                                      <p:tavLst>
                                        <p:tav tm="0">
                                          <p:val>
                                            <p:strVal val="1+#ppt_h/2"/>
                                          </p:val>
                                        </p:tav>
                                        <p:tav tm="100000">
                                          <p:val>
                                            <p:strVal val="#ppt_y"/>
                                          </p:val>
                                        </p:tav>
                                      </p:tavLst>
                                    </p:anim>
                                  </p:childTnLst>
                                </p:cTn>
                              </p:par>
                              <p:par>
                                <p:cTn id="107" presetID="2" presetClass="entr" presetSubtype="4" fill="hold" grpId="0" nodeType="withEffect">
                                  <p:stCondLst>
                                    <p:cond delay="0"/>
                                  </p:stCondLst>
                                  <p:childTnLst>
                                    <p:set>
                                      <p:cBhvr>
                                        <p:cTn id="108" dur="1" fill="hold">
                                          <p:stCondLst>
                                            <p:cond delay="0"/>
                                          </p:stCondLst>
                                        </p:cTn>
                                        <p:tgtEl>
                                          <p:spTgt spid="31"/>
                                        </p:tgtEl>
                                        <p:attrNameLst>
                                          <p:attrName>style.visibility</p:attrName>
                                        </p:attrNameLst>
                                      </p:cBhvr>
                                      <p:to>
                                        <p:strVal val="visible"/>
                                      </p:to>
                                    </p:set>
                                    <p:anim calcmode="lin" valueType="num">
                                      <p:cBhvr additive="base">
                                        <p:cTn id="109" dur="500" fill="hold"/>
                                        <p:tgtEl>
                                          <p:spTgt spid="31"/>
                                        </p:tgtEl>
                                        <p:attrNameLst>
                                          <p:attrName>ppt_x</p:attrName>
                                        </p:attrNameLst>
                                      </p:cBhvr>
                                      <p:tavLst>
                                        <p:tav tm="0">
                                          <p:val>
                                            <p:strVal val="#ppt_x"/>
                                          </p:val>
                                        </p:tav>
                                        <p:tav tm="100000">
                                          <p:val>
                                            <p:strVal val="#ppt_x"/>
                                          </p:val>
                                        </p:tav>
                                      </p:tavLst>
                                    </p:anim>
                                    <p:anim calcmode="lin" valueType="num">
                                      <p:cBhvr additive="base">
                                        <p:cTn id="110" dur="500" fill="hold"/>
                                        <p:tgtEl>
                                          <p:spTgt spid="31"/>
                                        </p:tgtEl>
                                        <p:attrNameLst>
                                          <p:attrName>ppt_y</p:attrName>
                                        </p:attrNameLst>
                                      </p:cBhvr>
                                      <p:tavLst>
                                        <p:tav tm="0">
                                          <p:val>
                                            <p:strVal val="1+#ppt_h/2"/>
                                          </p:val>
                                        </p:tav>
                                        <p:tav tm="100000">
                                          <p:val>
                                            <p:strVal val="#ppt_y"/>
                                          </p:val>
                                        </p:tav>
                                      </p:tavLst>
                                    </p:anim>
                                  </p:childTnLst>
                                </p:cTn>
                              </p:par>
                              <p:par>
                                <p:cTn id="111" presetID="2" presetClass="entr" presetSubtype="4" fill="hold" grpId="0" nodeType="withEffect">
                                  <p:stCondLst>
                                    <p:cond delay="0"/>
                                  </p:stCondLst>
                                  <p:childTnLst>
                                    <p:set>
                                      <p:cBhvr>
                                        <p:cTn id="112" dur="1" fill="hold">
                                          <p:stCondLst>
                                            <p:cond delay="0"/>
                                          </p:stCondLst>
                                        </p:cTn>
                                        <p:tgtEl>
                                          <p:spTgt spid="32"/>
                                        </p:tgtEl>
                                        <p:attrNameLst>
                                          <p:attrName>style.visibility</p:attrName>
                                        </p:attrNameLst>
                                      </p:cBhvr>
                                      <p:to>
                                        <p:strVal val="visible"/>
                                      </p:to>
                                    </p:set>
                                    <p:anim calcmode="lin" valueType="num">
                                      <p:cBhvr additive="base">
                                        <p:cTn id="113" dur="500" fill="hold"/>
                                        <p:tgtEl>
                                          <p:spTgt spid="32"/>
                                        </p:tgtEl>
                                        <p:attrNameLst>
                                          <p:attrName>ppt_x</p:attrName>
                                        </p:attrNameLst>
                                      </p:cBhvr>
                                      <p:tavLst>
                                        <p:tav tm="0">
                                          <p:val>
                                            <p:strVal val="#ppt_x"/>
                                          </p:val>
                                        </p:tav>
                                        <p:tav tm="100000">
                                          <p:val>
                                            <p:strVal val="#ppt_x"/>
                                          </p:val>
                                        </p:tav>
                                      </p:tavLst>
                                    </p:anim>
                                    <p:anim calcmode="lin" valueType="num">
                                      <p:cBhvr additive="base">
                                        <p:cTn id="114" dur="500" fill="hold"/>
                                        <p:tgtEl>
                                          <p:spTgt spid="32"/>
                                        </p:tgtEl>
                                        <p:attrNameLst>
                                          <p:attrName>ppt_y</p:attrName>
                                        </p:attrNameLst>
                                      </p:cBhvr>
                                      <p:tavLst>
                                        <p:tav tm="0">
                                          <p:val>
                                            <p:strVal val="1+#ppt_h/2"/>
                                          </p:val>
                                        </p:tav>
                                        <p:tav tm="100000">
                                          <p:val>
                                            <p:strVal val="#ppt_y"/>
                                          </p:val>
                                        </p:tav>
                                      </p:tavLst>
                                    </p:anim>
                                  </p:childTnLst>
                                </p:cTn>
                              </p:par>
                              <p:par>
                                <p:cTn id="115" presetID="2" presetClass="entr" presetSubtype="4" fill="hold" grpId="0" nodeType="withEffect">
                                  <p:stCondLst>
                                    <p:cond delay="0"/>
                                  </p:stCondLst>
                                  <p:childTnLst>
                                    <p:set>
                                      <p:cBhvr>
                                        <p:cTn id="116" dur="1" fill="hold">
                                          <p:stCondLst>
                                            <p:cond delay="0"/>
                                          </p:stCondLst>
                                        </p:cTn>
                                        <p:tgtEl>
                                          <p:spTgt spid="33"/>
                                        </p:tgtEl>
                                        <p:attrNameLst>
                                          <p:attrName>style.visibility</p:attrName>
                                        </p:attrNameLst>
                                      </p:cBhvr>
                                      <p:to>
                                        <p:strVal val="visible"/>
                                      </p:to>
                                    </p:set>
                                    <p:anim calcmode="lin" valueType="num">
                                      <p:cBhvr additive="base">
                                        <p:cTn id="117" dur="500" fill="hold"/>
                                        <p:tgtEl>
                                          <p:spTgt spid="33"/>
                                        </p:tgtEl>
                                        <p:attrNameLst>
                                          <p:attrName>ppt_x</p:attrName>
                                        </p:attrNameLst>
                                      </p:cBhvr>
                                      <p:tavLst>
                                        <p:tav tm="0">
                                          <p:val>
                                            <p:strVal val="#ppt_x"/>
                                          </p:val>
                                        </p:tav>
                                        <p:tav tm="100000">
                                          <p:val>
                                            <p:strVal val="#ppt_x"/>
                                          </p:val>
                                        </p:tav>
                                      </p:tavLst>
                                    </p:anim>
                                    <p:anim calcmode="lin" valueType="num">
                                      <p:cBhvr additive="base">
                                        <p:cTn id="118" dur="500" fill="hold"/>
                                        <p:tgtEl>
                                          <p:spTgt spid="33"/>
                                        </p:tgtEl>
                                        <p:attrNameLst>
                                          <p:attrName>ppt_y</p:attrName>
                                        </p:attrNameLst>
                                      </p:cBhvr>
                                      <p:tavLst>
                                        <p:tav tm="0">
                                          <p:val>
                                            <p:strVal val="1+#ppt_h/2"/>
                                          </p:val>
                                        </p:tav>
                                        <p:tav tm="100000">
                                          <p:val>
                                            <p:strVal val="#ppt_y"/>
                                          </p:val>
                                        </p:tav>
                                      </p:tavLst>
                                    </p:anim>
                                  </p:childTnLst>
                                </p:cTn>
                              </p:par>
                              <p:par>
                                <p:cTn id="119" presetID="2" presetClass="entr" presetSubtype="4" fill="hold" grpId="0" nodeType="withEffect">
                                  <p:stCondLst>
                                    <p:cond delay="0"/>
                                  </p:stCondLst>
                                  <p:childTnLst>
                                    <p:set>
                                      <p:cBhvr>
                                        <p:cTn id="120" dur="1" fill="hold">
                                          <p:stCondLst>
                                            <p:cond delay="0"/>
                                          </p:stCondLst>
                                        </p:cTn>
                                        <p:tgtEl>
                                          <p:spTgt spid="34"/>
                                        </p:tgtEl>
                                        <p:attrNameLst>
                                          <p:attrName>style.visibility</p:attrName>
                                        </p:attrNameLst>
                                      </p:cBhvr>
                                      <p:to>
                                        <p:strVal val="visible"/>
                                      </p:to>
                                    </p:set>
                                    <p:anim calcmode="lin" valueType="num">
                                      <p:cBhvr additive="base">
                                        <p:cTn id="121" dur="500" fill="hold"/>
                                        <p:tgtEl>
                                          <p:spTgt spid="34"/>
                                        </p:tgtEl>
                                        <p:attrNameLst>
                                          <p:attrName>ppt_x</p:attrName>
                                        </p:attrNameLst>
                                      </p:cBhvr>
                                      <p:tavLst>
                                        <p:tav tm="0">
                                          <p:val>
                                            <p:strVal val="#ppt_x"/>
                                          </p:val>
                                        </p:tav>
                                        <p:tav tm="100000">
                                          <p:val>
                                            <p:strVal val="#ppt_x"/>
                                          </p:val>
                                        </p:tav>
                                      </p:tavLst>
                                    </p:anim>
                                    <p:anim calcmode="lin" valueType="num">
                                      <p:cBhvr additive="base">
                                        <p:cTn id="122" dur="500" fill="hold"/>
                                        <p:tgtEl>
                                          <p:spTgt spid="34"/>
                                        </p:tgtEl>
                                        <p:attrNameLst>
                                          <p:attrName>ppt_y</p:attrName>
                                        </p:attrNameLst>
                                      </p:cBhvr>
                                      <p:tavLst>
                                        <p:tav tm="0">
                                          <p:val>
                                            <p:strVal val="1+#ppt_h/2"/>
                                          </p:val>
                                        </p:tav>
                                        <p:tav tm="100000">
                                          <p:val>
                                            <p:strVal val="#ppt_y"/>
                                          </p:val>
                                        </p:tav>
                                      </p:tavLst>
                                    </p:anim>
                                  </p:childTnLst>
                                </p:cTn>
                              </p:par>
                              <p:par>
                                <p:cTn id="123" presetID="2" presetClass="entr" presetSubtype="4" fill="hold" grpId="0" nodeType="withEffect">
                                  <p:stCondLst>
                                    <p:cond delay="0"/>
                                  </p:stCondLst>
                                  <p:childTnLst>
                                    <p:set>
                                      <p:cBhvr>
                                        <p:cTn id="124" dur="1" fill="hold">
                                          <p:stCondLst>
                                            <p:cond delay="0"/>
                                          </p:stCondLst>
                                        </p:cTn>
                                        <p:tgtEl>
                                          <p:spTgt spid="35"/>
                                        </p:tgtEl>
                                        <p:attrNameLst>
                                          <p:attrName>style.visibility</p:attrName>
                                        </p:attrNameLst>
                                      </p:cBhvr>
                                      <p:to>
                                        <p:strVal val="visible"/>
                                      </p:to>
                                    </p:set>
                                    <p:anim calcmode="lin" valueType="num">
                                      <p:cBhvr additive="base">
                                        <p:cTn id="125" dur="500" fill="hold"/>
                                        <p:tgtEl>
                                          <p:spTgt spid="35"/>
                                        </p:tgtEl>
                                        <p:attrNameLst>
                                          <p:attrName>ppt_x</p:attrName>
                                        </p:attrNameLst>
                                      </p:cBhvr>
                                      <p:tavLst>
                                        <p:tav tm="0">
                                          <p:val>
                                            <p:strVal val="#ppt_x"/>
                                          </p:val>
                                        </p:tav>
                                        <p:tav tm="100000">
                                          <p:val>
                                            <p:strVal val="#ppt_x"/>
                                          </p:val>
                                        </p:tav>
                                      </p:tavLst>
                                    </p:anim>
                                    <p:anim calcmode="lin" valueType="num">
                                      <p:cBhvr additive="base">
                                        <p:cTn id="126" dur="500" fill="hold"/>
                                        <p:tgtEl>
                                          <p:spTgt spid="35"/>
                                        </p:tgtEl>
                                        <p:attrNameLst>
                                          <p:attrName>ppt_y</p:attrName>
                                        </p:attrNameLst>
                                      </p:cBhvr>
                                      <p:tavLst>
                                        <p:tav tm="0">
                                          <p:val>
                                            <p:strVal val="1+#ppt_h/2"/>
                                          </p:val>
                                        </p:tav>
                                        <p:tav tm="100000">
                                          <p:val>
                                            <p:strVal val="#ppt_y"/>
                                          </p:val>
                                        </p:tav>
                                      </p:tavLst>
                                    </p:anim>
                                  </p:childTnLst>
                                </p:cTn>
                              </p:par>
                              <p:par>
                                <p:cTn id="127" presetID="2" presetClass="entr" presetSubtype="4" fill="hold" grpId="0" nodeType="withEffect">
                                  <p:stCondLst>
                                    <p:cond delay="0"/>
                                  </p:stCondLst>
                                  <p:childTnLst>
                                    <p:set>
                                      <p:cBhvr>
                                        <p:cTn id="128" dur="1" fill="hold">
                                          <p:stCondLst>
                                            <p:cond delay="0"/>
                                          </p:stCondLst>
                                        </p:cTn>
                                        <p:tgtEl>
                                          <p:spTgt spid="36"/>
                                        </p:tgtEl>
                                        <p:attrNameLst>
                                          <p:attrName>style.visibility</p:attrName>
                                        </p:attrNameLst>
                                      </p:cBhvr>
                                      <p:to>
                                        <p:strVal val="visible"/>
                                      </p:to>
                                    </p:set>
                                    <p:anim calcmode="lin" valueType="num">
                                      <p:cBhvr additive="base">
                                        <p:cTn id="129" dur="500" fill="hold"/>
                                        <p:tgtEl>
                                          <p:spTgt spid="36"/>
                                        </p:tgtEl>
                                        <p:attrNameLst>
                                          <p:attrName>ppt_x</p:attrName>
                                        </p:attrNameLst>
                                      </p:cBhvr>
                                      <p:tavLst>
                                        <p:tav tm="0">
                                          <p:val>
                                            <p:strVal val="#ppt_x"/>
                                          </p:val>
                                        </p:tav>
                                        <p:tav tm="100000">
                                          <p:val>
                                            <p:strVal val="#ppt_x"/>
                                          </p:val>
                                        </p:tav>
                                      </p:tavLst>
                                    </p:anim>
                                    <p:anim calcmode="lin" valueType="num">
                                      <p:cBhvr additive="base">
                                        <p:cTn id="130" dur="500" fill="hold"/>
                                        <p:tgtEl>
                                          <p:spTgt spid="36"/>
                                        </p:tgtEl>
                                        <p:attrNameLst>
                                          <p:attrName>ppt_y</p:attrName>
                                        </p:attrNameLst>
                                      </p:cBhvr>
                                      <p:tavLst>
                                        <p:tav tm="0">
                                          <p:val>
                                            <p:strVal val="1+#ppt_h/2"/>
                                          </p:val>
                                        </p:tav>
                                        <p:tav tm="100000">
                                          <p:val>
                                            <p:strVal val="#ppt_y"/>
                                          </p:val>
                                        </p:tav>
                                      </p:tavLst>
                                    </p:anim>
                                  </p:childTnLst>
                                </p:cTn>
                              </p:par>
                              <p:par>
                                <p:cTn id="131" presetID="2" presetClass="entr" presetSubtype="4" fill="hold" grpId="0" nodeType="withEffect">
                                  <p:stCondLst>
                                    <p:cond delay="0"/>
                                  </p:stCondLst>
                                  <p:childTnLst>
                                    <p:set>
                                      <p:cBhvr>
                                        <p:cTn id="132" dur="1" fill="hold">
                                          <p:stCondLst>
                                            <p:cond delay="0"/>
                                          </p:stCondLst>
                                        </p:cTn>
                                        <p:tgtEl>
                                          <p:spTgt spid="37"/>
                                        </p:tgtEl>
                                        <p:attrNameLst>
                                          <p:attrName>style.visibility</p:attrName>
                                        </p:attrNameLst>
                                      </p:cBhvr>
                                      <p:to>
                                        <p:strVal val="visible"/>
                                      </p:to>
                                    </p:set>
                                    <p:anim calcmode="lin" valueType="num">
                                      <p:cBhvr additive="base">
                                        <p:cTn id="133" dur="500" fill="hold"/>
                                        <p:tgtEl>
                                          <p:spTgt spid="37"/>
                                        </p:tgtEl>
                                        <p:attrNameLst>
                                          <p:attrName>ppt_x</p:attrName>
                                        </p:attrNameLst>
                                      </p:cBhvr>
                                      <p:tavLst>
                                        <p:tav tm="0">
                                          <p:val>
                                            <p:strVal val="#ppt_x"/>
                                          </p:val>
                                        </p:tav>
                                        <p:tav tm="100000">
                                          <p:val>
                                            <p:strVal val="#ppt_x"/>
                                          </p:val>
                                        </p:tav>
                                      </p:tavLst>
                                    </p:anim>
                                    <p:anim calcmode="lin" valueType="num">
                                      <p:cBhvr additive="base">
                                        <p:cTn id="134" dur="500" fill="hold"/>
                                        <p:tgtEl>
                                          <p:spTgt spid="37"/>
                                        </p:tgtEl>
                                        <p:attrNameLst>
                                          <p:attrName>ppt_y</p:attrName>
                                        </p:attrNameLst>
                                      </p:cBhvr>
                                      <p:tavLst>
                                        <p:tav tm="0">
                                          <p:val>
                                            <p:strVal val="1+#ppt_h/2"/>
                                          </p:val>
                                        </p:tav>
                                        <p:tav tm="100000">
                                          <p:val>
                                            <p:strVal val="#ppt_y"/>
                                          </p:val>
                                        </p:tav>
                                      </p:tavLst>
                                    </p:anim>
                                  </p:childTnLst>
                                </p:cTn>
                              </p:par>
                              <p:par>
                                <p:cTn id="135" presetID="2" presetClass="entr" presetSubtype="4" fill="hold" grpId="0" nodeType="withEffect">
                                  <p:stCondLst>
                                    <p:cond delay="0"/>
                                  </p:stCondLst>
                                  <p:childTnLst>
                                    <p:set>
                                      <p:cBhvr>
                                        <p:cTn id="136" dur="1" fill="hold">
                                          <p:stCondLst>
                                            <p:cond delay="0"/>
                                          </p:stCondLst>
                                        </p:cTn>
                                        <p:tgtEl>
                                          <p:spTgt spid="38"/>
                                        </p:tgtEl>
                                        <p:attrNameLst>
                                          <p:attrName>style.visibility</p:attrName>
                                        </p:attrNameLst>
                                      </p:cBhvr>
                                      <p:to>
                                        <p:strVal val="visible"/>
                                      </p:to>
                                    </p:set>
                                    <p:anim calcmode="lin" valueType="num">
                                      <p:cBhvr additive="base">
                                        <p:cTn id="137" dur="500" fill="hold"/>
                                        <p:tgtEl>
                                          <p:spTgt spid="38"/>
                                        </p:tgtEl>
                                        <p:attrNameLst>
                                          <p:attrName>ppt_x</p:attrName>
                                        </p:attrNameLst>
                                      </p:cBhvr>
                                      <p:tavLst>
                                        <p:tav tm="0">
                                          <p:val>
                                            <p:strVal val="#ppt_x"/>
                                          </p:val>
                                        </p:tav>
                                        <p:tav tm="100000">
                                          <p:val>
                                            <p:strVal val="#ppt_x"/>
                                          </p:val>
                                        </p:tav>
                                      </p:tavLst>
                                    </p:anim>
                                    <p:anim calcmode="lin" valueType="num">
                                      <p:cBhvr additive="base">
                                        <p:cTn id="138" dur="500" fill="hold"/>
                                        <p:tgtEl>
                                          <p:spTgt spid="38"/>
                                        </p:tgtEl>
                                        <p:attrNameLst>
                                          <p:attrName>ppt_y</p:attrName>
                                        </p:attrNameLst>
                                      </p:cBhvr>
                                      <p:tavLst>
                                        <p:tav tm="0">
                                          <p:val>
                                            <p:strVal val="1+#ppt_h/2"/>
                                          </p:val>
                                        </p:tav>
                                        <p:tav tm="100000">
                                          <p:val>
                                            <p:strVal val="#ppt_y"/>
                                          </p:val>
                                        </p:tav>
                                      </p:tavLst>
                                    </p:anim>
                                  </p:childTnLst>
                                </p:cTn>
                              </p:par>
                              <p:par>
                                <p:cTn id="139" presetID="2" presetClass="entr" presetSubtype="4" fill="hold" grpId="0" nodeType="withEffect">
                                  <p:stCondLst>
                                    <p:cond delay="0"/>
                                  </p:stCondLst>
                                  <p:childTnLst>
                                    <p:set>
                                      <p:cBhvr>
                                        <p:cTn id="140" dur="1" fill="hold">
                                          <p:stCondLst>
                                            <p:cond delay="0"/>
                                          </p:stCondLst>
                                        </p:cTn>
                                        <p:tgtEl>
                                          <p:spTgt spid="39"/>
                                        </p:tgtEl>
                                        <p:attrNameLst>
                                          <p:attrName>style.visibility</p:attrName>
                                        </p:attrNameLst>
                                      </p:cBhvr>
                                      <p:to>
                                        <p:strVal val="visible"/>
                                      </p:to>
                                    </p:set>
                                    <p:anim calcmode="lin" valueType="num">
                                      <p:cBhvr additive="base">
                                        <p:cTn id="141" dur="500" fill="hold"/>
                                        <p:tgtEl>
                                          <p:spTgt spid="39"/>
                                        </p:tgtEl>
                                        <p:attrNameLst>
                                          <p:attrName>ppt_x</p:attrName>
                                        </p:attrNameLst>
                                      </p:cBhvr>
                                      <p:tavLst>
                                        <p:tav tm="0">
                                          <p:val>
                                            <p:strVal val="#ppt_x"/>
                                          </p:val>
                                        </p:tav>
                                        <p:tav tm="100000">
                                          <p:val>
                                            <p:strVal val="#ppt_x"/>
                                          </p:val>
                                        </p:tav>
                                      </p:tavLst>
                                    </p:anim>
                                    <p:anim calcmode="lin" valueType="num">
                                      <p:cBhvr additive="base">
                                        <p:cTn id="142" dur="500" fill="hold"/>
                                        <p:tgtEl>
                                          <p:spTgt spid="39"/>
                                        </p:tgtEl>
                                        <p:attrNameLst>
                                          <p:attrName>ppt_y</p:attrName>
                                        </p:attrNameLst>
                                      </p:cBhvr>
                                      <p:tavLst>
                                        <p:tav tm="0">
                                          <p:val>
                                            <p:strVal val="1+#ppt_h/2"/>
                                          </p:val>
                                        </p:tav>
                                        <p:tav tm="100000">
                                          <p:val>
                                            <p:strVal val="#ppt_y"/>
                                          </p:val>
                                        </p:tav>
                                      </p:tavLst>
                                    </p:anim>
                                  </p:childTnLst>
                                </p:cTn>
                              </p:par>
                              <p:par>
                                <p:cTn id="143" presetID="2" presetClass="entr" presetSubtype="4" fill="hold" grpId="0" nodeType="withEffect">
                                  <p:stCondLst>
                                    <p:cond delay="0"/>
                                  </p:stCondLst>
                                  <p:childTnLst>
                                    <p:set>
                                      <p:cBhvr>
                                        <p:cTn id="144" dur="1" fill="hold">
                                          <p:stCondLst>
                                            <p:cond delay="0"/>
                                          </p:stCondLst>
                                        </p:cTn>
                                        <p:tgtEl>
                                          <p:spTgt spid="40"/>
                                        </p:tgtEl>
                                        <p:attrNameLst>
                                          <p:attrName>style.visibility</p:attrName>
                                        </p:attrNameLst>
                                      </p:cBhvr>
                                      <p:to>
                                        <p:strVal val="visible"/>
                                      </p:to>
                                    </p:set>
                                    <p:anim calcmode="lin" valueType="num">
                                      <p:cBhvr additive="base">
                                        <p:cTn id="145" dur="500" fill="hold"/>
                                        <p:tgtEl>
                                          <p:spTgt spid="40"/>
                                        </p:tgtEl>
                                        <p:attrNameLst>
                                          <p:attrName>ppt_x</p:attrName>
                                        </p:attrNameLst>
                                      </p:cBhvr>
                                      <p:tavLst>
                                        <p:tav tm="0">
                                          <p:val>
                                            <p:strVal val="#ppt_x"/>
                                          </p:val>
                                        </p:tav>
                                        <p:tav tm="100000">
                                          <p:val>
                                            <p:strVal val="#ppt_x"/>
                                          </p:val>
                                        </p:tav>
                                      </p:tavLst>
                                    </p:anim>
                                    <p:anim calcmode="lin" valueType="num">
                                      <p:cBhvr additive="base">
                                        <p:cTn id="146" dur="500" fill="hold"/>
                                        <p:tgtEl>
                                          <p:spTgt spid="40"/>
                                        </p:tgtEl>
                                        <p:attrNameLst>
                                          <p:attrName>ppt_y</p:attrName>
                                        </p:attrNameLst>
                                      </p:cBhvr>
                                      <p:tavLst>
                                        <p:tav tm="0">
                                          <p:val>
                                            <p:strVal val="1+#ppt_h/2"/>
                                          </p:val>
                                        </p:tav>
                                        <p:tav tm="100000">
                                          <p:val>
                                            <p:strVal val="#ppt_y"/>
                                          </p:val>
                                        </p:tav>
                                      </p:tavLst>
                                    </p:anim>
                                  </p:childTnLst>
                                </p:cTn>
                              </p:par>
                              <p:par>
                                <p:cTn id="147" presetID="2" presetClass="entr" presetSubtype="4" fill="hold" grpId="0" nodeType="withEffect">
                                  <p:stCondLst>
                                    <p:cond delay="0"/>
                                  </p:stCondLst>
                                  <p:childTnLst>
                                    <p:set>
                                      <p:cBhvr>
                                        <p:cTn id="148" dur="1" fill="hold">
                                          <p:stCondLst>
                                            <p:cond delay="0"/>
                                          </p:stCondLst>
                                        </p:cTn>
                                        <p:tgtEl>
                                          <p:spTgt spid="41"/>
                                        </p:tgtEl>
                                        <p:attrNameLst>
                                          <p:attrName>style.visibility</p:attrName>
                                        </p:attrNameLst>
                                      </p:cBhvr>
                                      <p:to>
                                        <p:strVal val="visible"/>
                                      </p:to>
                                    </p:set>
                                    <p:anim calcmode="lin" valueType="num">
                                      <p:cBhvr additive="base">
                                        <p:cTn id="149" dur="500" fill="hold"/>
                                        <p:tgtEl>
                                          <p:spTgt spid="41"/>
                                        </p:tgtEl>
                                        <p:attrNameLst>
                                          <p:attrName>ppt_x</p:attrName>
                                        </p:attrNameLst>
                                      </p:cBhvr>
                                      <p:tavLst>
                                        <p:tav tm="0">
                                          <p:val>
                                            <p:strVal val="#ppt_x"/>
                                          </p:val>
                                        </p:tav>
                                        <p:tav tm="100000">
                                          <p:val>
                                            <p:strVal val="#ppt_x"/>
                                          </p:val>
                                        </p:tav>
                                      </p:tavLst>
                                    </p:anim>
                                    <p:anim calcmode="lin" valueType="num">
                                      <p:cBhvr additive="base">
                                        <p:cTn id="150" dur="500" fill="hold"/>
                                        <p:tgtEl>
                                          <p:spTgt spid="41"/>
                                        </p:tgtEl>
                                        <p:attrNameLst>
                                          <p:attrName>ppt_y</p:attrName>
                                        </p:attrNameLst>
                                      </p:cBhvr>
                                      <p:tavLst>
                                        <p:tav tm="0">
                                          <p:val>
                                            <p:strVal val="1+#ppt_h/2"/>
                                          </p:val>
                                        </p:tav>
                                        <p:tav tm="100000">
                                          <p:val>
                                            <p:strVal val="#ppt_y"/>
                                          </p:val>
                                        </p:tav>
                                      </p:tavLst>
                                    </p:anim>
                                  </p:childTnLst>
                                </p:cTn>
                              </p:par>
                              <p:par>
                                <p:cTn id="151" presetID="2" presetClass="entr" presetSubtype="4" fill="hold" grpId="0" nodeType="withEffect">
                                  <p:stCondLst>
                                    <p:cond delay="0"/>
                                  </p:stCondLst>
                                  <p:childTnLst>
                                    <p:set>
                                      <p:cBhvr>
                                        <p:cTn id="152" dur="1" fill="hold">
                                          <p:stCondLst>
                                            <p:cond delay="0"/>
                                          </p:stCondLst>
                                        </p:cTn>
                                        <p:tgtEl>
                                          <p:spTgt spid="42"/>
                                        </p:tgtEl>
                                        <p:attrNameLst>
                                          <p:attrName>style.visibility</p:attrName>
                                        </p:attrNameLst>
                                      </p:cBhvr>
                                      <p:to>
                                        <p:strVal val="visible"/>
                                      </p:to>
                                    </p:set>
                                    <p:anim calcmode="lin" valueType="num">
                                      <p:cBhvr additive="base">
                                        <p:cTn id="153" dur="500" fill="hold"/>
                                        <p:tgtEl>
                                          <p:spTgt spid="42"/>
                                        </p:tgtEl>
                                        <p:attrNameLst>
                                          <p:attrName>ppt_x</p:attrName>
                                        </p:attrNameLst>
                                      </p:cBhvr>
                                      <p:tavLst>
                                        <p:tav tm="0">
                                          <p:val>
                                            <p:strVal val="#ppt_x"/>
                                          </p:val>
                                        </p:tav>
                                        <p:tav tm="100000">
                                          <p:val>
                                            <p:strVal val="#ppt_x"/>
                                          </p:val>
                                        </p:tav>
                                      </p:tavLst>
                                    </p:anim>
                                    <p:anim calcmode="lin" valueType="num">
                                      <p:cBhvr additive="base">
                                        <p:cTn id="154" dur="500" fill="hold"/>
                                        <p:tgtEl>
                                          <p:spTgt spid="42"/>
                                        </p:tgtEl>
                                        <p:attrNameLst>
                                          <p:attrName>ppt_y</p:attrName>
                                        </p:attrNameLst>
                                      </p:cBhvr>
                                      <p:tavLst>
                                        <p:tav tm="0">
                                          <p:val>
                                            <p:strVal val="1+#ppt_h/2"/>
                                          </p:val>
                                        </p:tav>
                                        <p:tav tm="100000">
                                          <p:val>
                                            <p:strVal val="#ppt_y"/>
                                          </p:val>
                                        </p:tav>
                                      </p:tavLst>
                                    </p:anim>
                                  </p:childTnLst>
                                </p:cTn>
                              </p:par>
                              <p:par>
                                <p:cTn id="155" presetID="2" presetClass="entr" presetSubtype="4" fill="hold" grpId="0" nodeType="withEffect">
                                  <p:stCondLst>
                                    <p:cond delay="0"/>
                                  </p:stCondLst>
                                  <p:childTnLst>
                                    <p:set>
                                      <p:cBhvr>
                                        <p:cTn id="156" dur="1" fill="hold">
                                          <p:stCondLst>
                                            <p:cond delay="0"/>
                                          </p:stCondLst>
                                        </p:cTn>
                                        <p:tgtEl>
                                          <p:spTgt spid="43"/>
                                        </p:tgtEl>
                                        <p:attrNameLst>
                                          <p:attrName>style.visibility</p:attrName>
                                        </p:attrNameLst>
                                      </p:cBhvr>
                                      <p:to>
                                        <p:strVal val="visible"/>
                                      </p:to>
                                    </p:set>
                                    <p:anim calcmode="lin" valueType="num">
                                      <p:cBhvr additive="base">
                                        <p:cTn id="157" dur="500" fill="hold"/>
                                        <p:tgtEl>
                                          <p:spTgt spid="43"/>
                                        </p:tgtEl>
                                        <p:attrNameLst>
                                          <p:attrName>ppt_x</p:attrName>
                                        </p:attrNameLst>
                                      </p:cBhvr>
                                      <p:tavLst>
                                        <p:tav tm="0">
                                          <p:val>
                                            <p:strVal val="#ppt_x"/>
                                          </p:val>
                                        </p:tav>
                                        <p:tav tm="100000">
                                          <p:val>
                                            <p:strVal val="#ppt_x"/>
                                          </p:val>
                                        </p:tav>
                                      </p:tavLst>
                                    </p:anim>
                                    <p:anim calcmode="lin" valueType="num">
                                      <p:cBhvr additive="base">
                                        <p:cTn id="158" dur="500" fill="hold"/>
                                        <p:tgtEl>
                                          <p:spTgt spid="43"/>
                                        </p:tgtEl>
                                        <p:attrNameLst>
                                          <p:attrName>ppt_y</p:attrName>
                                        </p:attrNameLst>
                                      </p:cBhvr>
                                      <p:tavLst>
                                        <p:tav tm="0">
                                          <p:val>
                                            <p:strVal val="1+#ppt_h/2"/>
                                          </p:val>
                                        </p:tav>
                                        <p:tav tm="100000">
                                          <p:val>
                                            <p:strVal val="#ppt_y"/>
                                          </p:val>
                                        </p:tav>
                                      </p:tavLst>
                                    </p:anim>
                                  </p:childTnLst>
                                </p:cTn>
                              </p:par>
                              <p:par>
                                <p:cTn id="159" presetID="2" presetClass="entr" presetSubtype="4" fill="hold" grpId="0" nodeType="withEffect">
                                  <p:stCondLst>
                                    <p:cond delay="0"/>
                                  </p:stCondLst>
                                  <p:childTnLst>
                                    <p:set>
                                      <p:cBhvr>
                                        <p:cTn id="160" dur="1" fill="hold">
                                          <p:stCondLst>
                                            <p:cond delay="0"/>
                                          </p:stCondLst>
                                        </p:cTn>
                                        <p:tgtEl>
                                          <p:spTgt spid="44"/>
                                        </p:tgtEl>
                                        <p:attrNameLst>
                                          <p:attrName>style.visibility</p:attrName>
                                        </p:attrNameLst>
                                      </p:cBhvr>
                                      <p:to>
                                        <p:strVal val="visible"/>
                                      </p:to>
                                    </p:set>
                                    <p:anim calcmode="lin" valueType="num">
                                      <p:cBhvr additive="base">
                                        <p:cTn id="161" dur="500" fill="hold"/>
                                        <p:tgtEl>
                                          <p:spTgt spid="44"/>
                                        </p:tgtEl>
                                        <p:attrNameLst>
                                          <p:attrName>ppt_x</p:attrName>
                                        </p:attrNameLst>
                                      </p:cBhvr>
                                      <p:tavLst>
                                        <p:tav tm="0">
                                          <p:val>
                                            <p:strVal val="#ppt_x"/>
                                          </p:val>
                                        </p:tav>
                                        <p:tav tm="100000">
                                          <p:val>
                                            <p:strVal val="#ppt_x"/>
                                          </p:val>
                                        </p:tav>
                                      </p:tavLst>
                                    </p:anim>
                                    <p:anim calcmode="lin" valueType="num">
                                      <p:cBhvr additive="base">
                                        <p:cTn id="162"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name="Slide 22">
    <p:bg>
      <p:bgPr>
        <a:solidFill>
          <a:srgbClr val="0F172A"/>
        </a:solidFill>
        <a:effectLst/>
      </p:bgPr>
    </p:bg>
    <p:spTree>
      <p:nvGrpSpPr>
        <p:cNvPr id="1" name=""/>
        <p:cNvGrpSpPr/>
        <p:nvPr/>
      </p:nvGrpSpPr>
      <p:grpSpPr>
        <a:xfrm>
          <a:off x="0" y="0"/>
          <a:ext cx="0" cy="0"/>
          <a:chOff x="0" y="0"/>
          <a:chExt cx="0" cy="0"/>
        </a:xfrm>
      </p:grpSpPr>
      <p:sp>
        <p:nvSpPr>
          <p:cNvPr id="50" name="Google Shape;105;p27">
            <a:extLst>
              <a:ext uri="{FF2B5EF4-FFF2-40B4-BE49-F238E27FC236}">
                <a16:creationId xmlns:a16="http://schemas.microsoft.com/office/drawing/2014/main" id="{F8B5378A-6DD9-E1DF-3C0C-12D789003D0D}"/>
              </a:ext>
            </a:extLst>
          </p:cNvPr>
          <p:cNvSpPr/>
          <p:nvPr/>
        </p:nvSpPr>
        <p:spPr>
          <a:xfrm rot="5400000">
            <a:off x="-660076" y="646210"/>
            <a:ext cx="2201895" cy="881743"/>
          </a:xfrm>
          <a:prstGeom prst="triangle">
            <a:avLst>
              <a:gd name="adj" fmla="val 50411"/>
            </a:avLst>
          </a:prstGeom>
          <a:solidFill>
            <a:schemeClr val="accent1">
              <a:lumMod val="75000"/>
            </a:schemeClr>
          </a:solidFill>
          <a:ln/>
        </p:spPr>
        <p:style>
          <a:lnRef idx="2">
            <a:schemeClr val="accent1"/>
          </a:lnRef>
          <a:fillRef idx="1">
            <a:schemeClr val="lt1"/>
          </a:fillRef>
          <a:effectRef idx="0">
            <a:schemeClr val="accent1"/>
          </a:effectRef>
          <a:fontRef idx="minor">
            <a:schemeClr val="dk1"/>
          </a:fontRef>
        </p:style>
        <p:txBody>
          <a:bodyPr spcFirstLastPara="1" wrap="square" lIns="121900" tIns="121900" rIns="121900" bIns="121900" anchor="ctr" anchorCtr="0">
            <a:noAutofit/>
          </a:bodyPr>
          <a:lstStyle/>
          <a:p>
            <a:endParaRPr sz="2400"/>
          </a:p>
        </p:txBody>
      </p:sp>
      <p:sp>
        <p:nvSpPr>
          <p:cNvPr id="51" name="Google Shape;105;p27">
            <a:extLst>
              <a:ext uri="{FF2B5EF4-FFF2-40B4-BE49-F238E27FC236}">
                <a16:creationId xmlns:a16="http://schemas.microsoft.com/office/drawing/2014/main" id="{9167D90B-5136-8E7F-F74F-9B1A51D325CF}"/>
              </a:ext>
            </a:extLst>
          </p:cNvPr>
          <p:cNvSpPr/>
          <p:nvPr/>
        </p:nvSpPr>
        <p:spPr>
          <a:xfrm rot="16200000">
            <a:off x="10650181" y="5330638"/>
            <a:ext cx="2201895" cy="881743"/>
          </a:xfrm>
          <a:prstGeom prst="triangle">
            <a:avLst>
              <a:gd name="adj" fmla="val 50411"/>
            </a:avLst>
          </a:prstGeom>
          <a:solidFill>
            <a:schemeClr val="accent1">
              <a:lumMod val="75000"/>
            </a:schemeClr>
          </a:solidFill>
          <a:ln>
            <a:solidFill>
              <a:schemeClr val="accent1"/>
            </a:solidFill>
          </a:ln>
        </p:spPr>
        <p:txBody>
          <a:bodyPr spcFirstLastPara="1" wrap="square" lIns="121900" tIns="121900" rIns="121900" bIns="121900" anchor="ctr" anchorCtr="0">
            <a:noAutofit/>
          </a:bodyPr>
          <a:lstStyle/>
          <a:p>
            <a:endParaRPr sz="2400"/>
          </a:p>
        </p:txBody>
      </p:sp>
      <p:sp>
        <p:nvSpPr>
          <p:cNvPr id="2" name="Shape 0"/>
          <p:cNvSpPr/>
          <p:nvPr/>
        </p:nvSpPr>
        <p:spPr>
          <a:xfrm>
            <a:off x="548640" y="502920"/>
            <a:ext cx="164592" cy="164592"/>
          </a:xfrm>
          <a:prstGeom prst="rect">
            <a:avLst/>
          </a:prstGeom>
          <a:solidFill>
            <a:srgbClr val="06B6D4"/>
          </a:solidFill>
          <a:ln w="12700">
            <a:solidFill>
              <a:srgbClr val="06B6D4"/>
            </a:solidFill>
            <a:prstDash val="solid"/>
          </a:ln>
        </p:spPr>
        <p:txBody>
          <a:bodyPr/>
          <a:lstStyle/>
          <a:p>
            <a:endParaRPr lang="fr-FR"/>
          </a:p>
        </p:txBody>
      </p:sp>
      <p:sp>
        <p:nvSpPr>
          <p:cNvPr id="3" name="Text 1"/>
          <p:cNvSpPr/>
          <p:nvPr/>
        </p:nvSpPr>
        <p:spPr>
          <a:xfrm>
            <a:off x="777240" y="411480"/>
            <a:ext cx="2011680" cy="320040"/>
          </a:xfrm>
          <a:prstGeom prst="rect">
            <a:avLst/>
          </a:prstGeom>
          <a:noFill/>
          <a:ln/>
        </p:spPr>
        <p:txBody>
          <a:bodyPr wrap="square" rtlCol="0" anchor="ctr"/>
          <a:lstStyle/>
          <a:p>
            <a:pPr marL="0" indent="0">
              <a:buNone/>
            </a:pPr>
            <a:r>
              <a:rPr lang="en-US" sz="1100" b="1" kern="0" spc="200" dirty="0">
                <a:solidFill>
                  <a:srgbClr val="FFFFFF"/>
                </a:solidFill>
                <a:latin typeface="Calibri" pitchFamily="34" charset="0"/>
                <a:ea typeface="Calibri" pitchFamily="34" charset="-122"/>
                <a:cs typeface="Calibri" pitchFamily="34" charset="-120"/>
              </a:rPr>
              <a:t>Syndic IA</a:t>
            </a:r>
            <a:endParaRPr lang="en-US" sz="1100" dirty="0"/>
          </a:p>
        </p:txBody>
      </p:sp>
      <p:sp>
        <p:nvSpPr>
          <p:cNvPr id="4" name="Text 2"/>
          <p:cNvSpPr/>
          <p:nvPr/>
        </p:nvSpPr>
        <p:spPr>
          <a:xfrm>
            <a:off x="548640" y="914400"/>
            <a:ext cx="5486400" cy="320040"/>
          </a:xfrm>
          <a:prstGeom prst="rect">
            <a:avLst/>
          </a:prstGeom>
          <a:noFill/>
          <a:ln/>
        </p:spPr>
        <p:txBody>
          <a:bodyPr wrap="square" rtlCol="0" anchor="ctr"/>
          <a:lstStyle/>
          <a:p>
            <a:pPr marL="0" indent="0">
              <a:buNone/>
            </a:pPr>
            <a:r>
              <a:rPr lang="en-US" sz="1200" b="1" kern="0" spc="400" dirty="0">
                <a:solidFill>
                  <a:srgbClr val="06B6D4"/>
                </a:solidFill>
                <a:latin typeface="Calibri" pitchFamily="34" charset="0"/>
                <a:ea typeface="Calibri" pitchFamily="34" charset="-122"/>
                <a:cs typeface="Calibri" pitchFamily="34" charset="-120"/>
              </a:rPr>
              <a:t>23 · DÉMO</a:t>
            </a:r>
            <a:endParaRPr lang="en-US" sz="1200" dirty="0"/>
          </a:p>
        </p:txBody>
      </p:sp>
      <p:sp>
        <p:nvSpPr>
          <p:cNvPr id="5" name="Text 3"/>
          <p:cNvSpPr/>
          <p:nvPr/>
        </p:nvSpPr>
        <p:spPr>
          <a:xfrm>
            <a:off x="548640" y="1234440"/>
            <a:ext cx="10972800" cy="82296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Scénario réel : du résident à l'admin</a:t>
            </a:r>
            <a:endParaRPr lang="en-US" sz="3600" dirty="0"/>
          </a:p>
        </p:txBody>
      </p:sp>
      <p:sp>
        <p:nvSpPr>
          <p:cNvPr id="6" name="Shape 4"/>
          <p:cNvSpPr/>
          <p:nvPr/>
        </p:nvSpPr>
        <p:spPr>
          <a:xfrm>
            <a:off x="508864" y="2468880"/>
            <a:ext cx="2103120" cy="2468880"/>
          </a:xfrm>
          <a:prstGeom prst="rect">
            <a:avLst/>
          </a:prstGeom>
          <a:solidFill>
            <a:srgbClr val="1E293B"/>
          </a:solidFill>
          <a:ln w="19050">
            <a:solidFill>
              <a:srgbClr val="25D366"/>
            </a:solidFill>
            <a:prstDash val="solid"/>
          </a:ln>
          <a:effectLst>
            <a:outerShdw blurRad="152400" dist="50800" dir="5400000" algn="bl" rotWithShape="0">
              <a:srgbClr val="000000">
                <a:alpha val="40000"/>
              </a:srgbClr>
            </a:outerShdw>
          </a:effectLst>
        </p:spPr>
        <p:txBody>
          <a:bodyPr/>
          <a:lstStyle/>
          <a:p>
            <a:endParaRPr lang="fr-FR"/>
          </a:p>
        </p:txBody>
      </p:sp>
      <p:sp>
        <p:nvSpPr>
          <p:cNvPr id="7" name="Shape 5"/>
          <p:cNvSpPr/>
          <p:nvPr/>
        </p:nvSpPr>
        <p:spPr>
          <a:xfrm>
            <a:off x="1286104" y="2240280"/>
            <a:ext cx="548640" cy="548640"/>
          </a:xfrm>
          <a:prstGeom prst="ellipse">
            <a:avLst/>
          </a:prstGeom>
          <a:solidFill>
            <a:srgbClr val="25D366"/>
          </a:solidFill>
          <a:ln w="38100">
            <a:solidFill>
              <a:srgbClr val="0F172A"/>
            </a:solidFill>
            <a:prstDash val="solid"/>
          </a:ln>
        </p:spPr>
        <p:txBody>
          <a:bodyPr/>
          <a:lstStyle/>
          <a:p>
            <a:endParaRPr lang="fr-FR"/>
          </a:p>
        </p:txBody>
      </p:sp>
      <p:sp>
        <p:nvSpPr>
          <p:cNvPr id="8" name="Text 6"/>
          <p:cNvSpPr/>
          <p:nvPr/>
        </p:nvSpPr>
        <p:spPr>
          <a:xfrm>
            <a:off x="1286104" y="224028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9" name="Shape 7"/>
          <p:cNvSpPr/>
          <p:nvPr/>
        </p:nvSpPr>
        <p:spPr>
          <a:xfrm>
            <a:off x="966064" y="2971800"/>
            <a:ext cx="1188720" cy="1188720"/>
          </a:xfrm>
          <a:prstGeom prst="ellipse">
            <a:avLst/>
          </a:prstGeom>
          <a:solidFill>
            <a:srgbClr val="0F172A"/>
          </a:solidFill>
          <a:ln w="25400">
            <a:solidFill>
              <a:srgbClr val="25D366"/>
            </a:solidFill>
            <a:prstDash val="solid"/>
          </a:ln>
        </p:spPr>
        <p:txBody>
          <a:bodyPr/>
          <a:lstStyle/>
          <a:p>
            <a:endParaRPr lang="fr-FR"/>
          </a:p>
        </p:txBody>
      </p:sp>
      <p:pic>
        <p:nvPicPr>
          <p:cNvPr id="10" name="Image 0" descr="preencoded.png"/>
          <p:cNvPicPr>
            <a:picLocks noChangeAspect="1"/>
          </p:cNvPicPr>
          <p:nvPr/>
        </p:nvPicPr>
        <p:blipFill>
          <a:blip r:embed="rId3"/>
          <a:stretch>
            <a:fillRect/>
          </a:stretch>
        </p:blipFill>
        <p:spPr>
          <a:xfrm>
            <a:off x="1176376" y="3182112"/>
            <a:ext cx="777240" cy="777240"/>
          </a:xfrm>
          <a:prstGeom prst="rect">
            <a:avLst/>
          </a:prstGeom>
        </p:spPr>
      </p:pic>
      <p:sp>
        <p:nvSpPr>
          <p:cNvPr id="11" name="Text 8"/>
          <p:cNvSpPr/>
          <p:nvPr/>
        </p:nvSpPr>
        <p:spPr>
          <a:xfrm>
            <a:off x="600304" y="4251960"/>
            <a:ext cx="192024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Réclamation</a:t>
            </a:r>
            <a:endParaRPr lang="en-US" sz="1400" dirty="0"/>
          </a:p>
        </p:txBody>
      </p:sp>
      <p:sp>
        <p:nvSpPr>
          <p:cNvPr id="12" name="Text 9"/>
          <p:cNvSpPr/>
          <p:nvPr/>
        </p:nvSpPr>
        <p:spPr>
          <a:xfrm>
            <a:off x="600304" y="4572000"/>
            <a:ext cx="1920240" cy="365760"/>
          </a:xfrm>
          <a:prstGeom prst="rect">
            <a:avLst/>
          </a:prstGeom>
          <a:noFill/>
          <a:ln/>
        </p:spPr>
        <p:txBody>
          <a:bodyPr wrap="square" lIns="0" tIns="0" rIns="0" bIns="0" rtlCol="0" anchor="ctr"/>
          <a:lstStyle/>
          <a:p>
            <a:pPr marL="0" indent="0" algn="ctr">
              <a:buNone/>
            </a:pPr>
            <a:r>
              <a:rPr lang="en-US" sz="1000" dirty="0">
                <a:solidFill>
                  <a:srgbClr val="CBD5E1"/>
                </a:solidFill>
                <a:latin typeface="Calibri" pitchFamily="34" charset="0"/>
                <a:ea typeface="Calibri" pitchFamily="34" charset="-122"/>
                <a:cs typeface="Calibri" pitchFamily="34" charset="-120"/>
              </a:rPr>
              <a:t>Résident envoie un</a:t>
            </a:r>
            <a:endParaRPr lang="en-US" sz="1000" dirty="0"/>
          </a:p>
          <a:p>
            <a:pPr marL="0" indent="0" algn="ctr">
              <a:buNone/>
            </a:pPr>
            <a:r>
              <a:rPr lang="en-US" sz="1000" dirty="0">
                <a:solidFill>
                  <a:srgbClr val="CBD5E1"/>
                </a:solidFill>
                <a:latin typeface="Calibri" pitchFamily="34" charset="0"/>
                <a:ea typeface="Calibri" pitchFamily="34" charset="-122"/>
                <a:cs typeface="Calibri" pitchFamily="34" charset="-120"/>
              </a:rPr>
              <a:t>message WhatsApp</a:t>
            </a:r>
            <a:endParaRPr lang="en-US" sz="1000" dirty="0"/>
          </a:p>
        </p:txBody>
      </p:sp>
      <p:sp>
        <p:nvSpPr>
          <p:cNvPr id="13" name="Shape 10"/>
          <p:cNvSpPr/>
          <p:nvPr/>
        </p:nvSpPr>
        <p:spPr>
          <a:xfrm>
            <a:off x="2621128" y="3703320"/>
            <a:ext cx="146304" cy="0"/>
          </a:xfrm>
          <a:prstGeom prst="line">
            <a:avLst/>
          </a:prstGeom>
          <a:noFill/>
          <a:ln w="38100">
            <a:solidFill>
              <a:srgbClr val="06B6D4"/>
            </a:solidFill>
            <a:prstDash val="solid"/>
            <a:tailEnd type="triangle"/>
          </a:ln>
        </p:spPr>
        <p:txBody>
          <a:bodyPr/>
          <a:lstStyle/>
          <a:p>
            <a:endParaRPr lang="fr-FR"/>
          </a:p>
        </p:txBody>
      </p:sp>
      <p:sp>
        <p:nvSpPr>
          <p:cNvPr id="14" name="Shape 11"/>
          <p:cNvSpPr/>
          <p:nvPr/>
        </p:nvSpPr>
        <p:spPr>
          <a:xfrm>
            <a:off x="2776576" y="2468880"/>
            <a:ext cx="2103120" cy="2468880"/>
          </a:xfrm>
          <a:prstGeom prst="rect">
            <a:avLst/>
          </a:prstGeom>
          <a:solidFill>
            <a:srgbClr val="1E293B"/>
          </a:solidFill>
          <a:ln w="19050">
            <a:solidFill>
              <a:srgbClr val="22C55E"/>
            </a:solidFill>
            <a:prstDash val="solid"/>
          </a:ln>
          <a:effectLst>
            <a:outerShdw blurRad="152400" dist="50800" dir="5400000" algn="bl" rotWithShape="0">
              <a:srgbClr val="000000">
                <a:alpha val="40000"/>
              </a:srgbClr>
            </a:outerShdw>
          </a:effectLst>
        </p:spPr>
        <p:txBody>
          <a:bodyPr/>
          <a:lstStyle/>
          <a:p>
            <a:endParaRPr lang="fr-FR"/>
          </a:p>
        </p:txBody>
      </p:sp>
      <p:sp>
        <p:nvSpPr>
          <p:cNvPr id="15" name="Shape 12"/>
          <p:cNvSpPr/>
          <p:nvPr/>
        </p:nvSpPr>
        <p:spPr>
          <a:xfrm>
            <a:off x="3553816" y="2240280"/>
            <a:ext cx="548640" cy="548640"/>
          </a:xfrm>
          <a:prstGeom prst="ellipse">
            <a:avLst/>
          </a:prstGeom>
          <a:solidFill>
            <a:srgbClr val="22C55E"/>
          </a:solidFill>
          <a:ln w="38100">
            <a:solidFill>
              <a:srgbClr val="0F172A"/>
            </a:solidFill>
            <a:prstDash val="solid"/>
          </a:ln>
        </p:spPr>
        <p:txBody>
          <a:bodyPr/>
          <a:lstStyle/>
          <a:p>
            <a:endParaRPr lang="fr-FR"/>
          </a:p>
        </p:txBody>
      </p:sp>
      <p:sp>
        <p:nvSpPr>
          <p:cNvPr id="16" name="Text 13"/>
          <p:cNvSpPr/>
          <p:nvPr/>
        </p:nvSpPr>
        <p:spPr>
          <a:xfrm>
            <a:off x="3553816" y="224028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17" name="Shape 14"/>
          <p:cNvSpPr/>
          <p:nvPr/>
        </p:nvSpPr>
        <p:spPr>
          <a:xfrm>
            <a:off x="3233776" y="2971800"/>
            <a:ext cx="1188720" cy="1188720"/>
          </a:xfrm>
          <a:prstGeom prst="ellipse">
            <a:avLst/>
          </a:prstGeom>
          <a:solidFill>
            <a:srgbClr val="0F172A"/>
          </a:solidFill>
          <a:ln w="25400">
            <a:solidFill>
              <a:srgbClr val="22C55E"/>
            </a:solidFill>
            <a:prstDash val="solid"/>
          </a:ln>
        </p:spPr>
        <p:txBody>
          <a:bodyPr/>
          <a:lstStyle/>
          <a:p>
            <a:endParaRPr lang="fr-FR"/>
          </a:p>
        </p:txBody>
      </p:sp>
      <p:pic>
        <p:nvPicPr>
          <p:cNvPr id="18" name="Image 1" descr="preencoded.png"/>
          <p:cNvPicPr>
            <a:picLocks noChangeAspect="1"/>
          </p:cNvPicPr>
          <p:nvPr/>
        </p:nvPicPr>
        <p:blipFill>
          <a:blip r:embed="rId4"/>
          <a:stretch>
            <a:fillRect/>
          </a:stretch>
        </p:blipFill>
        <p:spPr>
          <a:xfrm>
            <a:off x="3444088" y="3182112"/>
            <a:ext cx="777240" cy="777240"/>
          </a:xfrm>
          <a:prstGeom prst="rect">
            <a:avLst/>
          </a:prstGeom>
        </p:spPr>
      </p:pic>
      <p:sp>
        <p:nvSpPr>
          <p:cNvPr id="19" name="Text 15"/>
          <p:cNvSpPr/>
          <p:nvPr/>
        </p:nvSpPr>
        <p:spPr>
          <a:xfrm>
            <a:off x="2868016" y="4251960"/>
            <a:ext cx="192024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Analyse IA</a:t>
            </a:r>
            <a:endParaRPr lang="en-US" sz="1400" dirty="0"/>
          </a:p>
        </p:txBody>
      </p:sp>
      <p:sp>
        <p:nvSpPr>
          <p:cNvPr id="20" name="Text 16"/>
          <p:cNvSpPr/>
          <p:nvPr/>
        </p:nvSpPr>
        <p:spPr>
          <a:xfrm>
            <a:off x="2868016" y="4572000"/>
            <a:ext cx="1920240" cy="365760"/>
          </a:xfrm>
          <a:prstGeom prst="rect">
            <a:avLst/>
          </a:prstGeom>
          <a:noFill/>
          <a:ln/>
        </p:spPr>
        <p:txBody>
          <a:bodyPr wrap="square" lIns="0" tIns="0" rIns="0" bIns="0" rtlCol="0" anchor="ctr"/>
          <a:lstStyle/>
          <a:p>
            <a:pPr marL="0" indent="0" algn="ctr">
              <a:buNone/>
            </a:pPr>
            <a:r>
              <a:rPr lang="en-US" sz="1000" dirty="0">
                <a:solidFill>
                  <a:srgbClr val="CBD5E1"/>
                </a:solidFill>
                <a:latin typeface="Calibri" pitchFamily="34" charset="0"/>
                <a:ea typeface="Calibri" pitchFamily="34" charset="-122"/>
                <a:cs typeface="Calibri" pitchFamily="34" charset="-120"/>
              </a:rPr>
              <a:t>Backend classifie</a:t>
            </a:r>
            <a:endParaRPr lang="en-US" sz="1000" dirty="0"/>
          </a:p>
          <a:p>
            <a:pPr marL="0" indent="0" algn="ctr">
              <a:buNone/>
            </a:pPr>
            <a:r>
              <a:rPr lang="en-US" sz="1000" dirty="0">
                <a:solidFill>
                  <a:srgbClr val="CBD5E1"/>
                </a:solidFill>
                <a:latin typeface="Calibri" pitchFamily="34" charset="0"/>
                <a:ea typeface="Calibri" pitchFamily="34" charset="-122"/>
                <a:cs typeface="Calibri" pitchFamily="34" charset="-120"/>
              </a:rPr>
              <a:t>et détecte l'urgence</a:t>
            </a:r>
            <a:endParaRPr lang="en-US" sz="1000" dirty="0"/>
          </a:p>
        </p:txBody>
      </p:sp>
      <p:sp>
        <p:nvSpPr>
          <p:cNvPr id="21" name="Shape 17"/>
          <p:cNvSpPr/>
          <p:nvPr/>
        </p:nvSpPr>
        <p:spPr>
          <a:xfrm>
            <a:off x="4888840" y="3703320"/>
            <a:ext cx="146304" cy="0"/>
          </a:xfrm>
          <a:prstGeom prst="line">
            <a:avLst/>
          </a:prstGeom>
          <a:noFill/>
          <a:ln w="38100">
            <a:solidFill>
              <a:srgbClr val="06B6D4"/>
            </a:solidFill>
            <a:prstDash val="solid"/>
            <a:tailEnd type="triangle"/>
          </a:ln>
        </p:spPr>
        <p:txBody>
          <a:bodyPr/>
          <a:lstStyle/>
          <a:p>
            <a:endParaRPr lang="fr-FR"/>
          </a:p>
        </p:txBody>
      </p:sp>
      <p:sp>
        <p:nvSpPr>
          <p:cNvPr id="22" name="Shape 18"/>
          <p:cNvSpPr/>
          <p:nvPr/>
        </p:nvSpPr>
        <p:spPr>
          <a:xfrm>
            <a:off x="5044288" y="2468880"/>
            <a:ext cx="2103120" cy="2468880"/>
          </a:xfrm>
          <a:prstGeom prst="rect">
            <a:avLst/>
          </a:prstGeom>
          <a:solidFill>
            <a:srgbClr val="1E293B"/>
          </a:solidFill>
          <a:ln w="19050">
            <a:solidFill>
              <a:srgbClr val="F59E0B"/>
            </a:solidFill>
            <a:prstDash val="solid"/>
          </a:ln>
          <a:effectLst>
            <a:outerShdw blurRad="152400" dist="50800" dir="5400000" algn="bl" rotWithShape="0">
              <a:srgbClr val="000000">
                <a:alpha val="40000"/>
              </a:srgbClr>
            </a:outerShdw>
          </a:effectLst>
        </p:spPr>
        <p:txBody>
          <a:bodyPr/>
          <a:lstStyle/>
          <a:p>
            <a:endParaRPr lang="fr-FR"/>
          </a:p>
        </p:txBody>
      </p:sp>
      <p:sp>
        <p:nvSpPr>
          <p:cNvPr id="23" name="Shape 19"/>
          <p:cNvSpPr/>
          <p:nvPr/>
        </p:nvSpPr>
        <p:spPr>
          <a:xfrm>
            <a:off x="5821528" y="2240280"/>
            <a:ext cx="548640" cy="548640"/>
          </a:xfrm>
          <a:prstGeom prst="ellipse">
            <a:avLst/>
          </a:prstGeom>
          <a:solidFill>
            <a:srgbClr val="F59E0B"/>
          </a:solidFill>
          <a:ln w="38100">
            <a:solidFill>
              <a:srgbClr val="0F172A"/>
            </a:solidFill>
            <a:prstDash val="solid"/>
          </a:ln>
        </p:spPr>
        <p:txBody>
          <a:bodyPr/>
          <a:lstStyle/>
          <a:p>
            <a:endParaRPr lang="fr-FR"/>
          </a:p>
        </p:txBody>
      </p:sp>
      <p:sp>
        <p:nvSpPr>
          <p:cNvPr id="24" name="Text 20"/>
          <p:cNvSpPr/>
          <p:nvPr/>
        </p:nvSpPr>
        <p:spPr>
          <a:xfrm>
            <a:off x="5821528" y="224028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25" name="Shape 21"/>
          <p:cNvSpPr/>
          <p:nvPr/>
        </p:nvSpPr>
        <p:spPr>
          <a:xfrm>
            <a:off x="5501488" y="2971800"/>
            <a:ext cx="1188720" cy="1188720"/>
          </a:xfrm>
          <a:prstGeom prst="ellipse">
            <a:avLst/>
          </a:prstGeom>
          <a:solidFill>
            <a:srgbClr val="0F172A"/>
          </a:solidFill>
          <a:ln w="25400">
            <a:solidFill>
              <a:srgbClr val="F59E0B"/>
            </a:solidFill>
            <a:prstDash val="solid"/>
          </a:ln>
        </p:spPr>
        <p:txBody>
          <a:bodyPr/>
          <a:lstStyle/>
          <a:p>
            <a:endParaRPr lang="fr-FR"/>
          </a:p>
        </p:txBody>
      </p:sp>
      <p:pic>
        <p:nvPicPr>
          <p:cNvPr id="26" name="Image 2" descr="preencoded.png"/>
          <p:cNvPicPr>
            <a:picLocks noChangeAspect="1"/>
          </p:cNvPicPr>
          <p:nvPr/>
        </p:nvPicPr>
        <p:blipFill>
          <a:blip r:embed="rId5"/>
          <a:stretch>
            <a:fillRect/>
          </a:stretch>
        </p:blipFill>
        <p:spPr>
          <a:xfrm>
            <a:off x="5711800" y="3182112"/>
            <a:ext cx="777240" cy="777240"/>
          </a:xfrm>
          <a:prstGeom prst="rect">
            <a:avLst/>
          </a:prstGeom>
        </p:spPr>
      </p:pic>
      <p:sp>
        <p:nvSpPr>
          <p:cNvPr id="27" name="Text 22"/>
          <p:cNvSpPr/>
          <p:nvPr/>
        </p:nvSpPr>
        <p:spPr>
          <a:xfrm>
            <a:off x="5135728" y="4251960"/>
            <a:ext cx="192024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Ticket créé</a:t>
            </a:r>
            <a:endParaRPr lang="en-US" sz="1400" dirty="0"/>
          </a:p>
        </p:txBody>
      </p:sp>
      <p:sp>
        <p:nvSpPr>
          <p:cNvPr id="28" name="Text 23"/>
          <p:cNvSpPr/>
          <p:nvPr/>
        </p:nvSpPr>
        <p:spPr>
          <a:xfrm>
            <a:off x="5135728" y="4572000"/>
            <a:ext cx="1920240" cy="365760"/>
          </a:xfrm>
          <a:prstGeom prst="rect">
            <a:avLst/>
          </a:prstGeom>
          <a:noFill/>
          <a:ln/>
        </p:spPr>
        <p:txBody>
          <a:bodyPr wrap="square" lIns="0" tIns="0" rIns="0" bIns="0" rtlCol="0" anchor="ctr"/>
          <a:lstStyle/>
          <a:p>
            <a:pPr marL="0" indent="0" algn="ctr">
              <a:buNone/>
            </a:pPr>
            <a:r>
              <a:rPr lang="en-US" sz="1000" dirty="0">
                <a:solidFill>
                  <a:srgbClr val="CBD5E1"/>
                </a:solidFill>
                <a:latin typeface="Calibri" pitchFamily="34" charset="0"/>
                <a:ea typeface="Calibri" pitchFamily="34" charset="-122"/>
                <a:cs typeface="Calibri" pitchFamily="34" charset="-120"/>
              </a:rPr>
              <a:t>Insertion en base</a:t>
            </a:r>
            <a:endParaRPr lang="en-US" sz="1000" dirty="0"/>
          </a:p>
          <a:p>
            <a:pPr marL="0" indent="0" algn="ctr">
              <a:buNone/>
            </a:pPr>
            <a:r>
              <a:rPr lang="en-US" sz="1000" dirty="0">
                <a:solidFill>
                  <a:srgbClr val="CBD5E1"/>
                </a:solidFill>
                <a:latin typeface="Calibri" pitchFamily="34" charset="0"/>
                <a:ea typeface="Calibri" pitchFamily="34" charset="-122"/>
                <a:cs typeface="Calibri" pitchFamily="34" charset="-120"/>
              </a:rPr>
              <a:t>avec priorité</a:t>
            </a:r>
            <a:endParaRPr lang="en-US" sz="1000" dirty="0"/>
          </a:p>
        </p:txBody>
      </p:sp>
      <p:sp>
        <p:nvSpPr>
          <p:cNvPr id="29" name="Shape 24"/>
          <p:cNvSpPr/>
          <p:nvPr/>
        </p:nvSpPr>
        <p:spPr>
          <a:xfrm>
            <a:off x="7156552" y="3703320"/>
            <a:ext cx="146304" cy="0"/>
          </a:xfrm>
          <a:prstGeom prst="line">
            <a:avLst/>
          </a:prstGeom>
          <a:noFill/>
          <a:ln w="38100">
            <a:solidFill>
              <a:srgbClr val="06B6D4"/>
            </a:solidFill>
            <a:prstDash val="solid"/>
            <a:tailEnd type="triangle"/>
          </a:ln>
        </p:spPr>
        <p:txBody>
          <a:bodyPr/>
          <a:lstStyle/>
          <a:p>
            <a:endParaRPr lang="fr-FR"/>
          </a:p>
        </p:txBody>
      </p:sp>
      <p:sp>
        <p:nvSpPr>
          <p:cNvPr id="30" name="Shape 25"/>
          <p:cNvSpPr/>
          <p:nvPr/>
        </p:nvSpPr>
        <p:spPr>
          <a:xfrm>
            <a:off x="7312000" y="2468880"/>
            <a:ext cx="2103120" cy="2468880"/>
          </a:xfrm>
          <a:prstGeom prst="rect">
            <a:avLst/>
          </a:prstGeom>
          <a:solidFill>
            <a:srgbClr val="1E293B"/>
          </a:solidFill>
          <a:ln w="19050">
            <a:solidFill>
              <a:srgbClr val="06B6D4"/>
            </a:solidFill>
            <a:prstDash val="solid"/>
          </a:ln>
          <a:effectLst>
            <a:outerShdw blurRad="152400" dist="50800" dir="5400000" algn="bl" rotWithShape="0">
              <a:srgbClr val="000000">
                <a:alpha val="40000"/>
              </a:srgbClr>
            </a:outerShdw>
          </a:effectLst>
        </p:spPr>
        <p:txBody>
          <a:bodyPr/>
          <a:lstStyle/>
          <a:p>
            <a:endParaRPr lang="fr-FR"/>
          </a:p>
        </p:txBody>
      </p:sp>
      <p:sp>
        <p:nvSpPr>
          <p:cNvPr id="31" name="Shape 26"/>
          <p:cNvSpPr/>
          <p:nvPr/>
        </p:nvSpPr>
        <p:spPr>
          <a:xfrm>
            <a:off x="8089240" y="2240280"/>
            <a:ext cx="548640" cy="548640"/>
          </a:xfrm>
          <a:prstGeom prst="ellipse">
            <a:avLst/>
          </a:prstGeom>
          <a:solidFill>
            <a:srgbClr val="06B6D4"/>
          </a:solidFill>
          <a:ln w="38100">
            <a:solidFill>
              <a:srgbClr val="0F172A"/>
            </a:solidFill>
            <a:prstDash val="solid"/>
          </a:ln>
        </p:spPr>
        <p:txBody>
          <a:bodyPr/>
          <a:lstStyle/>
          <a:p>
            <a:endParaRPr lang="fr-FR"/>
          </a:p>
        </p:txBody>
      </p:sp>
      <p:sp>
        <p:nvSpPr>
          <p:cNvPr id="32" name="Text 27"/>
          <p:cNvSpPr/>
          <p:nvPr/>
        </p:nvSpPr>
        <p:spPr>
          <a:xfrm>
            <a:off x="8089240" y="224028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4</a:t>
            </a:r>
            <a:endParaRPr lang="en-US" sz="1800" dirty="0"/>
          </a:p>
        </p:txBody>
      </p:sp>
      <p:sp>
        <p:nvSpPr>
          <p:cNvPr id="33" name="Shape 28"/>
          <p:cNvSpPr/>
          <p:nvPr/>
        </p:nvSpPr>
        <p:spPr>
          <a:xfrm>
            <a:off x="7769200" y="2971800"/>
            <a:ext cx="1188720" cy="1188720"/>
          </a:xfrm>
          <a:prstGeom prst="ellipse">
            <a:avLst/>
          </a:prstGeom>
          <a:solidFill>
            <a:srgbClr val="0F172A"/>
          </a:solidFill>
          <a:ln w="25400">
            <a:solidFill>
              <a:srgbClr val="06B6D4"/>
            </a:solidFill>
            <a:prstDash val="solid"/>
          </a:ln>
        </p:spPr>
        <p:txBody>
          <a:bodyPr/>
          <a:lstStyle/>
          <a:p>
            <a:endParaRPr lang="fr-FR"/>
          </a:p>
        </p:txBody>
      </p:sp>
      <p:pic>
        <p:nvPicPr>
          <p:cNvPr id="34" name="Image 3" descr="preencoded.png"/>
          <p:cNvPicPr>
            <a:picLocks noChangeAspect="1"/>
          </p:cNvPicPr>
          <p:nvPr/>
        </p:nvPicPr>
        <p:blipFill>
          <a:blip r:embed="rId6"/>
          <a:stretch>
            <a:fillRect/>
          </a:stretch>
        </p:blipFill>
        <p:spPr>
          <a:xfrm>
            <a:off x="7979512" y="3182112"/>
            <a:ext cx="777240" cy="777240"/>
          </a:xfrm>
          <a:prstGeom prst="rect">
            <a:avLst/>
          </a:prstGeom>
        </p:spPr>
      </p:pic>
      <p:sp>
        <p:nvSpPr>
          <p:cNvPr id="35" name="Text 29"/>
          <p:cNvSpPr/>
          <p:nvPr/>
        </p:nvSpPr>
        <p:spPr>
          <a:xfrm>
            <a:off x="7403440" y="4251960"/>
            <a:ext cx="192024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Notification</a:t>
            </a:r>
            <a:endParaRPr lang="en-US" sz="1400" dirty="0"/>
          </a:p>
        </p:txBody>
      </p:sp>
      <p:sp>
        <p:nvSpPr>
          <p:cNvPr id="36" name="Text 30"/>
          <p:cNvSpPr/>
          <p:nvPr/>
        </p:nvSpPr>
        <p:spPr>
          <a:xfrm>
            <a:off x="7403440" y="4572000"/>
            <a:ext cx="1920240" cy="365760"/>
          </a:xfrm>
          <a:prstGeom prst="rect">
            <a:avLst/>
          </a:prstGeom>
          <a:noFill/>
          <a:ln/>
        </p:spPr>
        <p:txBody>
          <a:bodyPr wrap="square" lIns="0" tIns="0" rIns="0" bIns="0" rtlCol="0" anchor="ctr"/>
          <a:lstStyle/>
          <a:p>
            <a:pPr marL="0" indent="0" algn="ctr">
              <a:buNone/>
            </a:pPr>
            <a:r>
              <a:rPr lang="en-US" sz="1000" dirty="0">
                <a:solidFill>
                  <a:srgbClr val="CBD5E1"/>
                </a:solidFill>
                <a:latin typeface="Calibri" pitchFamily="34" charset="0"/>
                <a:ea typeface="Calibri" pitchFamily="34" charset="-122"/>
                <a:cs typeface="Calibri" pitchFamily="34" charset="-120"/>
              </a:rPr>
              <a:t>FCM alerte</a:t>
            </a:r>
            <a:endParaRPr lang="en-US" sz="1000" dirty="0"/>
          </a:p>
          <a:p>
            <a:pPr marL="0" indent="0" algn="ctr">
              <a:buNone/>
            </a:pPr>
            <a:r>
              <a:rPr lang="en-US" sz="1000" dirty="0">
                <a:solidFill>
                  <a:srgbClr val="CBD5E1"/>
                </a:solidFill>
                <a:latin typeface="Calibri" pitchFamily="34" charset="0"/>
                <a:ea typeface="Calibri" pitchFamily="34" charset="-122"/>
                <a:cs typeface="Calibri" pitchFamily="34" charset="-120"/>
              </a:rPr>
              <a:t>l'administrateur</a:t>
            </a:r>
            <a:endParaRPr lang="en-US" sz="1000" dirty="0"/>
          </a:p>
        </p:txBody>
      </p:sp>
      <p:sp>
        <p:nvSpPr>
          <p:cNvPr id="37" name="Shape 31"/>
          <p:cNvSpPr/>
          <p:nvPr/>
        </p:nvSpPr>
        <p:spPr>
          <a:xfrm>
            <a:off x="9424264" y="3703320"/>
            <a:ext cx="146304" cy="0"/>
          </a:xfrm>
          <a:prstGeom prst="line">
            <a:avLst/>
          </a:prstGeom>
          <a:noFill/>
          <a:ln w="38100">
            <a:solidFill>
              <a:srgbClr val="06B6D4"/>
            </a:solidFill>
            <a:prstDash val="solid"/>
            <a:tailEnd type="triangle"/>
          </a:ln>
        </p:spPr>
        <p:txBody>
          <a:bodyPr/>
          <a:lstStyle/>
          <a:p>
            <a:endParaRPr lang="fr-FR"/>
          </a:p>
        </p:txBody>
      </p:sp>
      <p:sp>
        <p:nvSpPr>
          <p:cNvPr id="38" name="Shape 32"/>
          <p:cNvSpPr/>
          <p:nvPr/>
        </p:nvSpPr>
        <p:spPr>
          <a:xfrm>
            <a:off x="9579712" y="2468880"/>
            <a:ext cx="2103120" cy="2468880"/>
          </a:xfrm>
          <a:prstGeom prst="rect">
            <a:avLst/>
          </a:prstGeom>
          <a:solidFill>
            <a:srgbClr val="1E293B"/>
          </a:solidFill>
          <a:ln w="19050">
            <a:solidFill>
              <a:srgbClr val="06B6D4"/>
            </a:solidFill>
            <a:prstDash val="solid"/>
          </a:ln>
          <a:effectLst>
            <a:outerShdw blurRad="152400" dist="50800" dir="5400000" algn="bl" rotWithShape="0">
              <a:srgbClr val="000000">
                <a:alpha val="40000"/>
              </a:srgbClr>
            </a:outerShdw>
          </a:effectLst>
        </p:spPr>
        <p:txBody>
          <a:bodyPr/>
          <a:lstStyle/>
          <a:p>
            <a:endParaRPr lang="fr-FR"/>
          </a:p>
        </p:txBody>
      </p:sp>
      <p:sp>
        <p:nvSpPr>
          <p:cNvPr id="39" name="Shape 33"/>
          <p:cNvSpPr/>
          <p:nvPr/>
        </p:nvSpPr>
        <p:spPr>
          <a:xfrm>
            <a:off x="10356952" y="2240280"/>
            <a:ext cx="548640" cy="548640"/>
          </a:xfrm>
          <a:prstGeom prst="ellipse">
            <a:avLst/>
          </a:prstGeom>
          <a:solidFill>
            <a:srgbClr val="06B6D4"/>
          </a:solidFill>
          <a:ln w="38100">
            <a:solidFill>
              <a:srgbClr val="0F172A"/>
            </a:solidFill>
            <a:prstDash val="solid"/>
          </a:ln>
        </p:spPr>
        <p:txBody>
          <a:bodyPr/>
          <a:lstStyle/>
          <a:p>
            <a:endParaRPr lang="fr-FR"/>
          </a:p>
        </p:txBody>
      </p:sp>
      <p:sp>
        <p:nvSpPr>
          <p:cNvPr id="40" name="Text 34"/>
          <p:cNvSpPr/>
          <p:nvPr/>
        </p:nvSpPr>
        <p:spPr>
          <a:xfrm>
            <a:off x="10356952" y="224028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5</a:t>
            </a:r>
            <a:endParaRPr lang="en-US" sz="1800" dirty="0"/>
          </a:p>
        </p:txBody>
      </p:sp>
      <p:sp>
        <p:nvSpPr>
          <p:cNvPr id="41" name="Shape 35"/>
          <p:cNvSpPr/>
          <p:nvPr/>
        </p:nvSpPr>
        <p:spPr>
          <a:xfrm>
            <a:off x="10036912" y="2971800"/>
            <a:ext cx="1188720" cy="1188720"/>
          </a:xfrm>
          <a:prstGeom prst="ellipse">
            <a:avLst/>
          </a:prstGeom>
          <a:solidFill>
            <a:srgbClr val="0F172A"/>
          </a:solidFill>
          <a:ln w="25400">
            <a:solidFill>
              <a:srgbClr val="06B6D4"/>
            </a:solidFill>
            <a:prstDash val="solid"/>
          </a:ln>
        </p:spPr>
        <p:txBody>
          <a:bodyPr/>
          <a:lstStyle/>
          <a:p>
            <a:endParaRPr lang="fr-FR"/>
          </a:p>
        </p:txBody>
      </p:sp>
      <p:pic>
        <p:nvPicPr>
          <p:cNvPr id="42" name="Image 4" descr="preencoded.png"/>
          <p:cNvPicPr>
            <a:picLocks noChangeAspect="1"/>
          </p:cNvPicPr>
          <p:nvPr/>
        </p:nvPicPr>
        <p:blipFill>
          <a:blip r:embed="rId7"/>
          <a:stretch>
            <a:fillRect/>
          </a:stretch>
        </p:blipFill>
        <p:spPr>
          <a:xfrm>
            <a:off x="10247224" y="3182112"/>
            <a:ext cx="777240" cy="777240"/>
          </a:xfrm>
          <a:prstGeom prst="rect">
            <a:avLst/>
          </a:prstGeom>
        </p:spPr>
      </p:pic>
      <p:sp>
        <p:nvSpPr>
          <p:cNvPr id="43" name="Text 36"/>
          <p:cNvSpPr/>
          <p:nvPr/>
        </p:nvSpPr>
        <p:spPr>
          <a:xfrm>
            <a:off x="9671152" y="4251960"/>
            <a:ext cx="192024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Dashboard</a:t>
            </a:r>
            <a:endParaRPr lang="en-US" sz="1400" dirty="0"/>
          </a:p>
        </p:txBody>
      </p:sp>
      <p:sp>
        <p:nvSpPr>
          <p:cNvPr id="44" name="Text 37"/>
          <p:cNvSpPr/>
          <p:nvPr/>
        </p:nvSpPr>
        <p:spPr>
          <a:xfrm>
            <a:off x="9671152" y="4572000"/>
            <a:ext cx="1920240" cy="365760"/>
          </a:xfrm>
          <a:prstGeom prst="rect">
            <a:avLst/>
          </a:prstGeom>
          <a:noFill/>
          <a:ln/>
        </p:spPr>
        <p:txBody>
          <a:bodyPr wrap="square" lIns="0" tIns="0" rIns="0" bIns="0" rtlCol="0" anchor="ctr"/>
          <a:lstStyle/>
          <a:p>
            <a:pPr marL="0" indent="0" algn="ctr">
              <a:buNone/>
            </a:pPr>
            <a:r>
              <a:rPr lang="en-US" sz="1000" dirty="0">
                <a:solidFill>
                  <a:srgbClr val="CBD5E1"/>
                </a:solidFill>
                <a:latin typeface="Calibri" pitchFamily="34" charset="0"/>
                <a:ea typeface="Calibri" pitchFamily="34" charset="-122"/>
                <a:cs typeface="Calibri" pitchFamily="34" charset="-120"/>
              </a:rPr>
              <a:t>Affichage live,</a:t>
            </a:r>
            <a:endParaRPr lang="en-US" sz="1000" dirty="0"/>
          </a:p>
          <a:p>
            <a:pPr marL="0" indent="0" algn="ctr">
              <a:buNone/>
            </a:pPr>
            <a:r>
              <a:rPr lang="en-US" sz="1000" dirty="0">
                <a:solidFill>
                  <a:srgbClr val="CBD5E1"/>
                </a:solidFill>
                <a:latin typeface="Calibri" pitchFamily="34" charset="0"/>
                <a:ea typeface="Calibri" pitchFamily="34" charset="-122"/>
                <a:cs typeface="Calibri" pitchFamily="34" charset="-120"/>
              </a:rPr>
              <a:t>admin valide ou suit</a:t>
            </a:r>
            <a:endParaRPr lang="en-US" sz="1000" dirty="0"/>
          </a:p>
        </p:txBody>
      </p:sp>
      <p:sp>
        <p:nvSpPr>
          <p:cNvPr id="45" name="Shape 38"/>
          <p:cNvSpPr/>
          <p:nvPr/>
        </p:nvSpPr>
        <p:spPr>
          <a:xfrm>
            <a:off x="548640" y="5486400"/>
            <a:ext cx="11094415" cy="1051560"/>
          </a:xfrm>
          <a:prstGeom prst="rect">
            <a:avLst/>
          </a:prstGeom>
          <a:solidFill>
            <a:srgbClr val="1E293B"/>
          </a:solidFill>
          <a:ln w="12700">
            <a:solidFill>
              <a:srgbClr val="334155"/>
            </a:solidFill>
            <a:prstDash val="solid"/>
          </a:ln>
        </p:spPr>
        <p:txBody>
          <a:bodyPr/>
          <a:lstStyle/>
          <a:p>
            <a:endParaRPr lang="fr-FR"/>
          </a:p>
        </p:txBody>
      </p:sp>
      <p:sp>
        <p:nvSpPr>
          <p:cNvPr id="46" name="Shape 39"/>
          <p:cNvSpPr/>
          <p:nvPr/>
        </p:nvSpPr>
        <p:spPr>
          <a:xfrm>
            <a:off x="548640" y="5486400"/>
            <a:ext cx="109728" cy="1051560"/>
          </a:xfrm>
          <a:prstGeom prst="rect">
            <a:avLst/>
          </a:prstGeom>
          <a:solidFill>
            <a:srgbClr val="22C55E"/>
          </a:solidFill>
          <a:ln w="12700">
            <a:solidFill>
              <a:srgbClr val="22C55E"/>
            </a:solidFill>
            <a:prstDash val="solid"/>
          </a:ln>
        </p:spPr>
        <p:txBody>
          <a:bodyPr/>
          <a:lstStyle/>
          <a:p>
            <a:endParaRPr lang="fr-FR"/>
          </a:p>
        </p:txBody>
      </p:sp>
      <p:sp>
        <p:nvSpPr>
          <p:cNvPr id="47" name="Text 40"/>
          <p:cNvSpPr/>
          <p:nvPr/>
        </p:nvSpPr>
        <p:spPr>
          <a:xfrm>
            <a:off x="868680" y="5577840"/>
            <a:ext cx="3657600" cy="274320"/>
          </a:xfrm>
          <a:prstGeom prst="rect">
            <a:avLst/>
          </a:prstGeom>
          <a:noFill/>
          <a:ln/>
        </p:spPr>
        <p:txBody>
          <a:bodyPr wrap="square" lIns="0" tIns="0" rIns="0" bIns="0" rtlCol="0" anchor="ctr"/>
          <a:lstStyle/>
          <a:p>
            <a:pPr marL="0" indent="0">
              <a:buNone/>
            </a:pPr>
            <a:r>
              <a:rPr lang="en-US" sz="1100" b="1" kern="0" spc="400" dirty="0">
                <a:solidFill>
                  <a:srgbClr val="06B6D4"/>
                </a:solidFill>
                <a:latin typeface="Calibri" pitchFamily="34" charset="0"/>
                <a:ea typeface="Calibri" pitchFamily="34" charset="-122"/>
                <a:cs typeface="Calibri" pitchFamily="34" charset="-120"/>
              </a:rPr>
              <a:t>MESSAGE PRINCIPAL</a:t>
            </a:r>
            <a:endParaRPr lang="en-US" sz="1100" dirty="0"/>
          </a:p>
        </p:txBody>
      </p:sp>
      <p:sp>
        <p:nvSpPr>
          <p:cNvPr id="48" name="Text 41"/>
          <p:cNvSpPr/>
          <p:nvPr/>
        </p:nvSpPr>
        <p:spPr>
          <a:xfrm>
            <a:off x="868680" y="5852160"/>
            <a:ext cx="10728655" cy="640080"/>
          </a:xfrm>
          <a:prstGeom prst="rect">
            <a:avLst/>
          </a:prstGeom>
          <a:noFill/>
          <a:ln/>
        </p:spPr>
        <p:txBody>
          <a:bodyPr wrap="square" lIns="0" tIns="0" rIns="0" bIns="0"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La plateforme fonctionne de bout en bout : un résident envoie un message, l'IA comprend, le ticket est créé, l'admin reçoit l'alerte et le suivi se fait dans le dashboard. Aucune intervention manuelle entre les étapes.</a:t>
            </a:r>
            <a:endParaRPr lang="en-US" sz="1300" dirty="0"/>
          </a:p>
        </p:txBody>
      </p:sp>
      <p:sp>
        <p:nvSpPr>
          <p:cNvPr id="49" name="Text 42"/>
          <p:cNvSpPr/>
          <p:nvPr/>
        </p:nvSpPr>
        <p:spPr>
          <a:xfrm>
            <a:off x="10911535" y="6446520"/>
            <a:ext cx="914400" cy="27432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23 / 24</a:t>
            </a:r>
            <a:endParaRPr lang="en-US" sz="1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B97624CB-C4CD-A9D7-1FEC-5A7F1E97DF1F}"/>
            </a:ext>
          </a:extLst>
        </p:cNvPr>
        <p:cNvGrpSpPr/>
        <p:nvPr/>
      </p:nvGrpSpPr>
      <p:grpSpPr>
        <a:xfrm>
          <a:off x="0" y="0"/>
          <a:ext cx="0" cy="0"/>
          <a:chOff x="0" y="0"/>
          <a:chExt cx="0" cy="0"/>
        </a:xfrm>
      </p:grpSpPr>
      <p:sp>
        <p:nvSpPr>
          <p:cNvPr id="47" name="Google Shape;105;p27">
            <a:extLst>
              <a:ext uri="{FF2B5EF4-FFF2-40B4-BE49-F238E27FC236}">
                <a16:creationId xmlns:a16="http://schemas.microsoft.com/office/drawing/2014/main" id="{EC27FA7D-8451-DF9A-E3BE-9C3C07C42BAF}"/>
              </a:ext>
            </a:extLst>
          </p:cNvPr>
          <p:cNvSpPr/>
          <p:nvPr/>
        </p:nvSpPr>
        <p:spPr>
          <a:xfrm rot="5400000">
            <a:off x="-660076" y="646210"/>
            <a:ext cx="2201895" cy="881743"/>
          </a:xfrm>
          <a:prstGeom prst="triangle">
            <a:avLst>
              <a:gd name="adj" fmla="val 50411"/>
            </a:avLst>
          </a:prstGeom>
          <a:solidFill>
            <a:schemeClr val="accent1">
              <a:lumMod val="75000"/>
            </a:schemeClr>
          </a:solidFill>
          <a:ln/>
        </p:spPr>
        <p:style>
          <a:lnRef idx="2">
            <a:schemeClr val="accent1"/>
          </a:lnRef>
          <a:fillRef idx="1">
            <a:schemeClr val="lt1"/>
          </a:fillRef>
          <a:effectRef idx="0">
            <a:schemeClr val="accent1"/>
          </a:effectRef>
          <a:fontRef idx="minor">
            <a:schemeClr val="dk1"/>
          </a:fontRef>
        </p:style>
        <p:txBody>
          <a:bodyPr spcFirstLastPara="1" wrap="square" lIns="121900" tIns="121900" rIns="121900" bIns="121900" anchor="ctr" anchorCtr="0">
            <a:noAutofit/>
          </a:bodyPr>
          <a:lstStyle/>
          <a:p>
            <a:endParaRPr sz="2400"/>
          </a:p>
        </p:txBody>
      </p:sp>
      <p:sp>
        <p:nvSpPr>
          <p:cNvPr id="48" name="Google Shape;105;p27">
            <a:extLst>
              <a:ext uri="{FF2B5EF4-FFF2-40B4-BE49-F238E27FC236}">
                <a16:creationId xmlns:a16="http://schemas.microsoft.com/office/drawing/2014/main" id="{653E484E-B2F7-9378-8D8D-6C5DA00A8455}"/>
              </a:ext>
            </a:extLst>
          </p:cNvPr>
          <p:cNvSpPr/>
          <p:nvPr/>
        </p:nvSpPr>
        <p:spPr>
          <a:xfrm rot="16200000">
            <a:off x="10650181" y="5330638"/>
            <a:ext cx="2201895" cy="881743"/>
          </a:xfrm>
          <a:prstGeom prst="triangle">
            <a:avLst>
              <a:gd name="adj" fmla="val 50411"/>
            </a:avLst>
          </a:prstGeom>
          <a:solidFill>
            <a:schemeClr val="accent1">
              <a:lumMod val="75000"/>
            </a:schemeClr>
          </a:solidFill>
          <a:ln>
            <a:solidFill>
              <a:schemeClr val="accent1"/>
            </a:solidFill>
          </a:ln>
        </p:spPr>
        <p:txBody>
          <a:bodyPr spcFirstLastPara="1" wrap="square" lIns="121900" tIns="121900" rIns="121900" bIns="121900" anchor="ctr" anchorCtr="0">
            <a:noAutofit/>
          </a:bodyPr>
          <a:lstStyle/>
          <a:p>
            <a:endParaRPr sz="2400"/>
          </a:p>
        </p:txBody>
      </p:sp>
      <p:sp>
        <p:nvSpPr>
          <p:cNvPr id="49" name="Shape 2">
            <a:extLst>
              <a:ext uri="{FF2B5EF4-FFF2-40B4-BE49-F238E27FC236}">
                <a16:creationId xmlns:a16="http://schemas.microsoft.com/office/drawing/2014/main" id="{7D72B6C9-3D28-0715-917E-15BADAFBCF6A}"/>
              </a:ext>
            </a:extLst>
          </p:cNvPr>
          <p:cNvSpPr/>
          <p:nvPr/>
        </p:nvSpPr>
        <p:spPr>
          <a:xfrm>
            <a:off x="548640" y="502920"/>
            <a:ext cx="164592" cy="164592"/>
          </a:xfrm>
          <a:prstGeom prst="rect">
            <a:avLst/>
          </a:prstGeom>
          <a:solidFill>
            <a:srgbClr val="06B6D4"/>
          </a:solidFill>
          <a:ln w="12700">
            <a:solidFill>
              <a:srgbClr val="06B6D4"/>
            </a:solidFill>
            <a:prstDash val="solid"/>
          </a:ln>
        </p:spPr>
        <p:txBody>
          <a:bodyPr/>
          <a:lstStyle/>
          <a:p>
            <a:endParaRPr lang="fr-FR"/>
          </a:p>
        </p:txBody>
      </p:sp>
      <p:sp>
        <p:nvSpPr>
          <p:cNvPr id="50" name="Text 3">
            <a:extLst>
              <a:ext uri="{FF2B5EF4-FFF2-40B4-BE49-F238E27FC236}">
                <a16:creationId xmlns:a16="http://schemas.microsoft.com/office/drawing/2014/main" id="{1BA47815-6A8A-674B-0366-696FEAF3BBDA}"/>
              </a:ext>
            </a:extLst>
          </p:cNvPr>
          <p:cNvSpPr/>
          <p:nvPr/>
        </p:nvSpPr>
        <p:spPr>
          <a:xfrm>
            <a:off x="777240" y="411480"/>
            <a:ext cx="2011680" cy="320040"/>
          </a:xfrm>
          <a:prstGeom prst="rect">
            <a:avLst/>
          </a:prstGeom>
          <a:noFill/>
          <a:ln/>
        </p:spPr>
        <p:txBody>
          <a:bodyPr wrap="square" rtlCol="0" anchor="ctr"/>
          <a:lstStyle/>
          <a:p>
            <a:pPr marL="0" indent="0">
              <a:buNone/>
            </a:pPr>
            <a:r>
              <a:rPr lang="en-US" sz="1100" b="1" kern="0" spc="200" dirty="0">
                <a:latin typeface="Calibri" pitchFamily="34" charset="0"/>
                <a:ea typeface="Calibri" pitchFamily="34" charset="-122"/>
                <a:cs typeface="Calibri" pitchFamily="34" charset="-120"/>
              </a:rPr>
              <a:t>Syndic IA</a:t>
            </a:r>
            <a:endParaRPr lang="en-US" sz="1100" dirty="0"/>
          </a:p>
        </p:txBody>
      </p:sp>
      <p:sp>
        <p:nvSpPr>
          <p:cNvPr id="51" name="Text 4">
            <a:extLst>
              <a:ext uri="{FF2B5EF4-FFF2-40B4-BE49-F238E27FC236}">
                <a16:creationId xmlns:a16="http://schemas.microsoft.com/office/drawing/2014/main" id="{AD52EC07-3773-6070-222F-E9328D5B9433}"/>
              </a:ext>
            </a:extLst>
          </p:cNvPr>
          <p:cNvSpPr/>
          <p:nvPr/>
        </p:nvSpPr>
        <p:spPr>
          <a:xfrm>
            <a:off x="548639" y="914399"/>
            <a:ext cx="7828443" cy="1361866"/>
          </a:xfrm>
          <a:prstGeom prst="rect">
            <a:avLst/>
          </a:prstGeom>
          <a:noFill/>
          <a:ln/>
        </p:spPr>
        <p:txBody>
          <a:bodyPr wrap="square" lIns="0" tIns="0" rIns="0" bIns="0" rtlCol="0" anchor="ctr"/>
          <a:lstStyle/>
          <a:p>
            <a:pPr marL="0" indent="0" algn="ctr">
              <a:buNone/>
            </a:pPr>
            <a:r>
              <a:rPr lang="en-US" sz="7200" b="1" i="1" kern="0" spc="600" dirty="0">
                <a:solidFill>
                  <a:schemeClr val="accent1">
                    <a:lumMod val="75000"/>
                  </a:schemeClr>
                </a:solidFill>
                <a:latin typeface="Calibri" pitchFamily="34" charset="0"/>
                <a:ea typeface="Calibri" pitchFamily="34" charset="-122"/>
                <a:cs typeface="Calibri" pitchFamily="34" charset="-120"/>
              </a:rPr>
              <a:t>CONCLUSION</a:t>
            </a:r>
            <a:endParaRPr lang="en-US" sz="7200" i="1" dirty="0">
              <a:solidFill>
                <a:schemeClr val="accent1">
                  <a:lumMod val="75000"/>
                </a:schemeClr>
              </a:solidFill>
            </a:endParaRPr>
          </a:p>
        </p:txBody>
      </p:sp>
      <p:sp>
        <p:nvSpPr>
          <p:cNvPr id="52" name="Text 5">
            <a:extLst>
              <a:ext uri="{FF2B5EF4-FFF2-40B4-BE49-F238E27FC236}">
                <a16:creationId xmlns:a16="http://schemas.microsoft.com/office/drawing/2014/main" id="{9E7FE059-DDF5-60B4-3123-A66C924B376B}"/>
              </a:ext>
            </a:extLst>
          </p:cNvPr>
          <p:cNvSpPr/>
          <p:nvPr/>
        </p:nvSpPr>
        <p:spPr>
          <a:xfrm>
            <a:off x="548641" y="2001945"/>
            <a:ext cx="8145590" cy="4238981"/>
          </a:xfrm>
          <a:prstGeom prst="rect">
            <a:avLst/>
          </a:prstGeom>
          <a:noFill/>
          <a:ln/>
        </p:spPr>
        <p:txBody>
          <a:bodyPr wrap="square" lIns="0" tIns="0" rIns="0" bIns="0" rtlCol="0" anchor="ctr"/>
          <a:lstStyle/>
          <a:p>
            <a:pPr algn="just"/>
            <a:r>
              <a:rPr lang="fr-FR" sz="2200" i="1" dirty="0">
                <a:effectLst>
                  <a:outerShdw blurRad="38100" dist="38100" dir="2700000" algn="tl">
                    <a:srgbClr val="000000">
                      <a:alpha val="43137"/>
                    </a:srgbClr>
                  </a:outerShdw>
                </a:effectLst>
                <a:latin typeface="Georgia" panose="02040502050405020303" pitchFamily="18" charset="0"/>
              </a:rPr>
              <a:t>Syndic IA est aujourd'hui un MVP avancé, avec un workflow complet et fonctionnel, qui répond à une vraie problématique métier — centraliser, prioriser, et automatiser la gestion des réclamations résidentielles. L'architecture choisie — </a:t>
            </a:r>
            <a:r>
              <a:rPr lang="fr-FR" sz="2200" i="1" dirty="0" err="1">
                <a:effectLst>
                  <a:outerShdw blurRad="38100" dist="38100" dir="2700000" algn="tl">
                    <a:srgbClr val="000000">
                      <a:alpha val="43137"/>
                    </a:srgbClr>
                  </a:outerShdw>
                </a:effectLst>
                <a:latin typeface="Georgia" panose="02040502050405020303" pitchFamily="18" charset="0"/>
              </a:rPr>
              <a:t>FastAPI</a:t>
            </a:r>
            <a:r>
              <a:rPr lang="fr-FR" sz="2200" i="1" dirty="0">
                <a:effectLst>
                  <a:outerShdw blurRad="38100" dist="38100" dir="2700000" algn="tl">
                    <a:srgbClr val="000000">
                      <a:alpha val="43137"/>
                    </a:srgbClr>
                  </a:outerShdw>
                </a:effectLst>
                <a:latin typeface="Georgia" panose="02040502050405020303" pitchFamily="18" charset="0"/>
              </a:rPr>
              <a:t>, intelligence artificielle, Flutter, et services cloud — est cohérente, et surtout, elle est conçue pour évoluer : la prochaine étape naturelle de ce projet est une transformation en SaaS multi-résidences, accessible à n'importe quel syndic.</a:t>
            </a:r>
            <a:endParaRPr lang="en-US" sz="2200" i="1" dirty="0">
              <a:effectLst>
                <a:outerShdw blurRad="38100" dist="38100" dir="2700000" algn="tl">
                  <a:srgbClr val="000000">
                    <a:alpha val="43137"/>
                  </a:srgbClr>
                </a:outerShdw>
              </a:effectLst>
              <a:latin typeface="Georgia" panose="02040502050405020303" pitchFamily="18" charset="0"/>
            </a:endParaRPr>
          </a:p>
        </p:txBody>
      </p:sp>
      <p:sp>
        <p:nvSpPr>
          <p:cNvPr id="53" name="Shape 6">
            <a:extLst>
              <a:ext uri="{FF2B5EF4-FFF2-40B4-BE49-F238E27FC236}">
                <a16:creationId xmlns:a16="http://schemas.microsoft.com/office/drawing/2014/main" id="{842446C5-112C-B998-CFFF-A815970C710C}"/>
              </a:ext>
            </a:extLst>
          </p:cNvPr>
          <p:cNvSpPr/>
          <p:nvPr/>
        </p:nvSpPr>
        <p:spPr>
          <a:xfrm>
            <a:off x="8954402" y="849801"/>
            <a:ext cx="2663876" cy="1234440"/>
          </a:xfrm>
          <a:prstGeom prst="rect">
            <a:avLst/>
          </a:prstGeom>
          <a:solidFill>
            <a:srgbClr val="1E293B"/>
          </a:solidFill>
          <a:ln w="12700">
            <a:solidFill>
              <a:srgbClr val="334155"/>
            </a:solidFill>
            <a:prstDash val="solid"/>
          </a:ln>
        </p:spPr>
        <p:txBody>
          <a:bodyPr/>
          <a:lstStyle/>
          <a:p>
            <a:endParaRPr lang="fr-FR"/>
          </a:p>
        </p:txBody>
      </p:sp>
      <p:sp>
        <p:nvSpPr>
          <p:cNvPr id="54" name="Shape 7">
            <a:extLst>
              <a:ext uri="{FF2B5EF4-FFF2-40B4-BE49-F238E27FC236}">
                <a16:creationId xmlns:a16="http://schemas.microsoft.com/office/drawing/2014/main" id="{FBFCB96A-FD46-2ECA-C478-184E86DE8F7E}"/>
              </a:ext>
            </a:extLst>
          </p:cNvPr>
          <p:cNvSpPr/>
          <p:nvPr/>
        </p:nvSpPr>
        <p:spPr>
          <a:xfrm>
            <a:off x="8954402" y="849801"/>
            <a:ext cx="2663876" cy="54864"/>
          </a:xfrm>
          <a:prstGeom prst="rect">
            <a:avLst/>
          </a:prstGeom>
          <a:solidFill>
            <a:srgbClr val="06B6D4"/>
          </a:solidFill>
          <a:ln w="12700">
            <a:solidFill>
              <a:srgbClr val="06B6D4"/>
            </a:solidFill>
            <a:prstDash val="solid"/>
          </a:ln>
        </p:spPr>
        <p:txBody>
          <a:bodyPr/>
          <a:lstStyle/>
          <a:p>
            <a:endParaRPr lang="fr-FR"/>
          </a:p>
        </p:txBody>
      </p:sp>
      <p:pic>
        <p:nvPicPr>
          <p:cNvPr id="55" name="Image 0" descr="preencoded.png">
            <a:extLst>
              <a:ext uri="{FF2B5EF4-FFF2-40B4-BE49-F238E27FC236}">
                <a16:creationId xmlns:a16="http://schemas.microsoft.com/office/drawing/2014/main" id="{37531116-F690-ED2A-F5F6-7006C4894DDB}"/>
              </a:ext>
            </a:extLst>
          </p:cNvPr>
          <p:cNvPicPr>
            <a:picLocks noChangeAspect="1"/>
          </p:cNvPicPr>
          <p:nvPr/>
        </p:nvPicPr>
        <p:blipFill>
          <a:blip r:embed="rId3"/>
          <a:stretch>
            <a:fillRect/>
          </a:stretch>
        </p:blipFill>
        <p:spPr>
          <a:xfrm>
            <a:off x="8808098" y="1139460"/>
            <a:ext cx="640080" cy="640080"/>
          </a:xfrm>
          <a:prstGeom prst="rect">
            <a:avLst/>
          </a:prstGeom>
        </p:spPr>
      </p:pic>
      <p:sp>
        <p:nvSpPr>
          <p:cNvPr id="56" name="Text 8">
            <a:extLst>
              <a:ext uri="{FF2B5EF4-FFF2-40B4-BE49-F238E27FC236}">
                <a16:creationId xmlns:a16="http://schemas.microsoft.com/office/drawing/2014/main" id="{F732A62D-5749-82F5-DCBD-9BEEEC35DB93}"/>
              </a:ext>
            </a:extLst>
          </p:cNvPr>
          <p:cNvSpPr/>
          <p:nvPr/>
        </p:nvSpPr>
        <p:spPr>
          <a:xfrm>
            <a:off x="9512186" y="1169841"/>
            <a:ext cx="2115236"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MVP avancé</a:t>
            </a:r>
            <a:endParaRPr lang="en-US" sz="1600" dirty="0"/>
          </a:p>
        </p:txBody>
      </p:sp>
      <p:sp>
        <p:nvSpPr>
          <p:cNvPr id="57" name="Text 9">
            <a:extLst>
              <a:ext uri="{FF2B5EF4-FFF2-40B4-BE49-F238E27FC236}">
                <a16:creationId xmlns:a16="http://schemas.microsoft.com/office/drawing/2014/main" id="{1863E3C4-11FA-97C5-5AD0-B911E555FAAB}"/>
              </a:ext>
            </a:extLst>
          </p:cNvPr>
          <p:cNvSpPr/>
          <p:nvPr/>
        </p:nvSpPr>
        <p:spPr>
          <a:xfrm>
            <a:off x="9512186" y="1535601"/>
            <a:ext cx="2115236" cy="411480"/>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Workflow complet et fonctionnel.</a:t>
            </a:r>
            <a:endParaRPr lang="en-US" sz="1100" dirty="0"/>
          </a:p>
        </p:txBody>
      </p:sp>
      <p:sp>
        <p:nvSpPr>
          <p:cNvPr id="58" name="Shape 10">
            <a:extLst>
              <a:ext uri="{FF2B5EF4-FFF2-40B4-BE49-F238E27FC236}">
                <a16:creationId xmlns:a16="http://schemas.microsoft.com/office/drawing/2014/main" id="{060059DB-0108-39B3-2FCB-1C806A5B36EF}"/>
              </a:ext>
            </a:extLst>
          </p:cNvPr>
          <p:cNvSpPr/>
          <p:nvPr/>
        </p:nvSpPr>
        <p:spPr>
          <a:xfrm>
            <a:off x="8954402" y="2221401"/>
            <a:ext cx="2663876" cy="1234440"/>
          </a:xfrm>
          <a:prstGeom prst="rect">
            <a:avLst/>
          </a:prstGeom>
          <a:solidFill>
            <a:srgbClr val="1E293B"/>
          </a:solidFill>
          <a:ln w="12700">
            <a:solidFill>
              <a:srgbClr val="334155"/>
            </a:solidFill>
            <a:prstDash val="solid"/>
          </a:ln>
        </p:spPr>
        <p:txBody>
          <a:bodyPr/>
          <a:lstStyle/>
          <a:p>
            <a:endParaRPr lang="fr-FR"/>
          </a:p>
        </p:txBody>
      </p:sp>
      <p:sp>
        <p:nvSpPr>
          <p:cNvPr id="59" name="Shape 11">
            <a:extLst>
              <a:ext uri="{FF2B5EF4-FFF2-40B4-BE49-F238E27FC236}">
                <a16:creationId xmlns:a16="http://schemas.microsoft.com/office/drawing/2014/main" id="{AD208B72-4FFE-9F17-FFA7-B97B0F67C761}"/>
              </a:ext>
            </a:extLst>
          </p:cNvPr>
          <p:cNvSpPr/>
          <p:nvPr/>
        </p:nvSpPr>
        <p:spPr>
          <a:xfrm>
            <a:off x="8954402" y="2221401"/>
            <a:ext cx="2663876" cy="54864"/>
          </a:xfrm>
          <a:prstGeom prst="rect">
            <a:avLst/>
          </a:prstGeom>
          <a:solidFill>
            <a:srgbClr val="06B6D4"/>
          </a:solidFill>
          <a:ln w="12700">
            <a:solidFill>
              <a:srgbClr val="06B6D4"/>
            </a:solidFill>
            <a:prstDash val="solid"/>
          </a:ln>
        </p:spPr>
        <p:txBody>
          <a:bodyPr/>
          <a:lstStyle/>
          <a:p>
            <a:endParaRPr lang="fr-FR"/>
          </a:p>
        </p:txBody>
      </p:sp>
      <p:pic>
        <p:nvPicPr>
          <p:cNvPr id="60" name="Image 1" descr="preencoded.png">
            <a:extLst>
              <a:ext uri="{FF2B5EF4-FFF2-40B4-BE49-F238E27FC236}">
                <a16:creationId xmlns:a16="http://schemas.microsoft.com/office/drawing/2014/main" id="{4A3B995A-26E3-98C1-BFB5-B8A453C04F6A}"/>
              </a:ext>
            </a:extLst>
          </p:cNvPr>
          <p:cNvPicPr>
            <a:picLocks noChangeAspect="1"/>
          </p:cNvPicPr>
          <p:nvPr/>
        </p:nvPicPr>
        <p:blipFill>
          <a:blip r:embed="rId4"/>
          <a:stretch>
            <a:fillRect/>
          </a:stretch>
        </p:blipFill>
        <p:spPr>
          <a:xfrm>
            <a:off x="8808098" y="2541441"/>
            <a:ext cx="640080" cy="640080"/>
          </a:xfrm>
          <a:prstGeom prst="rect">
            <a:avLst/>
          </a:prstGeom>
        </p:spPr>
      </p:pic>
      <p:sp>
        <p:nvSpPr>
          <p:cNvPr id="61" name="Text 12">
            <a:extLst>
              <a:ext uri="{FF2B5EF4-FFF2-40B4-BE49-F238E27FC236}">
                <a16:creationId xmlns:a16="http://schemas.microsoft.com/office/drawing/2014/main" id="{4D249F2C-E55A-1974-E883-13998D1AC093}"/>
              </a:ext>
            </a:extLst>
          </p:cNvPr>
          <p:cNvSpPr/>
          <p:nvPr/>
        </p:nvSpPr>
        <p:spPr>
          <a:xfrm>
            <a:off x="9512186" y="2541441"/>
            <a:ext cx="2115236"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Valeur métier claire</a:t>
            </a:r>
            <a:endParaRPr lang="en-US" sz="1600" dirty="0"/>
          </a:p>
        </p:txBody>
      </p:sp>
      <p:sp>
        <p:nvSpPr>
          <p:cNvPr id="62" name="Text 13">
            <a:extLst>
              <a:ext uri="{FF2B5EF4-FFF2-40B4-BE49-F238E27FC236}">
                <a16:creationId xmlns:a16="http://schemas.microsoft.com/office/drawing/2014/main" id="{50D300A3-13CC-3A68-7B92-99207CDAC0BA}"/>
              </a:ext>
            </a:extLst>
          </p:cNvPr>
          <p:cNvSpPr/>
          <p:nvPr/>
        </p:nvSpPr>
        <p:spPr>
          <a:xfrm>
            <a:off x="9512186" y="2907201"/>
            <a:ext cx="2115236" cy="411480"/>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Centralisation et priorisation.</a:t>
            </a:r>
            <a:endParaRPr lang="en-US" sz="1100" dirty="0"/>
          </a:p>
        </p:txBody>
      </p:sp>
      <p:sp>
        <p:nvSpPr>
          <p:cNvPr id="63" name="Shape 14">
            <a:extLst>
              <a:ext uri="{FF2B5EF4-FFF2-40B4-BE49-F238E27FC236}">
                <a16:creationId xmlns:a16="http://schemas.microsoft.com/office/drawing/2014/main" id="{97BFB924-1E30-536E-83EE-930B44CA5AD8}"/>
              </a:ext>
            </a:extLst>
          </p:cNvPr>
          <p:cNvSpPr/>
          <p:nvPr/>
        </p:nvSpPr>
        <p:spPr>
          <a:xfrm>
            <a:off x="8963546" y="3613944"/>
            <a:ext cx="2663876" cy="1234440"/>
          </a:xfrm>
          <a:prstGeom prst="rect">
            <a:avLst/>
          </a:prstGeom>
          <a:solidFill>
            <a:srgbClr val="1E293B"/>
          </a:solidFill>
          <a:ln w="12700">
            <a:solidFill>
              <a:srgbClr val="334155"/>
            </a:solidFill>
            <a:prstDash val="solid"/>
          </a:ln>
        </p:spPr>
        <p:txBody>
          <a:bodyPr/>
          <a:lstStyle/>
          <a:p>
            <a:endParaRPr lang="fr-FR"/>
          </a:p>
        </p:txBody>
      </p:sp>
      <p:sp>
        <p:nvSpPr>
          <p:cNvPr id="64" name="Shape 15">
            <a:extLst>
              <a:ext uri="{FF2B5EF4-FFF2-40B4-BE49-F238E27FC236}">
                <a16:creationId xmlns:a16="http://schemas.microsoft.com/office/drawing/2014/main" id="{2251E763-ACDA-CB22-2091-5A385B77981F}"/>
              </a:ext>
            </a:extLst>
          </p:cNvPr>
          <p:cNvSpPr/>
          <p:nvPr/>
        </p:nvSpPr>
        <p:spPr>
          <a:xfrm>
            <a:off x="8963546" y="3613944"/>
            <a:ext cx="2663876" cy="54864"/>
          </a:xfrm>
          <a:prstGeom prst="rect">
            <a:avLst/>
          </a:prstGeom>
          <a:solidFill>
            <a:srgbClr val="06B6D4"/>
          </a:solidFill>
          <a:ln w="12700">
            <a:solidFill>
              <a:srgbClr val="06B6D4"/>
            </a:solidFill>
            <a:prstDash val="solid"/>
          </a:ln>
        </p:spPr>
        <p:txBody>
          <a:bodyPr/>
          <a:lstStyle/>
          <a:p>
            <a:endParaRPr lang="fr-FR"/>
          </a:p>
        </p:txBody>
      </p:sp>
      <p:pic>
        <p:nvPicPr>
          <p:cNvPr id="65" name="Image 2" descr="preencoded.png">
            <a:extLst>
              <a:ext uri="{FF2B5EF4-FFF2-40B4-BE49-F238E27FC236}">
                <a16:creationId xmlns:a16="http://schemas.microsoft.com/office/drawing/2014/main" id="{D0698EB8-77BC-C0EF-207D-777EEDDA7A71}"/>
              </a:ext>
            </a:extLst>
          </p:cNvPr>
          <p:cNvPicPr>
            <a:picLocks noChangeAspect="1"/>
          </p:cNvPicPr>
          <p:nvPr/>
        </p:nvPicPr>
        <p:blipFill>
          <a:blip r:embed="rId5"/>
          <a:stretch>
            <a:fillRect/>
          </a:stretch>
        </p:blipFill>
        <p:spPr>
          <a:xfrm>
            <a:off x="8826386" y="3903603"/>
            <a:ext cx="640080" cy="640080"/>
          </a:xfrm>
          <a:prstGeom prst="rect">
            <a:avLst/>
          </a:prstGeom>
        </p:spPr>
      </p:pic>
      <p:sp>
        <p:nvSpPr>
          <p:cNvPr id="66" name="Text 16">
            <a:extLst>
              <a:ext uri="{FF2B5EF4-FFF2-40B4-BE49-F238E27FC236}">
                <a16:creationId xmlns:a16="http://schemas.microsoft.com/office/drawing/2014/main" id="{A1350AB7-CA3D-5682-5AB9-A3440EB83AB4}"/>
              </a:ext>
            </a:extLst>
          </p:cNvPr>
          <p:cNvSpPr/>
          <p:nvPr/>
        </p:nvSpPr>
        <p:spPr>
          <a:xfrm>
            <a:off x="9521329" y="3933984"/>
            <a:ext cx="2115236"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Architecture cohérente</a:t>
            </a:r>
            <a:endParaRPr lang="en-US" sz="1600" dirty="0"/>
          </a:p>
        </p:txBody>
      </p:sp>
      <p:sp>
        <p:nvSpPr>
          <p:cNvPr id="67" name="Text 17">
            <a:extLst>
              <a:ext uri="{FF2B5EF4-FFF2-40B4-BE49-F238E27FC236}">
                <a16:creationId xmlns:a16="http://schemas.microsoft.com/office/drawing/2014/main" id="{87FB55F2-CD08-709D-F2F9-CC1EAD868D89}"/>
              </a:ext>
            </a:extLst>
          </p:cNvPr>
          <p:cNvSpPr/>
          <p:nvPr/>
        </p:nvSpPr>
        <p:spPr>
          <a:xfrm>
            <a:off x="9521329" y="4299744"/>
            <a:ext cx="2115236" cy="411480"/>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FastAPI · IA · Flutter · Cloud.</a:t>
            </a:r>
            <a:endParaRPr lang="en-US" sz="1100" dirty="0"/>
          </a:p>
        </p:txBody>
      </p:sp>
      <p:sp>
        <p:nvSpPr>
          <p:cNvPr id="68" name="Shape 18">
            <a:extLst>
              <a:ext uri="{FF2B5EF4-FFF2-40B4-BE49-F238E27FC236}">
                <a16:creationId xmlns:a16="http://schemas.microsoft.com/office/drawing/2014/main" id="{19A1CA0B-3E8A-7F3F-9C6A-DC314E99F4DA}"/>
              </a:ext>
            </a:extLst>
          </p:cNvPr>
          <p:cNvSpPr/>
          <p:nvPr/>
        </p:nvSpPr>
        <p:spPr>
          <a:xfrm>
            <a:off x="8972689" y="5006487"/>
            <a:ext cx="2663876" cy="1234440"/>
          </a:xfrm>
          <a:prstGeom prst="rect">
            <a:avLst/>
          </a:prstGeom>
          <a:solidFill>
            <a:srgbClr val="1E293B"/>
          </a:solidFill>
          <a:ln w="12700">
            <a:solidFill>
              <a:srgbClr val="334155"/>
            </a:solidFill>
            <a:prstDash val="solid"/>
          </a:ln>
        </p:spPr>
        <p:txBody>
          <a:bodyPr/>
          <a:lstStyle/>
          <a:p>
            <a:endParaRPr lang="fr-FR"/>
          </a:p>
        </p:txBody>
      </p:sp>
      <p:sp>
        <p:nvSpPr>
          <p:cNvPr id="69" name="Shape 19">
            <a:extLst>
              <a:ext uri="{FF2B5EF4-FFF2-40B4-BE49-F238E27FC236}">
                <a16:creationId xmlns:a16="http://schemas.microsoft.com/office/drawing/2014/main" id="{46BF6938-1FCE-5D85-FF09-550E9968A290}"/>
              </a:ext>
            </a:extLst>
          </p:cNvPr>
          <p:cNvSpPr/>
          <p:nvPr/>
        </p:nvSpPr>
        <p:spPr>
          <a:xfrm>
            <a:off x="8972689" y="5006487"/>
            <a:ext cx="2663876" cy="54864"/>
          </a:xfrm>
          <a:prstGeom prst="rect">
            <a:avLst/>
          </a:prstGeom>
          <a:solidFill>
            <a:srgbClr val="06B6D4"/>
          </a:solidFill>
          <a:ln w="12700">
            <a:solidFill>
              <a:srgbClr val="06B6D4"/>
            </a:solidFill>
            <a:prstDash val="solid"/>
          </a:ln>
        </p:spPr>
        <p:txBody>
          <a:bodyPr/>
          <a:lstStyle/>
          <a:p>
            <a:endParaRPr lang="fr-FR"/>
          </a:p>
        </p:txBody>
      </p:sp>
      <p:pic>
        <p:nvPicPr>
          <p:cNvPr id="70" name="Image 3" descr="preencoded.png">
            <a:extLst>
              <a:ext uri="{FF2B5EF4-FFF2-40B4-BE49-F238E27FC236}">
                <a16:creationId xmlns:a16="http://schemas.microsoft.com/office/drawing/2014/main" id="{B28E1F15-637D-D247-4589-01A1D06B3B39}"/>
              </a:ext>
            </a:extLst>
          </p:cNvPr>
          <p:cNvPicPr>
            <a:picLocks noChangeAspect="1"/>
          </p:cNvPicPr>
          <p:nvPr/>
        </p:nvPicPr>
        <p:blipFill>
          <a:blip r:embed="rId6"/>
          <a:stretch>
            <a:fillRect/>
          </a:stretch>
        </p:blipFill>
        <p:spPr>
          <a:xfrm>
            <a:off x="8835529" y="5326527"/>
            <a:ext cx="640080" cy="640080"/>
          </a:xfrm>
          <a:prstGeom prst="rect">
            <a:avLst/>
          </a:prstGeom>
        </p:spPr>
      </p:pic>
      <p:sp>
        <p:nvSpPr>
          <p:cNvPr id="71" name="Text 20">
            <a:extLst>
              <a:ext uri="{FF2B5EF4-FFF2-40B4-BE49-F238E27FC236}">
                <a16:creationId xmlns:a16="http://schemas.microsoft.com/office/drawing/2014/main" id="{220A10CE-6314-6559-A847-CC3737733EF1}"/>
              </a:ext>
            </a:extLst>
          </p:cNvPr>
          <p:cNvSpPr/>
          <p:nvPr/>
        </p:nvSpPr>
        <p:spPr>
          <a:xfrm>
            <a:off x="9589476" y="5326527"/>
            <a:ext cx="2115236"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Fort potentiel SaaS</a:t>
            </a:r>
            <a:endParaRPr lang="en-US" sz="1600" dirty="0"/>
          </a:p>
        </p:txBody>
      </p:sp>
      <p:sp>
        <p:nvSpPr>
          <p:cNvPr id="72" name="Text 21">
            <a:extLst>
              <a:ext uri="{FF2B5EF4-FFF2-40B4-BE49-F238E27FC236}">
                <a16:creationId xmlns:a16="http://schemas.microsoft.com/office/drawing/2014/main" id="{DF999F82-958A-CB42-C7DE-F4DCCB2CC02B}"/>
              </a:ext>
            </a:extLst>
          </p:cNvPr>
          <p:cNvSpPr/>
          <p:nvPr/>
        </p:nvSpPr>
        <p:spPr>
          <a:xfrm>
            <a:off x="9589476" y="5692287"/>
            <a:ext cx="2115236" cy="411480"/>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Multi-résidences, B2B prêt.</a:t>
            </a:r>
            <a:endParaRPr lang="en-US" sz="1100" dirty="0"/>
          </a:p>
        </p:txBody>
      </p:sp>
      <p:sp>
        <p:nvSpPr>
          <p:cNvPr id="73" name="Shape 22">
            <a:extLst>
              <a:ext uri="{FF2B5EF4-FFF2-40B4-BE49-F238E27FC236}">
                <a16:creationId xmlns:a16="http://schemas.microsoft.com/office/drawing/2014/main" id="{07EEB583-9A44-432A-EE4F-C63D040AD8EB}"/>
              </a:ext>
            </a:extLst>
          </p:cNvPr>
          <p:cNvSpPr/>
          <p:nvPr/>
        </p:nvSpPr>
        <p:spPr>
          <a:xfrm>
            <a:off x="514719" y="6269539"/>
            <a:ext cx="1097280" cy="0"/>
          </a:xfrm>
          <a:prstGeom prst="line">
            <a:avLst/>
          </a:prstGeom>
          <a:noFill/>
          <a:ln w="38100">
            <a:solidFill>
              <a:srgbClr val="06B6D4"/>
            </a:solidFill>
            <a:prstDash val="solid"/>
          </a:ln>
        </p:spPr>
        <p:txBody>
          <a:bodyPr/>
          <a:lstStyle/>
          <a:p>
            <a:endParaRPr lang="fr-FR" dirty="0"/>
          </a:p>
        </p:txBody>
      </p:sp>
      <p:sp>
        <p:nvSpPr>
          <p:cNvPr id="74" name="Text 23">
            <a:extLst>
              <a:ext uri="{FF2B5EF4-FFF2-40B4-BE49-F238E27FC236}">
                <a16:creationId xmlns:a16="http://schemas.microsoft.com/office/drawing/2014/main" id="{FA795AE8-BF61-8A7B-A611-E5CB50676893}"/>
              </a:ext>
            </a:extLst>
          </p:cNvPr>
          <p:cNvSpPr/>
          <p:nvPr/>
        </p:nvSpPr>
        <p:spPr>
          <a:xfrm>
            <a:off x="516194" y="6263640"/>
            <a:ext cx="7315200" cy="457200"/>
          </a:xfrm>
          <a:prstGeom prst="rect">
            <a:avLst/>
          </a:prstGeom>
          <a:noFill/>
          <a:ln/>
        </p:spPr>
        <p:txBody>
          <a:bodyPr wrap="square" lIns="0" tIns="0" rIns="0" bIns="0" rtlCol="0" anchor="ctr"/>
          <a:lstStyle/>
          <a:p>
            <a:pPr marL="0" indent="0">
              <a:buNone/>
            </a:pPr>
            <a:endParaRPr lang="en-US" sz="2200" dirty="0"/>
          </a:p>
        </p:txBody>
      </p:sp>
      <p:sp>
        <p:nvSpPr>
          <p:cNvPr id="75" name="Text 25">
            <a:extLst>
              <a:ext uri="{FF2B5EF4-FFF2-40B4-BE49-F238E27FC236}">
                <a16:creationId xmlns:a16="http://schemas.microsoft.com/office/drawing/2014/main" id="{5E05F284-F6B2-D030-5634-368CE202DEEE}"/>
              </a:ext>
            </a:extLst>
          </p:cNvPr>
          <p:cNvSpPr/>
          <p:nvPr/>
        </p:nvSpPr>
        <p:spPr>
          <a:xfrm>
            <a:off x="10545775" y="6263640"/>
            <a:ext cx="1097280" cy="365760"/>
          </a:xfrm>
          <a:prstGeom prst="rect">
            <a:avLst/>
          </a:prstGeom>
          <a:noFill/>
          <a:ln/>
        </p:spPr>
        <p:txBody>
          <a:bodyPr wrap="square" lIns="0" tIns="0" rIns="0" bIns="0" rtlCol="0" anchor="ctr"/>
          <a:lstStyle/>
          <a:p>
            <a:pPr marL="0" indent="0" algn="r">
              <a:buNone/>
            </a:pPr>
            <a:r>
              <a:rPr lang="en-US" sz="1200" b="1" dirty="0">
                <a:solidFill>
                  <a:srgbClr val="06B6D4"/>
                </a:solidFill>
                <a:latin typeface="Calibri" pitchFamily="34" charset="0"/>
                <a:ea typeface="Calibri" pitchFamily="34" charset="-122"/>
                <a:cs typeface="Calibri" pitchFamily="34" charset="-120"/>
              </a:rPr>
              <a:t>24 / 24</a:t>
            </a:r>
            <a:endParaRPr lang="en-US" sz="1200" dirty="0"/>
          </a:p>
        </p:txBody>
      </p:sp>
    </p:spTree>
    <p:extLst>
      <p:ext uri="{BB962C8B-B14F-4D97-AF65-F5344CB8AC3E}">
        <p14:creationId xmlns:p14="http://schemas.microsoft.com/office/powerpoint/2010/main" val="1284061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name="Slide 23">
    <p:bg>
      <p:bgPr>
        <a:solidFill>
          <a:srgbClr val="0F172A"/>
        </a:solidFill>
        <a:effectLst/>
      </p:bgPr>
    </p:bg>
    <p:spTree>
      <p:nvGrpSpPr>
        <p:cNvPr id="1" name=""/>
        <p:cNvGrpSpPr/>
        <p:nvPr/>
      </p:nvGrpSpPr>
      <p:grpSpPr>
        <a:xfrm>
          <a:off x="0" y="0"/>
          <a:ext cx="0" cy="0"/>
          <a:chOff x="0" y="0"/>
          <a:chExt cx="0" cy="0"/>
        </a:xfrm>
      </p:grpSpPr>
      <p:sp>
        <p:nvSpPr>
          <p:cNvPr id="32" name="Google Shape;105;p27">
            <a:extLst>
              <a:ext uri="{FF2B5EF4-FFF2-40B4-BE49-F238E27FC236}">
                <a16:creationId xmlns:a16="http://schemas.microsoft.com/office/drawing/2014/main" id="{D9D6A593-9E7C-4ADB-02AF-132D73C1280C}"/>
              </a:ext>
            </a:extLst>
          </p:cNvPr>
          <p:cNvSpPr/>
          <p:nvPr/>
        </p:nvSpPr>
        <p:spPr>
          <a:xfrm rot="5400000">
            <a:off x="-660076" y="646210"/>
            <a:ext cx="2201895" cy="881743"/>
          </a:xfrm>
          <a:prstGeom prst="triangle">
            <a:avLst>
              <a:gd name="adj" fmla="val 50411"/>
            </a:avLst>
          </a:prstGeom>
          <a:solidFill>
            <a:schemeClr val="accent1">
              <a:lumMod val="75000"/>
            </a:schemeClr>
          </a:solidFill>
          <a:ln/>
        </p:spPr>
        <p:style>
          <a:lnRef idx="2">
            <a:schemeClr val="accent1"/>
          </a:lnRef>
          <a:fillRef idx="1">
            <a:schemeClr val="lt1"/>
          </a:fillRef>
          <a:effectRef idx="0">
            <a:schemeClr val="accent1"/>
          </a:effectRef>
          <a:fontRef idx="minor">
            <a:schemeClr val="dk1"/>
          </a:fontRef>
        </p:style>
        <p:txBody>
          <a:bodyPr spcFirstLastPara="1" wrap="square" lIns="121900" tIns="121900" rIns="121900" bIns="121900" anchor="ctr" anchorCtr="0">
            <a:noAutofit/>
          </a:bodyPr>
          <a:lstStyle/>
          <a:p>
            <a:endParaRPr sz="2400"/>
          </a:p>
        </p:txBody>
      </p:sp>
      <p:sp>
        <p:nvSpPr>
          <p:cNvPr id="33" name="Google Shape;105;p27">
            <a:extLst>
              <a:ext uri="{FF2B5EF4-FFF2-40B4-BE49-F238E27FC236}">
                <a16:creationId xmlns:a16="http://schemas.microsoft.com/office/drawing/2014/main" id="{635123FC-B3F3-019E-13AE-DE4168B66D0F}"/>
              </a:ext>
            </a:extLst>
          </p:cNvPr>
          <p:cNvSpPr/>
          <p:nvPr/>
        </p:nvSpPr>
        <p:spPr>
          <a:xfrm rot="16200000">
            <a:off x="10650181" y="5330638"/>
            <a:ext cx="2201895" cy="881743"/>
          </a:xfrm>
          <a:prstGeom prst="triangle">
            <a:avLst>
              <a:gd name="adj" fmla="val 50411"/>
            </a:avLst>
          </a:prstGeom>
          <a:solidFill>
            <a:schemeClr val="accent1">
              <a:lumMod val="75000"/>
            </a:schemeClr>
          </a:solidFill>
          <a:ln>
            <a:solidFill>
              <a:schemeClr val="accent1"/>
            </a:solidFill>
          </a:ln>
        </p:spPr>
        <p:txBody>
          <a:bodyPr spcFirstLastPara="1" wrap="square" lIns="121900" tIns="121900" rIns="121900" bIns="121900" anchor="ctr" anchorCtr="0">
            <a:noAutofit/>
          </a:bodyPr>
          <a:lstStyle/>
          <a:p>
            <a:endParaRPr sz="2400"/>
          </a:p>
        </p:txBody>
      </p:sp>
      <p:sp>
        <p:nvSpPr>
          <p:cNvPr id="4" name="Shape 2"/>
          <p:cNvSpPr/>
          <p:nvPr/>
        </p:nvSpPr>
        <p:spPr>
          <a:xfrm>
            <a:off x="548640" y="502920"/>
            <a:ext cx="164592" cy="164592"/>
          </a:xfrm>
          <a:prstGeom prst="rect">
            <a:avLst/>
          </a:prstGeom>
          <a:solidFill>
            <a:srgbClr val="06B6D4"/>
          </a:solidFill>
          <a:ln w="12700">
            <a:solidFill>
              <a:srgbClr val="06B6D4"/>
            </a:solidFill>
            <a:prstDash val="solid"/>
          </a:ln>
        </p:spPr>
        <p:txBody>
          <a:bodyPr/>
          <a:lstStyle/>
          <a:p>
            <a:endParaRPr lang="fr-FR"/>
          </a:p>
        </p:txBody>
      </p:sp>
      <p:sp>
        <p:nvSpPr>
          <p:cNvPr id="5" name="Text 3"/>
          <p:cNvSpPr/>
          <p:nvPr/>
        </p:nvSpPr>
        <p:spPr>
          <a:xfrm>
            <a:off x="777240" y="411480"/>
            <a:ext cx="2011680" cy="320040"/>
          </a:xfrm>
          <a:prstGeom prst="rect">
            <a:avLst/>
          </a:prstGeom>
          <a:noFill/>
          <a:ln/>
        </p:spPr>
        <p:txBody>
          <a:bodyPr wrap="square" rtlCol="0" anchor="ctr"/>
          <a:lstStyle/>
          <a:p>
            <a:pPr marL="0" indent="0">
              <a:buNone/>
            </a:pPr>
            <a:r>
              <a:rPr lang="en-US" sz="1100" b="1" kern="0" spc="200" dirty="0">
                <a:solidFill>
                  <a:srgbClr val="FFFFFF"/>
                </a:solidFill>
                <a:latin typeface="Calibri" pitchFamily="34" charset="0"/>
                <a:ea typeface="Calibri" pitchFamily="34" charset="-122"/>
                <a:cs typeface="Calibri" pitchFamily="34" charset="-120"/>
              </a:rPr>
              <a:t>Syndic IA</a:t>
            </a:r>
            <a:endParaRPr lang="en-US" sz="1100" dirty="0"/>
          </a:p>
        </p:txBody>
      </p:sp>
      <p:sp>
        <p:nvSpPr>
          <p:cNvPr id="6" name="Text 4"/>
          <p:cNvSpPr/>
          <p:nvPr/>
        </p:nvSpPr>
        <p:spPr>
          <a:xfrm>
            <a:off x="1783080" y="1367301"/>
            <a:ext cx="8398222" cy="3683262"/>
          </a:xfrm>
          <a:prstGeom prst="rect">
            <a:avLst/>
          </a:prstGeom>
          <a:noFill/>
          <a:ln/>
        </p:spPr>
        <p:txBody>
          <a:bodyPr wrap="square" lIns="0" tIns="0" rIns="0" bIns="0" rtlCol="0" anchor="ctr"/>
          <a:lstStyle/>
          <a:p>
            <a:pPr algn="ctr"/>
            <a:r>
              <a:rPr lang="en-US" sz="7200" b="1" i="1" dirty="0">
                <a:solidFill>
                  <a:schemeClr val="accent1">
                    <a:lumMod val="40000"/>
                    <a:lumOff val="60000"/>
                  </a:schemeClr>
                </a:solidFill>
                <a:effectLst>
                  <a:outerShdw blurRad="38100" dist="38100" dir="2700000" algn="tl">
                    <a:srgbClr val="000000">
                      <a:alpha val="43137"/>
                    </a:srgbClr>
                  </a:outerShdw>
                </a:effectLst>
                <a:latin typeface="Georgia" pitchFamily="34" charset="0"/>
                <a:ea typeface="Georgia" pitchFamily="34" charset="-122"/>
                <a:cs typeface="Georgia" pitchFamily="34" charset="-120"/>
              </a:rPr>
              <a:t>Merci pour </a:t>
            </a:r>
            <a:r>
              <a:rPr lang="en-US" sz="7200" b="1" i="1" dirty="0" err="1">
                <a:solidFill>
                  <a:schemeClr val="accent1">
                    <a:lumMod val="40000"/>
                    <a:lumOff val="60000"/>
                  </a:schemeClr>
                </a:solidFill>
                <a:effectLst>
                  <a:outerShdw blurRad="38100" dist="38100" dir="2700000" algn="tl">
                    <a:srgbClr val="000000">
                      <a:alpha val="43137"/>
                    </a:srgbClr>
                  </a:outerShdw>
                </a:effectLst>
                <a:latin typeface="Georgia" pitchFamily="34" charset="0"/>
                <a:ea typeface="Georgia" pitchFamily="34" charset="-122"/>
                <a:cs typeface="Georgia" pitchFamily="34" charset="-120"/>
              </a:rPr>
              <a:t>votre</a:t>
            </a:r>
            <a:r>
              <a:rPr lang="en-US" sz="7200" b="1" i="1" dirty="0">
                <a:solidFill>
                  <a:schemeClr val="accent1">
                    <a:lumMod val="40000"/>
                    <a:lumOff val="60000"/>
                  </a:schemeClr>
                </a:solidFill>
                <a:effectLst>
                  <a:outerShdw blurRad="38100" dist="38100" dir="2700000" algn="tl">
                    <a:srgbClr val="000000">
                      <a:alpha val="43137"/>
                    </a:srgbClr>
                  </a:outerShdw>
                </a:effectLst>
                <a:latin typeface="Georgia" pitchFamily="34" charset="0"/>
                <a:ea typeface="Georgia" pitchFamily="34" charset="-122"/>
                <a:cs typeface="Georgia" pitchFamily="34" charset="-120"/>
              </a:rPr>
              <a:t> attention</a:t>
            </a:r>
            <a:endParaRPr lang="en-US" sz="7200" b="1" dirty="0">
              <a:solidFill>
                <a:schemeClr val="accent1">
                  <a:lumMod val="40000"/>
                  <a:lumOff val="60000"/>
                </a:schemeClr>
              </a:solidFill>
              <a:effectLst>
                <a:outerShdw blurRad="38100" dist="38100" dir="2700000" algn="tl">
                  <a:srgbClr val="000000">
                    <a:alpha val="43137"/>
                  </a:srgbClr>
                </a:outerShdw>
              </a:effectLst>
            </a:endParaRPr>
          </a:p>
        </p:txBody>
      </p:sp>
      <p:sp>
        <p:nvSpPr>
          <p:cNvPr id="28" name="Shape 22"/>
          <p:cNvSpPr/>
          <p:nvPr/>
        </p:nvSpPr>
        <p:spPr>
          <a:xfrm>
            <a:off x="1917290" y="3201874"/>
            <a:ext cx="8264011" cy="0"/>
          </a:xfrm>
          <a:prstGeom prst="line">
            <a:avLst/>
          </a:prstGeom>
          <a:noFill/>
          <a:ln w="38100">
            <a:solidFill>
              <a:srgbClr val="06B6D4"/>
            </a:solidFill>
            <a:prstDash val="solid"/>
          </a:ln>
        </p:spPr>
        <p:txBody>
          <a:bodyPr/>
          <a:lstStyle/>
          <a:p>
            <a:endParaRPr lang="fr-FR" dirty="0"/>
          </a:p>
        </p:txBody>
      </p:sp>
      <p:sp>
        <p:nvSpPr>
          <p:cNvPr id="31" name="Text 25"/>
          <p:cNvSpPr/>
          <p:nvPr/>
        </p:nvSpPr>
        <p:spPr>
          <a:xfrm>
            <a:off x="10545775" y="6263640"/>
            <a:ext cx="1097280" cy="365760"/>
          </a:xfrm>
          <a:prstGeom prst="rect">
            <a:avLst/>
          </a:prstGeom>
          <a:noFill/>
          <a:ln/>
        </p:spPr>
        <p:txBody>
          <a:bodyPr wrap="square" lIns="0" tIns="0" rIns="0" bIns="0" rtlCol="0" anchor="ctr"/>
          <a:lstStyle/>
          <a:p>
            <a:pPr marL="0" indent="0" algn="r">
              <a:buNone/>
            </a:pPr>
            <a:r>
              <a:rPr lang="en-US" sz="1200" b="1" dirty="0">
                <a:solidFill>
                  <a:srgbClr val="06B6D4"/>
                </a:solidFill>
                <a:latin typeface="Calibri" pitchFamily="34" charset="0"/>
                <a:ea typeface="Calibri" pitchFamily="34" charset="-122"/>
                <a:cs typeface="Calibri" pitchFamily="34" charset="-120"/>
              </a:rPr>
              <a:t>24 / 24</a:t>
            </a:r>
            <a:endParaRPr lang="en-US" sz="1200" dirty="0"/>
          </a:p>
        </p:txBody>
      </p:sp>
      <p:sp>
        <p:nvSpPr>
          <p:cNvPr id="34" name="Shape 22">
            <a:extLst>
              <a:ext uri="{FF2B5EF4-FFF2-40B4-BE49-F238E27FC236}">
                <a16:creationId xmlns:a16="http://schemas.microsoft.com/office/drawing/2014/main" id="{EF42BC85-4328-CACE-2334-ECBD9A20E1E5}"/>
              </a:ext>
            </a:extLst>
          </p:cNvPr>
          <p:cNvSpPr/>
          <p:nvPr/>
        </p:nvSpPr>
        <p:spPr>
          <a:xfrm>
            <a:off x="3893573" y="4194932"/>
            <a:ext cx="4321279" cy="0"/>
          </a:xfrm>
          <a:prstGeom prst="line">
            <a:avLst/>
          </a:prstGeom>
          <a:noFill/>
          <a:ln w="38100">
            <a:solidFill>
              <a:srgbClr val="06B6D4"/>
            </a:solidFill>
            <a:prstDash val="solid"/>
          </a:ln>
        </p:spPr>
        <p:txBody>
          <a:bodyPr/>
          <a:lstStyle/>
          <a:p>
            <a:endParaRPr lang="fr-FR"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2919</TotalTime>
  <Words>4246</Words>
  <Application>Microsoft Office PowerPoint</Application>
  <PresentationFormat>Grand écran</PresentationFormat>
  <Paragraphs>679</Paragraphs>
  <Slides>33</Slides>
  <Notes>33</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33</vt:i4>
      </vt:variant>
    </vt:vector>
  </HeadingPairs>
  <TitlesOfParts>
    <vt:vector size="41" baseType="lpstr">
      <vt:lpstr>Arial</vt:lpstr>
      <vt:lpstr>Calibri</vt:lpstr>
      <vt:lpstr>Consolas</vt:lpstr>
      <vt:lpstr>Fira Sans Extra Condensed</vt:lpstr>
      <vt:lpstr>Georgia</vt:lpstr>
      <vt:lpstr>Tahoma</vt:lpstr>
      <vt:lpstr>Times New Roman</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Plateforme IA de Gestion de Syndic</dc:title>
  <dc:subject>PptxGenJS Presentation</dc:subject>
  <dc:creator>Soutenance — Projet de fin d'études</dc:creator>
  <cp:lastModifiedBy>MUSTAPHA BEN-CHEIKH</cp:lastModifiedBy>
  <cp:revision>20</cp:revision>
  <dcterms:created xsi:type="dcterms:W3CDTF">2026-05-06T23:23:25Z</dcterms:created>
  <dcterms:modified xsi:type="dcterms:W3CDTF">2026-07-02T23:26:54Z</dcterms:modified>
</cp:coreProperties>
</file>